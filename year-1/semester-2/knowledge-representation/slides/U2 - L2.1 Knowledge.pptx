
<file path=[Content_Types].xml><?xml version="1.0" encoding="utf-8"?>
<Types xmlns="http://schemas.openxmlformats.org/package/2006/content-types">
  <Default Extension="bin" ContentType="audio/unknown"/>
  <Default Extension="emf" ContentType="image/x-emf"/>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embeddings/oleObject1.bin" ContentType="application/vnd.openxmlformats-officedocument.oleObject"/>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embeddings/oleObject2.bin" ContentType="application/vnd.openxmlformats-officedocument.oleObject"/>
  <Override PartName="/ppt/notesSlides/notesSlide9.xml" ContentType="application/vnd.openxmlformats-officedocument.presentationml.notesSlide+xml"/>
  <Override PartName="/ppt/embeddings/oleObject3.bin" ContentType="application/vnd.openxmlformats-officedocument.oleObject"/>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embeddings/oleObject4.bin" ContentType="application/vnd.openxmlformats-officedocument.oleObject"/>
  <Override PartName="/ppt/notesSlides/notesSlide15.xml" ContentType="application/vnd.openxmlformats-officedocument.presentationml.notesSlide+xml"/>
  <Override PartName="/ppt/embeddings/oleObject5.bin" ContentType="application/vnd.openxmlformats-officedocument.oleObject"/>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embeddings/oleObject6.bin" ContentType="application/vnd.openxmlformats-officedocument.oleObject"/>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9" r:id="rId1"/>
  </p:sldMasterIdLst>
  <p:notesMasterIdLst>
    <p:notesMasterId r:id="rId66"/>
  </p:notesMasterIdLst>
  <p:handoutMasterIdLst>
    <p:handoutMasterId r:id="rId67"/>
  </p:handoutMasterIdLst>
  <p:sldIdLst>
    <p:sldId id="257" r:id="rId2"/>
    <p:sldId id="287" r:id="rId3"/>
    <p:sldId id="289" r:id="rId4"/>
    <p:sldId id="290" r:id="rId5"/>
    <p:sldId id="291" r:id="rId6"/>
    <p:sldId id="292" r:id="rId7"/>
    <p:sldId id="293" r:id="rId8"/>
    <p:sldId id="267" r:id="rId9"/>
    <p:sldId id="268" r:id="rId10"/>
    <p:sldId id="269" r:id="rId11"/>
    <p:sldId id="295" r:id="rId12"/>
    <p:sldId id="339" r:id="rId13"/>
    <p:sldId id="258"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4" r:id="rId29"/>
    <p:sldId id="355" r:id="rId30"/>
    <p:sldId id="356" r:id="rId31"/>
    <p:sldId id="357" r:id="rId32"/>
    <p:sldId id="358" r:id="rId33"/>
    <p:sldId id="359" r:id="rId34"/>
    <p:sldId id="360" r:id="rId35"/>
    <p:sldId id="281" r:id="rId36"/>
    <p:sldId id="283" r:id="rId37"/>
    <p:sldId id="361" r:id="rId38"/>
    <p:sldId id="362" r:id="rId39"/>
    <p:sldId id="363" r:id="rId40"/>
    <p:sldId id="365" r:id="rId41"/>
    <p:sldId id="366" r:id="rId42"/>
    <p:sldId id="270" r:id="rId43"/>
    <p:sldId id="259" r:id="rId44"/>
    <p:sldId id="260" r:id="rId45"/>
    <p:sldId id="282" r:id="rId46"/>
    <p:sldId id="262" r:id="rId47"/>
    <p:sldId id="364" r:id="rId48"/>
    <p:sldId id="263" r:id="rId49"/>
    <p:sldId id="264" r:id="rId50"/>
    <p:sldId id="265" r:id="rId51"/>
    <p:sldId id="266" r:id="rId52"/>
    <p:sldId id="285" r:id="rId53"/>
    <p:sldId id="284" r:id="rId54"/>
    <p:sldId id="286" r:id="rId55"/>
    <p:sldId id="271" r:id="rId56"/>
    <p:sldId id="272" r:id="rId57"/>
    <p:sldId id="273" r:id="rId58"/>
    <p:sldId id="278" r:id="rId59"/>
    <p:sldId id="279" r:id="rId60"/>
    <p:sldId id="274" r:id="rId61"/>
    <p:sldId id="275" r:id="rId62"/>
    <p:sldId id="276" r:id="rId63"/>
    <p:sldId id="277" r:id="rId64"/>
    <p:sldId id="280" r:id="rId65"/>
  </p:sldIdLst>
  <p:sldSz cx="9144000" cy="5143500" type="screen16x9"/>
  <p:notesSz cx="6858000" cy="9144000"/>
  <p:defaultTextStyle>
    <a:defPPr>
      <a:defRPr lang="nl-NL"/>
    </a:defPPr>
    <a:lvl1pPr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ahom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ahom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ahom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ahoma" panose="020B060403050404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Default Section" id="{0BBC78E2-DF3B-4DCE-83BB-1269F2F94E16}">
          <p14:sldIdLst>
            <p14:sldId id="257"/>
            <p14:sldId id="287"/>
            <p14:sldId id="289"/>
            <p14:sldId id="290"/>
            <p14:sldId id="291"/>
            <p14:sldId id="292"/>
            <p14:sldId id="293"/>
            <p14:sldId id="267"/>
            <p14:sldId id="268"/>
            <p14:sldId id="269"/>
            <p14:sldId id="295"/>
            <p14:sldId id="339"/>
            <p14:sldId id="258"/>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281"/>
            <p14:sldId id="283"/>
            <p14:sldId id="361"/>
            <p14:sldId id="362"/>
            <p14:sldId id="363"/>
            <p14:sldId id="365"/>
            <p14:sldId id="366"/>
            <p14:sldId id="270"/>
            <p14:sldId id="259"/>
            <p14:sldId id="260"/>
            <p14:sldId id="282"/>
            <p14:sldId id="262"/>
            <p14:sldId id="364"/>
            <p14:sldId id="263"/>
            <p14:sldId id="264"/>
            <p14:sldId id="265"/>
            <p14:sldId id="266"/>
            <p14:sldId id="285"/>
            <p14:sldId id="284"/>
            <p14:sldId id="286"/>
            <p14:sldId id="271"/>
            <p14:sldId id="272"/>
            <p14:sldId id="273"/>
            <p14:sldId id="278"/>
            <p14:sldId id="279"/>
            <p14:sldId id="274"/>
            <p14:sldId id="275"/>
            <p14:sldId id="276"/>
            <p14:sldId id="277"/>
            <p14:sldId id="280"/>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guide id="3" orient="horz" pos="1665">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tefano" initials="s" lastIdx="2" clrIdx="0"/>
  <p:cmAuthor id="1" name="Matteo Cristani" initials="MC"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640000"/>
    <a:srgbClr val="8C3836"/>
    <a:srgbClr val="FFFF99"/>
    <a:srgbClr val="AA00AA"/>
    <a:srgbClr val="98BDD6"/>
    <a:srgbClr val="287ECB"/>
    <a:srgbClr val="F0BC51"/>
    <a:srgbClr val="D163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12" autoAdjust="0"/>
    <p:restoredTop sz="86488"/>
  </p:normalViewPr>
  <p:slideViewPr>
    <p:cSldViewPr snapToGrid="0">
      <p:cViewPr varScale="1">
        <p:scale>
          <a:sx n="141" d="100"/>
          <a:sy n="141" d="100"/>
        </p:scale>
        <p:origin x="192" y="792"/>
      </p:cViewPr>
      <p:guideLst>
        <p:guide orient="horz" pos="1620"/>
        <p:guide pos="2880"/>
        <p:guide orient="horz" pos="166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9928"/>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84E245-B5A0-47D5-87CC-147578DADA4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Tahoma"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6BBE7327-C872-472C-88D2-681BC8B0B857}"/>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C790A485-6416-43AD-8EA8-9AB4021210E8}" type="datetimeFigureOut">
              <a:rPr lang="en-US" altLang="it-IT"/>
              <a:pPr>
                <a:defRPr/>
              </a:pPr>
              <a:t>3/10/24</a:t>
            </a:fld>
            <a:endParaRPr lang="en-US" altLang="it-IT"/>
          </a:p>
        </p:txBody>
      </p:sp>
      <p:sp>
        <p:nvSpPr>
          <p:cNvPr id="4" name="Footer Placeholder 3">
            <a:extLst>
              <a:ext uri="{FF2B5EF4-FFF2-40B4-BE49-F238E27FC236}">
                <a16:creationId xmlns:a16="http://schemas.microsoft.com/office/drawing/2014/main" id="{83062B19-2075-46D4-90D4-88B66BAEC414}"/>
              </a:ext>
            </a:extLst>
          </p:cNvPr>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Tahoma"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AB50A42C-D4BA-4B57-8810-2714EF7E80A4}"/>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304743EB-F053-4EB0-B667-D66F0FE415E3}" type="slidenum">
              <a:rPr lang="en-US" altLang="it-IT"/>
              <a:pPr>
                <a:defRPr/>
              </a:pPr>
              <a:t>‹N›</a:t>
            </a:fld>
            <a:endParaRPr lang="en-US" altLang="it-IT"/>
          </a:p>
        </p:txBody>
      </p:sp>
    </p:spTree>
    <p:extLst>
      <p:ext uri="{BB962C8B-B14F-4D97-AF65-F5344CB8AC3E}">
        <p14:creationId xmlns:p14="http://schemas.microsoft.com/office/powerpoint/2010/main" val="15244690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71CFC63-76EE-4C9F-A897-82314CDCE8F4}"/>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ＭＳ Ｐゴシック" charset="0"/>
              </a:defRPr>
            </a:lvl1pPr>
          </a:lstStyle>
          <a:p>
            <a:pPr>
              <a:defRPr/>
            </a:pPr>
            <a:endParaRPr lang="en-US"/>
          </a:p>
        </p:txBody>
      </p:sp>
      <p:sp>
        <p:nvSpPr>
          <p:cNvPr id="8195" name="Rectangle 3">
            <a:extLst>
              <a:ext uri="{FF2B5EF4-FFF2-40B4-BE49-F238E27FC236}">
                <a16:creationId xmlns:a16="http://schemas.microsoft.com/office/drawing/2014/main" id="{A9A7D3CE-DD5A-4884-90F5-F968DA0A7280}"/>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ＭＳ Ｐゴシック" charset="0"/>
              </a:defRPr>
            </a:lvl1pPr>
          </a:lstStyle>
          <a:p>
            <a:pPr>
              <a:defRPr/>
            </a:pPr>
            <a:endParaRPr lang="en-US"/>
          </a:p>
        </p:txBody>
      </p:sp>
      <p:sp>
        <p:nvSpPr>
          <p:cNvPr id="26628" name="Rectangle 4">
            <a:extLst>
              <a:ext uri="{FF2B5EF4-FFF2-40B4-BE49-F238E27FC236}">
                <a16:creationId xmlns:a16="http://schemas.microsoft.com/office/drawing/2014/main" id="{4804E0D8-8B5E-4615-B9C4-D99DA5FC313A}"/>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3926CD4B-EA52-4A35-ACD1-53E31ED8E8E1}"/>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nl-NL" noProof="0"/>
              <a:t>Click to edit Master text styles</a:t>
            </a:r>
          </a:p>
          <a:p>
            <a:pPr lvl="1"/>
            <a:r>
              <a:rPr lang="nl-NL" noProof="0"/>
              <a:t>Second level</a:t>
            </a:r>
          </a:p>
          <a:p>
            <a:pPr lvl="2"/>
            <a:r>
              <a:rPr lang="nl-NL" noProof="0"/>
              <a:t>Third level</a:t>
            </a:r>
          </a:p>
          <a:p>
            <a:pPr lvl="3"/>
            <a:r>
              <a:rPr lang="nl-NL" noProof="0"/>
              <a:t>Fourth level</a:t>
            </a:r>
          </a:p>
          <a:p>
            <a:pPr lvl="4"/>
            <a:r>
              <a:rPr lang="nl-NL" noProof="0"/>
              <a:t>Fifth level</a:t>
            </a:r>
          </a:p>
        </p:txBody>
      </p:sp>
      <p:sp>
        <p:nvSpPr>
          <p:cNvPr id="8198" name="Rectangle 6">
            <a:extLst>
              <a:ext uri="{FF2B5EF4-FFF2-40B4-BE49-F238E27FC236}">
                <a16:creationId xmlns:a16="http://schemas.microsoft.com/office/drawing/2014/main" id="{C34C6D3B-D2DB-4D5F-B47B-BAC5A6830E3C}"/>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ＭＳ Ｐゴシック" charset="0"/>
              </a:defRPr>
            </a:lvl1pPr>
          </a:lstStyle>
          <a:p>
            <a:pPr>
              <a:defRPr/>
            </a:pPr>
            <a:endParaRPr lang="en-US"/>
          </a:p>
        </p:txBody>
      </p:sp>
      <p:sp>
        <p:nvSpPr>
          <p:cNvPr id="8199" name="Rectangle 7">
            <a:extLst>
              <a:ext uri="{FF2B5EF4-FFF2-40B4-BE49-F238E27FC236}">
                <a16:creationId xmlns:a16="http://schemas.microsoft.com/office/drawing/2014/main" id="{A0687926-11A6-4219-AC1F-0E059A65D589}"/>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615E51E3-9A27-4F9D-92A0-CC2B6D7DC9D8}" type="slidenum">
              <a:rPr lang="nl-NL" altLang="it-IT"/>
              <a:pPr>
                <a:defRPr/>
              </a:pPr>
              <a:t>‹N›</a:t>
            </a:fld>
            <a:endParaRPr lang="nl-NL" altLang="it-IT"/>
          </a:p>
        </p:txBody>
      </p:sp>
    </p:spTree>
    <p:extLst>
      <p:ext uri="{BB962C8B-B14F-4D97-AF65-F5344CB8AC3E}">
        <p14:creationId xmlns:p14="http://schemas.microsoft.com/office/powerpoint/2010/main" val="393876535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7C57EF8F-8361-448B-B33D-B27F754A85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fld id="{0DD545CD-AACE-464A-8873-AFDA579DE3B8}" type="slidenum">
              <a:rPr lang="nl-NL" altLang="it-IT">
                <a:latin typeface="Arial" panose="020B0604020202020204" pitchFamily="34" charset="0"/>
              </a:rPr>
              <a:pPr/>
              <a:t>1</a:t>
            </a:fld>
            <a:endParaRPr lang="nl-NL" altLang="it-IT">
              <a:latin typeface="Arial" panose="020B0604020202020204" pitchFamily="34" charset="0"/>
            </a:endParaRPr>
          </a:p>
        </p:txBody>
      </p:sp>
      <p:sp>
        <p:nvSpPr>
          <p:cNvPr id="29699" name="Rectangle 2">
            <a:extLst>
              <a:ext uri="{FF2B5EF4-FFF2-40B4-BE49-F238E27FC236}">
                <a16:creationId xmlns:a16="http://schemas.microsoft.com/office/drawing/2014/main" id="{7461A36A-26A4-442B-A193-C48F58FB7FDC}"/>
              </a:ext>
            </a:extLst>
          </p:cNvPr>
          <p:cNvSpPr>
            <a:spLocks noGrp="1" noRot="1" noChangeAspect="1" noChangeArrowheads="1" noTextEdit="1"/>
          </p:cNvSpPr>
          <p:nvPr>
            <p:ph type="sldImg"/>
          </p:nvPr>
        </p:nvSpPr>
        <p:spPr>
          <a:xfrm>
            <a:off x="409575" y="703263"/>
            <a:ext cx="6046788" cy="3402012"/>
          </a:xfrm>
          <a:ln/>
        </p:spPr>
      </p:sp>
      <p:sp>
        <p:nvSpPr>
          <p:cNvPr id="29700" name="Rectangle 3">
            <a:extLst>
              <a:ext uri="{FF2B5EF4-FFF2-40B4-BE49-F238E27FC236}">
                <a16:creationId xmlns:a16="http://schemas.microsoft.com/office/drawing/2014/main" id="{393DB840-CA14-4E5B-BB44-138D926D3BA5}"/>
              </a:ext>
            </a:extLst>
          </p:cNvPr>
          <p:cNvSpPr>
            <a:spLocks noGrp="1" noChangeArrowheads="1"/>
          </p:cNvSpPr>
          <p:nvPr>
            <p:ph type="body" idx="1"/>
          </p:nvPr>
        </p:nvSpPr>
        <p:spPr>
          <a:xfrm>
            <a:off x="915988" y="4340225"/>
            <a:ext cx="5026025" cy="41163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047" tIns="38524" rIns="77047" bIns="38524"/>
          <a:lstStyle/>
          <a:p>
            <a:pPr eaLnBrk="1" hangingPunct="1"/>
            <a:endParaRPr lang="en-US" altLang="it-IT"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pPr>
              <a:defRPr/>
            </a:pPr>
            <a:fld id="{615E51E3-9A27-4F9D-92A0-CC2B6D7DC9D8}" type="slidenum">
              <a:rPr lang="nl-NL" altLang="it-IT" smtClean="0"/>
              <a:pPr>
                <a:defRPr/>
              </a:pPr>
              <a:t>4</a:t>
            </a:fld>
            <a:endParaRPr lang="nl-NL" altLang="it-IT"/>
          </a:p>
        </p:txBody>
      </p:sp>
    </p:spTree>
    <p:extLst>
      <p:ext uri="{BB962C8B-B14F-4D97-AF65-F5344CB8AC3E}">
        <p14:creationId xmlns:p14="http://schemas.microsoft.com/office/powerpoint/2010/main" val="1834503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4C3C5FB-6D61-DB43-BD03-BEB12F8F969B}"/>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7626173C-F4FC-9E42-A082-46CEB46DFD23}" type="slidenum">
              <a:rPr lang="en-GB" altLang="it-IT" sz="1300" b="0"/>
              <a:pPr eaLnBrk="1" hangingPunct="1"/>
              <a:t>11</a:t>
            </a:fld>
            <a:endParaRPr lang="en-GB" altLang="it-IT" sz="1300" b="0"/>
          </a:p>
        </p:txBody>
      </p:sp>
      <p:sp>
        <p:nvSpPr>
          <p:cNvPr id="216066" name="Rectangle 2">
            <a:extLst>
              <a:ext uri="{FF2B5EF4-FFF2-40B4-BE49-F238E27FC236}">
                <a16:creationId xmlns:a16="http://schemas.microsoft.com/office/drawing/2014/main" id="{E1098111-3F58-5244-88C7-D8040776D26A}"/>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6067" name="Rectangle 3">
            <a:extLst>
              <a:ext uri="{FF2B5EF4-FFF2-40B4-BE49-F238E27FC236}">
                <a16:creationId xmlns:a16="http://schemas.microsoft.com/office/drawing/2014/main" id="{60526EF1-6F66-EF42-A075-BACECB9F2D18}"/>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509572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743AC6F-4180-1D4F-AAE0-B7D7A8592AFF}"/>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8FD02E0D-0A6E-CD40-91B5-9E1521B10C76}" type="slidenum">
              <a:rPr lang="en-GB" altLang="it-IT" sz="1300" b="0"/>
              <a:pPr eaLnBrk="1" hangingPunct="1"/>
              <a:t>12</a:t>
            </a:fld>
            <a:endParaRPr lang="en-GB" altLang="it-IT" sz="1300" b="0"/>
          </a:p>
        </p:txBody>
      </p:sp>
      <p:sp>
        <p:nvSpPr>
          <p:cNvPr id="217090" name="Rectangle 2">
            <a:extLst>
              <a:ext uri="{FF2B5EF4-FFF2-40B4-BE49-F238E27FC236}">
                <a16:creationId xmlns:a16="http://schemas.microsoft.com/office/drawing/2014/main" id="{B7B3F1D1-94FD-1948-BB4C-8F7160843082}"/>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7091" name="Rectangle 3">
            <a:extLst>
              <a:ext uri="{FF2B5EF4-FFF2-40B4-BE49-F238E27FC236}">
                <a16:creationId xmlns:a16="http://schemas.microsoft.com/office/drawing/2014/main" id="{0892A192-1060-AD4B-969F-851AD2AA6DED}"/>
              </a:ext>
            </a:extLst>
          </p:cNvPr>
          <p:cNvSpPr>
            <a:spLocks noGrp="1" noChangeArrowheads="1"/>
          </p:cNvSpPr>
          <p:nvPr>
            <p:ph type="body" idx="1"/>
          </p:nvPr>
        </p:nvSpPr>
        <p:spPr/>
        <p:txBody>
          <a:bodyPr/>
          <a:lstStyle/>
          <a:p>
            <a:pPr eaLnBrk="1" hangingPunct="1"/>
            <a:endParaRPr lang="en-US" altLang="it-IT"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157361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EAB60A9-6D75-9B47-9D56-C98C903D15F4}"/>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B6D34B30-3468-BC4A-B961-5CB4054E96DA}" type="slidenum">
              <a:rPr lang="en-GB" altLang="it-IT" sz="1300" b="0"/>
              <a:pPr eaLnBrk="1" hangingPunct="1"/>
              <a:t>13</a:t>
            </a:fld>
            <a:endParaRPr lang="en-GB" altLang="it-IT" sz="1300" b="0"/>
          </a:p>
        </p:txBody>
      </p:sp>
      <p:sp>
        <p:nvSpPr>
          <p:cNvPr id="218114" name="Rectangle 2">
            <a:extLst>
              <a:ext uri="{FF2B5EF4-FFF2-40B4-BE49-F238E27FC236}">
                <a16:creationId xmlns:a16="http://schemas.microsoft.com/office/drawing/2014/main" id="{8C543E9E-A818-2347-99C5-FE7EDB88255E}"/>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8115" name="Rectangle 3">
            <a:extLst>
              <a:ext uri="{FF2B5EF4-FFF2-40B4-BE49-F238E27FC236}">
                <a16:creationId xmlns:a16="http://schemas.microsoft.com/office/drawing/2014/main" id="{EE3B628D-A1E4-E04C-8A69-102EB1A042B3}"/>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94764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13C78F9-446E-7542-8905-C126C323ADDC}"/>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7A50EB43-3E97-BC46-AA53-833130B8FE23}" type="slidenum">
              <a:rPr lang="en-GB" altLang="it-IT" sz="1300" b="0"/>
              <a:pPr eaLnBrk="1" hangingPunct="1"/>
              <a:t>14</a:t>
            </a:fld>
            <a:endParaRPr lang="en-GB" altLang="it-IT" sz="1300" b="0"/>
          </a:p>
        </p:txBody>
      </p:sp>
      <p:sp>
        <p:nvSpPr>
          <p:cNvPr id="219138" name="Rectangle 2">
            <a:extLst>
              <a:ext uri="{FF2B5EF4-FFF2-40B4-BE49-F238E27FC236}">
                <a16:creationId xmlns:a16="http://schemas.microsoft.com/office/drawing/2014/main" id="{9DFBA36A-458B-0247-A28E-EDFFA22138C0}"/>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9139" name="Rectangle 3">
            <a:extLst>
              <a:ext uri="{FF2B5EF4-FFF2-40B4-BE49-F238E27FC236}">
                <a16:creationId xmlns:a16="http://schemas.microsoft.com/office/drawing/2014/main" id="{D78F2C96-27F3-7249-A365-69E2C19DDAAE}"/>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973904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5062562-D4AB-6946-960F-176BCDB61157}"/>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E7CA120B-39AD-D84C-A6AD-D0FDC7C54B9E}" type="slidenum">
              <a:rPr lang="en-GB" altLang="it-IT" sz="1300" b="0"/>
              <a:pPr eaLnBrk="1" hangingPunct="1"/>
              <a:t>15</a:t>
            </a:fld>
            <a:endParaRPr lang="en-GB" altLang="it-IT" sz="1300" b="0"/>
          </a:p>
        </p:txBody>
      </p:sp>
      <p:sp>
        <p:nvSpPr>
          <p:cNvPr id="220162" name="Rectangle 2">
            <a:extLst>
              <a:ext uri="{FF2B5EF4-FFF2-40B4-BE49-F238E27FC236}">
                <a16:creationId xmlns:a16="http://schemas.microsoft.com/office/drawing/2014/main" id="{BFEFF815-1721-7E4D-9B70-C682C52027FD}"/>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0163" name="Rectangle 3">
            <a:extLst>
              <a:ext uri="{FF2B5EF4-FFF2-40B4-BE49-F238E27FC236}">
                <a16:creationId xmlns:a16="http://schemas.microsoft.com/office/drawing/2014/main" id="{BC8129AE-EE84-714C-B0F7-5831F39EDBC9}"/>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960489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0B009DC-CDFA-F244-BD57-87F33817B3BE}"/>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4C0C8347-7911-6E4F-98C5-8DF38F3C66D3}" type="slidenum">
              <a:rPr lang="en-GB" altLang="it-IT" sz="1300" b="0"/>
              <a:pPr eaLnBrk="1" hangingPunct="1"/>
              <a:t>16</a:t>
            </a:fld>
            <a:endParaRPr lang="en-GB" altLang="it-IT" sz="1300" b="0"/>
          </a:p>
        </p:txBody>
      </p:sp>
      <p:sp>
        <p:nvSpPr>
          <p:cNvPr id="221186" name="Rectangle 2">
            <a:extLst>
              <a:ext uri="{FF2B5EF4-FFF2-40B4-BE49-F238E27FC236}">
                <a16:creationId xmlns:a16="http://schemas.microsoft.com/office/drawing/2014/main" id="{555453EB-C0D4-EE4A-B119-DD067A7E9F56}"/>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1187" name="Rectangle 3">
            <a:extLst>
              <a:ext uri="{FF2B5EF4-FFF2-40B4-BE49-F238E27FC236}">
                <a16:creationId xmlns:a16="http://schemas.microsoft.com/office/drawing/2014/main" id="{882D095A-F094-EC41-B2F8-6985EA88709E}"/>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628297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BD187F0-1E6D-A849-81CD-68F1542E779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5CE8DDA1-3476-254C-8CED-7BDDD67166AA}" type="slidenum">
              <a:rPr lang="en-GB" altLang="it-IT" sz="1300" b="0"/>
              <a:pPr eaLnBrk="1" hangingPunct="1"/>
              <a:t>17</a:t>
            </a:fld>
            <a:endParaRPr lang="en-GB" altLang="it-IT" sz="1300" b="0"/>
          </a:p>
        </p:txBody>
      </p:sp>
      <p:sp>
        <p:nvSpPr>
          <p:cNvPr id="222210" name="Rectangle 2">
            <a:extLst>
              <a:ext uri="{FF2B5EF4-FFF2-40B4-BE49-F238E27FC236}">
                <a16:creationId xmlns:a16="http://schemas.microsoft.com/office/drawing/2014/main" id="{8A1997E5-69D7-324E-B082-5252F911E1EB}"/>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2211" name="Rectangle 3">
            <a:extLst>
              <a:ext uri="{FF2B5EF4-FFF2-40B4-BE49-F238E27FC236}">
                <a16:creationId xmlns:a16="http://schemas.microsoft.com/office/drawing/2014/main" id="{128D36BB-1B4A-1943-8252-D0A957065CAB}"/>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02594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667112A-0FA6-3A48-8343-AF957CFDCA40}"/>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A9C07B76-30D4-824D-85A5-B5E08FBF3212}" type="slidenum">
              <a:rPr lang="en-GB" altLang="it-IT" sz="1300" b="0"/>
              <a:pPr eaLnBrk="1" hangingPunct="1"/>
              <a:t>18</a:t>
            </a:fld>
            <a:endParaRPr lang="en-GB" altLang="it-IT" sz="1300" b="0"/>
          </a:p>
        </p:txBody>
      </p:sp>
      <p:sp>
        <p:nvSpPr>
          <p:cNvPr id="223234" name="Rectangle 2">
            <a:extLst>
              <a:ext uri="{FF2B5EF4-FFF2-40B4-BE49-F238E27FC236}">
                <a16:creationId xmlns:a16="http://schemas.microsoft.com/office/drawing/2014/main" id="{A6AF600D-C79D-884B-8AF4-1F3536357C90}"/>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3235" name="Rectangle 3">
            <a:extLst>
              <a:ext uri="{FF2B5EF4-FFF2-40B4-BE49-F238E27FC236}">
                <a16:creationId xmlns:a16="http://schemas.microsoft.com/office/drawing/2014/main" id="{12C37901-D127-FB49-8F21-9DFA15ED427C}"/>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4106123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F90003D-2B31-FB41-8BFB-AD7E7BC3B74F}"/>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F683DD56-BA75-984C-AE1A-9F0742DED381}" type="slidenum">
              <a:rPr lang="en-GB" altLang="it-IT" sz="1300" b="0"/>
              <a:pPr eaLnBrk="1" hangingPunct="1"/>
              <a:t>20</a:t>
            </a:fld>
            <a:endParaRPr lang="en-GB" altLang="it-IT" sz="1300" b="0"/>
          </a:p>
        </p:txBody>
      </p:sp>
      <p:sp>
        <p:nvSpPr>
          <p:cNvPr id="250882" name="Rectangle 2">
            <a:extLst>
              <a:ext uri="{FF2B5EF4-FFF2-40B4-BE49-F238E27FC236}">
                <a16:creationId xmlns:a16="http://schemas.microsoft.com/office/drawing/2014/main" id="{7A1DE595-F23C-A344-9708-A475E2C29415}"/>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0883" name="Rectangle 3">
            <a:extLst>
              <a:ext uri="{FF2B5EF4-FFF2-40B4-BE49-F238E27FC236}">
                <a16:creationId xmlns:a16="http://schemas.microsoft.com/office/drawing/2014/main" id="{78FD4E01-395C-794D-AA62-B93180A16ECF}"/>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484707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7A1F04B-1F21-FC4C-803B-87F2D01206A4}"/>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517C3FB3-E7C8-A842-94ED-0251AB16E073}" type="slidenum">
              <a:rPr lang="en-GB" altLang="it-IT" sz="1300" b="0"/>
              <a:pPr eaLnBrk="1" hangingPunct="1"/>
              <a:t>21</a:t>
            </a:fld>
            <a:endParaRPr lang="en-GB" altLang="it-IT" sz="1300" b="0"/>
          </a:p>
        </p:txBody>
      </p:sp>
      <p:sp>
        <p:nvSpPr>
          <p:cNvPr id="224258" name="Rectangle 2">
            <a:extLst>
              <a:ext uri="{FF2B5EF4-FFF2-40B4-BE49-F238E27FC236}">
                <a16:creationId xmlns:a16="http://schemas.microsoft.com/office/drawing/2014/main" id="{10D3F6C2-E277-E743-832C-3365D92110D6}"/>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4259" name="Rectangle 3">
            <a:extLst>
              <a:ext uri="{FF2B5EF4-FFF2-40B4-BE49-F238E27FC236}">
                <a16:creationId xmlns:a16="http://schemas.microsoft.com/office/drawing/2014/main" id="{85AEF1A2-3EE9-A942-9BE2-E071510A8D93}"/>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112640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955310F-2C16-1642-9874-ECD643D5CE97}"/>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EA99AEFD-4A6E-044A-819B-120803A0D619}" type="slidenum">
              <a:rPr lang="en-GB" altLang="it-IT" sz="1300" b="0"/>
              <a:pPr eaLnBrk="1" hangingPunct="1"/>
              <a:t>22</a:t>
            </a:fld>
            <a:endParaRPr lang="en-GB" altLang="it-IT" sz="1300" b="0"/>
          </a:p>
        </p:txBody>
      </p:sp>
      <p:sp>
        <p:nvSpPr>
          <p:cNvPr id="225282" name="Rectangle 2">
            <a:extLst>
              <a:ext uri="{FF2B5EF4-FFF2-40B4-BE49-F238E27FC236}">
                <a16:creationId xmlns:a16="http://schemas.microsoft.com/office/drawing/2014/main" id="{60F235AE-A436-9046-A43D-A1F5E0A65CCB}"/>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5283" name="Rectangle 3">
            <a:extLst>
              <a:ext uri="{FF2B5EF4-FFF2-40B4-BE49-F238E27FC236}">
                <a16:creationId xmlns:a16="http://schemas.microsoft.com/office/drawing/2014/main" id="{206EEA36-D805-A945-856B-3B3191A66C0B}"/>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5018741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F67551F-B1F9-F945-90B3-8DC7932D68D9}"/>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26DDE6C7-0D09-2F47-AFBF-6E413154CB57}" type="slidenum">
              <a:rPr lang="en-GB" altLang="it-IT" sz="1300" b="0"/>
              <a:pPr eaLnBrk="1" hangingPunct="1"/>
              <a:t>24</a:t>
            </a:fld>
            <a:endParaRPr lang="en-GB" altLang="it-IT" sz="1300" b="0"/>
          </a:p>
        </p:txBody>
      </p:sp>
      <p:sp>
        <p:nvSpPr>
          <p:cNvPr id="231426" name="Rectangle 2">
            <a:extLst>
              <a:ext uri="{FF2B5EF4-FFF2-40B4-BE49-F238E27FC236}">
                <a16:creationId xmlns:a16="http://schemas.microsoft.com/office/drawing/2014/main" id="{9ED76D68-2144-2E45-82D2-2E4A44C9DC0D}"/>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1427" name="Rectangle 3">
            <a:extLst>
              <a:ext uri="{FF2B5EF4-FFF2-40B4-BE49-F238E27FC236}">
                <a16:creationId xmlns:a16="http://schemas.microsoft.com/office/drawing/2014/main" id="{4BA36205-0ED3-224C-B527-4CABA1A2E3BC}"/>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626481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585965B-3C17-9845-AF6B-599D868B532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699BF467-B973-674B-801E-E74B673D4F85}" type="slidenum">
              <a:rPr lang="en-GB" altLang="it-IT" sz="1300" b="0"/>
              <a:pPr eaLnBrk="1" hangingPunct="1"/>
              <a:t>25</a:t>
            </a:fld>
            <a:endParaRPr lang="en-GB" altLang="it-IT" sz="1300" b="0"/>
          </a:p>
        </p:txBody>
      </p:sp>
      <p:sp>
        <p:nvSpPr>
          <p:cNvPr id="232450" name="Rectangle 2">
            <a:extLst>
              <a:ext uri="{FF2B5EF4-FFF2-40B4-BE49-F238E27FC236}">
                <a16:creationId xmlns:a16="http://schemas.microsoft.com/office/drawing/2014/main" id="{E10B90BA-B530-5E45-88CD-4C4A1B4C21A8}"/>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2451" name="Rectangle 3">
            <a:extLst>
              <a:ext uri="{FF2B5EF4-FFF2-40B4-BE49-F238E27FC236}">
                <a16:creationId xmlns:a16="http://schemas.microsoft.com/office/drawing/2014/main" id="{065DBF4A-111A-7545-B3C9-EE82BD90E26B}"/>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986997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14B4C3A-452F-D148-8C29-F8E56680584B}"/>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D508947D-A177-3748-9D22-E993EE0B7251}" type="slidenum">
              <a:rPr lang="en-GB" altLang="it-IT" sz="1300" b="0"/>
              <a:pPr eaLnBrk="1" hangingPunct="1"/>
              <a:t>26</a:t>
            </a:fld>
            <a:endParaRPr lang="en-GB" altLang="it-IT" sz="1300" b="0"/>
          </a:p>
        </p:txBody>
      </p:sp>
      <p:sp>
        <p:nvSpPr>
          <p:cNvPr id="214018" name="Rectangle 2">
            <a:extLst>
              <a:ext uri="{FF2B5EF4-FFF2-40B4-BE49-F238E27FC236}">
                <a16:creationId xmlns:a16="http://schemas.microsoft.com/office/drawing/2014/main" id="{DFBC5A7E-CAF0-5D4D-B7F1-862E1086B4A1}"/>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4019" name="Rectangle 3">
            <a:extLst>
              <a:ext uri="{FF2B5EF4-FFF2-40B4-BE49-F238E27FC236}">
                <a16:creationId xmlns:a16="http://schemas.microsoft.com/office/drawing/2014/main" id="{2C5E1E1D-0DB5-6641-A492-A3BA99C8C493}"/>
              </a:ext>
            </a:extLst>
          </p:cNvPr>
          <p:cNvSpPr>
            <a:spLocks noGrp="1" noChangeArrowheads="1"/>
          </p:cNvSpPr>
          <p:nvPr>
            <p:ph type="body" idx="1"/>
          </p:nvPr>
        </p:nvSpPr>
        <p:spPr/>
        <p:txBody>
          <a:bodyPr/>
          <a:lstStyle/>
          <a:p>
            <a:pPr eaLnBrk="1" hangingPunct="1"/>
            <a:r>
              <a:rPr lang="en-US" altLang="it-IT">
                <a:latin typeface="Times New Roman" panose="02020603050405020304" pitchFamily="18" charset="0"/>
                <a:ea typeface="ＭＳ Ｐゴシック" panose="020B0600070205080204" pitchFamily="34" charset="-128"/>
              </a:rPr>
              <a:t>"Cirillo è un gatto"</a:t>
            </a:r>
            <a:endParaRPr lang="it-IT" altLang="it-IT">
              <a:latin typeface="Times New Roman" panose="02020603050405020304" pitchFamily="18" charset="0"/>
              <a:ea typeface="ＭＳ Ｐゴシック" panose="020B0600070205080204" pitchFamily="34" charset="-128"/>
            </a:endParaRPr>
          </a:p>
          <a:p>
            <a:pPr eaLnBrk="1" hangingPunct="1"/>
            <a:r>
              <a:rPr lang="en-US" altLang="it-IT">
                <a:latin typeface="Times New Roman" panose="02020603050405020304" pitchFamily="18" charset="0"/>
                <a:ea typeface="ＭＳ Ｐゴシック" panose="020B0600070205080204" pitchFamily="34" charset="-128"/>
              </a:rPr>
              <a:t>"Cirillo è un gatto" come "Un gatto è un mammifero"</a:t>
            </a:r>
          </a:p>
          <a:p>
            <a:pPr eaLnBrk="1" hangingPunct="1"/>
            <a:r>
              <a:rPr lang="en-US" altLang="it-IT">
                <a:latin typeface="Times New Roman" panose="02020603050405020304" pitchFamily="18" charset="0"/>
                <a:ea typeface="ＭＳ Ｐゴシック" panose="020B0600070205080204" pitchFamily="34" charset="-128"/>
              </a:rPr>
              <a:t>Gli italiani hanno nazionalità italiana vs Gli italiani hanno come numero 70 milioni.</a:t>
            </a:r>
          </a:p>
          <a:p>
            <a:pPr eaLnBrk="1" hangingPunct="1"/>
            <a:r>
              <a:rPr lang="en-US" altLang="it-IT">
                <a:latin typeface="Times New Roman" panose="02020603050405020304" pitchFamily="18" charset="0"/>
                <a:ea typeface="ＭＳ Ｐゴシック" panose="020B0600070205080204" pitchFamily="34" charset="-128"/>
              </a:rPr>
              <a:t>"Mary è sorella di John" (tra due individui); Una persona ha per madre una femmina (tra classi); le persone hanno 2 gambe.</a:t>
            </a:r>
            <a:endParaRPr lang="it-IT" altLang="it-IT">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91441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7365004-D6CC-C643-95C7-50666697BD5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4E7EB263-51CD-1847-8243-42B624525E91}" type="slidenum">
              <a:rPr lang="en-GB" altLang="it-IT" sz="1300" b="0"/>
              <a:pPr eaLnBrk="1" hangingPunct="1"/>
              <a:t>27</a:t>
            </a:fld>
            <a:endParaRPr lang="en-GB" altLang="it-IT" sz="1300" b="0"/>
          </a:p>
        </p:txBody>
      </p:sp>
      <p:sp>
        <p:nvSpPr>
          <p:cNvPr id="227330" name="Rectangle 2">
            <a:extLst>
              <a:ext uri="{FF2B5EF4-FFF2-40B4-BE49-F238E27FC236}">
                <a16:creationId xmlns:a16="http://schemas.microsoft.com/office/drawing/2014/main" id="{E39C3087-C68D-2943-AB89-5175FFA3E94D}"/>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7331" name="Rectangle 3">
            <a:extLst>
              <a:ext uri="{FF2B5EF4-FFF2-40B4-BE49-F238E27FC236}">
                <a16:creationId xmlns:a16="http://schemas.microsoft.com/office/drawing/2014/main" id="{67286E53-616F-7840-A7E0-5308F845C8EE}"/>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417120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1C466A0-8A1A-874B-8393-115B63E1DF4B}"/>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6767BF49-2E5B-D147-896F-4F4480678040}" type="slidenum">
              <a:rPr lang="en-GB" altLang="it-IT" sz="1300" b="0"/>
              <a:pPr eaLnBrk="1" hangingPunct="1"/>
              <a:t>28</a:t>
            </a:fld>
            <a:endParaRPr lang="en-GB" altLang="it-IT" sz="1300" b="0"/>
          </a:p>
        </p:txBody>
      </p:sp>
      <p:sp>
        <p:nvSpPr>
          <p:cNvPr id="228354" name="Rectangle 2">
            <a:extLst>
              <a:ext uri="{FF2B5EF4-FFF2-40B4-BE49-F238E27FC236}">
                <a16:creationId xmlns:a16="http://schemas.microsoft.com/office/drawing/2014/main" id="{0CCD43DE-0A91-D043-B1B8-23B506732F27}"/>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8355" name="Rectangle 3">
            <a:extLst>
              <a:ext uri="{FF2B5EF4-FFF2-40B4-BE49-F238E27FC236}">
                <a16:creationId xmlns:a16="http://schemas.microsoft.com/office/drawing/2014/main" id="{4A0838C3-522A-0E4C-9821-82238719C8AC}"/>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252380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B0B43F0-0A8A-FD42-9B13-6FC05F3BFE29}"/>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578E3402-52CE-2A4E-8F91-CC883011BAA1}" type="slidenum">
              <a:rPr lang="en-GB" altLang="it-IT" sz="1300" b="0"/>
              <a:pPr eaLnBrk="1" hangingPunct="1"/>
              <a:t>29</a:t>
            </a:fld>
            <a:endParaRPr lang="en-GB" altLang="it-IT" sz="1300" b="0"/>
          </a:p>
        </p:txBody>
      </p:sp>
      <p:sp>
        <p:nvSpPr>
          <p:cNvPr id="229378" name="Rectangle 2">
            <a:extLst>
              <a:ext uri="{FF2B5EF4-FFF2-40B4-BE49-F238E27FC236}">
                <a16:creationId xmlns:a16="http://schemas.microsoft.com/office/drawing/2014/main" id="{67C1B051-F81F-FC42-B7A9-12883CD89AC1}"/>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9379" name="Rectangle 3">
            <a:extLst>
              <a:ext uri="{FF2B5EF4-FFF2-40B4-BE49-F238E27FC236}">
                <a16:creationId xmlns:a16="http://schemas.microsoft.com/office/drawing/2014/main" id="{CC26DEA8-33DF-F146-BA13-DB74D0AAD0AC}"/>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94212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B04FE53-8AC7-AB4A-BF71-9AEAFCAC1A9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664AAAE7-26F6-C943-BD96-19E2B982538A}" type="slidenum">
              <a:rPr lang="en-GB" altLang="it-IT" sz="1300" b="0"/>
              <a:pPr eaLnBrk="1" hangingPunct="1"/>
              <a:t>30</a:t>
            </a:fld>
            <a:endParaRPr lang="en-GB" altLang="it-IT" sz="1300" b="0"/>
          </a:p>
        </p:txBody>
      </p:sp>
      <p:sp>
        <p:nvSpPr>
          <p:cNvPr id="230402" name="Rectangle 2">
            <a:extLst>
              <a:ext uri="{FF2B5EF4-FFF2-40B4-BE49-F238E27FC236}">
                <a16:creationId xmlns:a16="http://schemas.microsoft.com/office/drawing/2014/main" id="{640B24D9-852A-354E-8630-8C53BE68D135}"/>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0403" name="Rectangle 3">
            <a:extLst>
              <a:ext uri="{FF2B5EF4-FFF2-40B4-BE49-F238E27FC236}">
                <a16:creationId xmlns:a16="http://schemas.microsoft.com/office/drawing/2014/main" id="{E132C0E5-B112-6043-A5E4-EE927465740E}"/>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757681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1B4F0D0-4347-B24F-8F19-AEEADD0BAD6E}"/>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FE1B5E71-BC1A-094C-BD3E-7B5A58B7B044}" type="slidenum">
              <a:rPr lang="en-GB" altLang="it-IT" sz="1300" b="0"/>
              <a:pPr eaLnBrk="1" hangingPunct="1"/>
              <a:t>31</a:t>
            </a:fld>
            <a:endParaRPr lang="en-GB" altLang="it-IT" sz="1300" b="0"/>
          </a:p>
        </p:txBody>
      </p:sp>
      <p:sp>
        <p:nvSpPr>
          <p:cNvPr id="233474" name="Rectangle 2">
            <a:extLst>
              <a:ext uri="{FF2B5EF4-FFF2-40B4-BE49-F238E27FC236}">
                <a16:creationId xmlns:a16="http://schemas.microsoft.com/office/drawing/2014/main" id="{E23EA3A4-9C23-FA43-9168-C4EBA64D29CB}"/>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3475" name="Rectangle 3">
            <a:extLst>
              <a:ext uri="{FF2B5EF4-FFF2-40B4-BE49-F238E27FC236}">
                <a16:creationId xmlns:a16="http://schemas.microsoft.com/office/drawing/2014/main" id="{A9D272DB-6A5A-7048-875E-2CB43ECE326B}"/>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945534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ACC8B9A-DBF3-2F4A-84C3-6CEB76D1E1C4}"/>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66457148-A5E6-3F4F-9A70-AD3AF3D955DE}" type="slidenum">
              <a:rPr lang="en-GB" altLang="it-IT" sz="1300" b="0"/>
              <a:pPr eaLnBrk="1" hangingPunct="1"/>
              <a:t>32</a:t>
            </a:fld>
            <a:endParaRPr lang="en-GB" altLang="it-IT" sz="1300" b="0"/>
          </a:p>
        </p:txBody>
      </p:sp>
      <p:sp>
        <p:nvSpPr>
          <p:cNvPr id="235522" name="Rectangle 2">
            <a:extLst>
              <a:ext uri="{FF2B5EF4-FFF2-40B4-BE49-F238E27FC236}">
                <a16:creationId xmlns:a16="http://schemas.microsoft.com/office/drawing/2014/main" id="{EA8C97DF-D7A4-FF48-8980-15DC5DA23D8F}"/>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5523" name="Rectangle 3">
            <a:extLst>
              <a:ext uri="{FF2B5EF4-FFF2-40B4-BE49-F238E27FC236}">
                <a16:creationId xmlns:a16="http://schemas.microsoft.com/office/drawing/2014/main" id="{B4885AA7-A0E5-A446-8A72-819153CA7E3F}"/>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7533743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1323F4F-2C3A-DD43-97D6-215DCB1B1EBB}"/>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1741CCBB-4EF3-DB48-9BF6-6ABF7C079220}" type="slidenum">
              <a:rPr lang="en-GB" altLang="it-IT" sz="1300" b="0"/>
              <a:pPr eaLnBrk="1" hangingPunct="1"/>
              <a:t>33</a:t>
            </a:fld>
            <a:endParaRPr lang="en-GB" altLang="it-IT" sz="1300" b="0"/>
          </a:p>
        </p:txBody>
      </p:sp>
      <p:sp>
        <p:nvSpPr>
          <p:cNvPr id="236546" name="Rectangle 2">
            <a:extLst>
              <a:ext uri="{FF2B5EF4-FFF2-40B4-BE49-F238E27FC236}">
                <a16:creationId xmlns:a16="http://schemas.microsoft.com/office/drawing/2014/main" id="{95DBF50F-1F5F-1F4B-9ED2-D79D1C95252A}"/>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6547" name="Rectangle 3">
            <a:extLst>
              <a:ext uri="{FF2B5EF4-FFF2-40B4-BE49-F238E27FC236}">
                <a16:creationId xmlns:a16="http://schemas.microsoft.com/office/drawing/2014/main" id="{BBEC4C17-6E74-0C4E-A609-5923E58D8288}"/>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9455123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66EC7D6-9520-FD4C-85E7-1671A3F8864A}"/>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AFB695D7-D223-BC4F-BFBF-870EC9BBDFF1}" type="slidenum">
              <a:rPr lang="en-GB" altLang="it-IT" sz="1300" b="0"/>
              <a:pPr eaLnBrk="1" hangingPunct="1"/>
              <a:t>34</a:t>
            </a:fld>
            <a:endParaRPr lang="en-GB" altLang="it-IT" sz="1300" b="0"/>
          </a:p>
        </p:txBody>
      </p:sp>
      <p:sp>
        <p:nvSpPr>
          <p:cNvPr id="237570" name="Rectangle 2">
            <a:extLst>
              <a:ext uri="{FF2B5EF4-FFF2-40B4-BE49-F238E27FC236}">
                <a16:creationId xmlns:a16="http://schemas.microsoft.com/office/drawing/2014/main" id="{7B889F97-E6FD-2548-B2D3-90157BD8638A}"/>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7571" name="Rectangle 3">
            <a:extLst>
              <a:ext uri="{FF2B5EF4-FFF2-40B4-BE49-F238E27FC236}">
                <a16:creationId xmlns:a16="http://schemas.microsoft.com/office/drawing/2014/main" id="{256327A2-7DF8-1741-B72A-51FC1E206230}"/>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2229994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9947210-D98C-5C42-A1A8-17E59DAC465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7A5B6BB5-0875-4541-A13E-A4D29A4BDC09}" type="slidenum">
              <a:rPr lang="en-GB" altLang="it-IT" sz="1300" b="0"/>
              <a:pPr eaLnBrk="1" hangingPunct="1"/>
              <a:t>35</a:t>
            </a:fld>
            <a:endParaRPr lang="en-GB" altLang="it-IT" sz="1300" b="0"/>
          </a:p>
        </p:txBody>
      </p:sp>
      <p:sp>
        <p:nvSpPr>
          <p:cNvPr id="238594" name="Rectangle 2">
            <a:extLst>
              <a:ext uri="{FF2B5EF4-FFF2-40B4-BE49-F238E27FC236}">
                <a16:creationId xmlns:a16="http://schemas.microsoft.com/office/drawing/2014/main" id="{1292BB42-714F-254A-8600-982D7F668C23}"/>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8595" name="Rectangle 3">
            <a:extLst>
              <a:ext uri="{FF2B5EF4-FFF2-40B4-BE49-F238E27FC236}">
                <a16:creationId xmlns:a16="http://schemas.microsoft.com/office/drawing/2014/main" id="{4F14DF43-C436-D84D-BF7F-4DC20FE0095E}"/>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7211697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6EA23A8-0F45-3242-955D-233629CD7BBA}"/>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2CAD4BC3-4492-2540-AA56-E5F9B5DF1037}" type="slidenum">
              <a:rPr lang="en-GB" altLang="it-IT" sz="1300" b="0"/>
              <a:pPr eaLnBrk="1" hangingPunct="1"/>
              <a:t>36</a:t>
            </a:fld>
            <a:endParaRPr lang="en-GB" altLang="it-IT" sz="1300" b="0"/>
          </a:p>
        </p:txBody>
      </p:sp>
      <p:sp>
        <p:nvSpPr>
          <p:cNvPr id="239618" name="Rectangle 2">
            <a:extLst>
              <a:ext uri="{FF2B5EF4-FFF2-40B4-BE49-F238E27FC236}">
                <a16:creationId xmlns:a16="http://schemas.microsoft.com/office/drawing/2014/main" id="{DE63E385-0584-C24F-B43F-4917B40DA7EC}"/>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9619" name="Rectangle 3">
            <a:extLst>
              <a:ext uri="{FF2B5EF4-FFF2-40B4-BE49-F238E27FC236}">
                <a16:creationId xmlns:a16="http://schemas.microsoft.com/office/drawing/2014/main" id="{71C3A592-C22F-3141-8DD7-DAF18D713590}"/>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884683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CAE439-3AF2-5144-99C6-AC5E1D8094CE}"/>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E52EFBE9-0D2D-9D44-A468-CECB727D0279}" type="slidenum">
              <a:rPr lang="en-GB" altLang="it-IT" sz="1300" b="0"/>
              <a:pPr eaLnBrk="1" hangingPunct="1"/>
              <a:t>37</a:t>
            </a:fld>
            <a:endParaRPr lang="en-GB" altLang="it-IT" sz="1300" b="0"/>
          </a:p>
        </p:txBody>
      </p:sp>
      <p:sp>
        <p:nvSpPr>
          <p:cNvPr id="240642" name="Rectangle 2">
            <a:extLst>
              <a:ext uri="{FF2B5EF4-FFF2-40B4-BE49-F238E27FC236}">
                <a16:creationId xmlns:a16="http://schemas.microsoft.com/office/drawing/2014/main" id="{7771E4EC-BF87-8142-A52F-DD628FA09B8C}"/>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0643" name="Rectangle 3">
            <a:extLst>
              <a:ext uri="{FF2B5EF4-FFF2-40B4-BE49-F238E27FC236}">
                <a16:creationId xmlns:a16="http://schemas.microsoft.com/office/drawing/2014/main" id="{04104ED0-977E-4148-86EB-D0147BBCB742}"/>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4866035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C63F77-734F-0B40-B052-2269EB6C8ADC}"/>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6788"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defTabSz="966788"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defTabSz="966788"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fld id="{0AC6A801-9C1B-9146-9242-A2B04C0C8379}" type="slidenum">
              <a:rPr lang="en-GB" altLang="it-IT" sz="1300" b="0"/>
              <a:pPr eaLnBrk="1" hangingPunct="1"/>
              <a:t>38</a:t>
            </a:fld>
            <a:endParaRPr lang="en-GB" altLang="it-IT" sz="1300" b="0"/>
          </a:p>
        </p:txBody>
      </p:sp>
      <p:sp>
        <p:nvSpPr>
          <p:cNvPr id="241666" name="Rectangle 2">
            <a:extLst>
              <a:ext uri="{FF2B5EF4-FFF2-40B4-BE49-F238E27FC236}">
                <a16:creationId xmlns:a16="http://schemas.microsoft.com/office/drawing/2014/main" id="{C56F7EF8-9654-404F-A29E-948644042273}"/>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1667" name="Rectangle 3">
            <a:extLst>
              <a:ext uri="{FF2B5EF4-FFF2-40B4-BE49-F238E27FC236}">
                <a16:creationId xmlns:a16="http://schemas.microsoft.com/office/drawing/2014/main" id="{D2E30CE1-8AC7-2C4E-A121-EED0ECBF0D26}"/>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81740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9D8D5428-3282-7D48-9FC8-D7FACBAD277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6A7DBC92-1878-9546-8BFB-02A2762CB007}" type="slidenum">
              <a:rPr lang="en-US" altLang="it-IT" sz="1300"/>
              <a:pPr/>
              <a:t>43</a:t>
            </a:fld>
            <a:endParaRPr lang="en-US" altLang="it-IT" sz="1300"/>
          </a:p>
        </p:txBody>
      </p:sp>
      <p:sp>
        <p:nvSpPr>
          <p:cNvPr id="12290" name="Rectangle 2">
            <a:extLst>
              <a:ext uri="{FF2B5EF4-FFF2-40B4-BE49-F238E27FC236}">
                <a16:creationId xmlns:a16="http://schemas.microsoft.com/office/drawing/2014/main" id="{D3DCF5D5-9C51-F542-B6D6-17FD22C0CAB7}"/>
              </a:ext>
            </a:extLst>
          </p:cNvPr>
          <p:cNvSpPr>
            <a:spLocks noGrp="1" noRot="1" noChangeAspect="1" noChangeArrowheads="1" noTextEdit="1"/>
          </p:cNvSpPr>
          <p:nvPr>
            <p:ph type="sldImg"/>
          </p:nvPr>
        </p:nvSpPr>
        <p:spPr>
          <a:xfrm>
            <a:off x="457200" y="722313"/>
            <a:ext cx="6400800" cy="3600450"/>
          </a:xfrm>
          <a:solidFill>
            <a:srgbClr val="FFFFFF"/>
          </a:solidFill>
          <a:ln/>
          <a:extLst>
            <a:ext uri="{FAA26D3D-D897-4be2-8F04-BA451C77F1D7}">
              <ma14:placeholderFlag xmlns="" xmlns:ma14="http://schemas.microsoft.com/office/mac/drawingml/2011/main" val="1"/>
            </a:ext>
          </a:extLst>
        </p:spPr>
      </p:sp>
      <p:sp>
        <p:nvSpPr>
          <p:cNvPr id="18435" name="Rectangle 3">
            <a:extLst>
              <a:ext uri="{FF2B5EF4-FFF2-40B4-BE49-F238E27FC236}">
                <a16:creationId xmlns:a16="http://schemas.microsoft.com/office/drawing/2014/main" id="{E4B53DE9-2319-C942-A008-06325B467DCC}"/>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it-IT" altLang="it-I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1248777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131B5F21-528F-3B48-939B-A991F8B86A7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AA02C3B-A927-D449-9E8B-6D7E71976F5E}" type="slidenum">
              <a:rPr lang="en-US" altLang="it-IT" sz="1300"/>
              <a:pPr/>
              <a:t>44</a:t>
            </a:fld>
            <a:endParaRPr lang="en-US" altLang="it-IT" sz="1300"/>
          </a:p>
        </p:txBody>
      </p:sp>
      <p:sp>
        <p:nvSpPr>
          <p:cNvPr id="14338" name="Rectangle 2">
            <a:extLst>
              <a:ext uri="{FF2B5EF4-FFF2-40B4-BE49-F238E27FC236}">
                <a16:creationId xmlns:a16="http://schemas.microsoft.com/office/drawing/2014/main" id="{D3015E2B-9A79-664F-A474-5212EDE84509}"/>
              </a:ext>
            </a:extLst>
          </p:cNvPr>
          <p:cNvSpPr>
            <a:spLocks noGrp="1" noRot="1" noChangeAspect="1" noChangeArrowheads="1" noTextEdit="1"/>
          </p:cNvSpPr>
          <p:nvPr>
            <p:ph type="sldImg"/>
          </p:nvPr>
        </p:nvSpPr>
        <p:spPr>
          <a:xfrm>
            <a:off x="457200" y="722313"/>
            <a:ext cx="6400800" cy="3600450"/>
          </a:xfrm>
          <a:solidFill>
            <a:srgbClr val="FFFFFF"/>
          </a:solidFill>
          <a:ln/>
          <a:extLst>
            <a:ext uri="{FAA26D3D-D897-4be2-8F04-BA451C77F1D7}">
              <ma14:placeholderFlag xmlns="" xmlns:ma14="http://schemas.microsoft.com/office/mac/drawingml/2011/main" val="1"/>
            </a:ext>
          </a:extLst>
        </p:spPr>
      </p:sp>
      <p:sp>
        <p:nvSpPr>
          <p:cNvPr id="20483" name="Rectangle 3">
            <a:extLst>
              <a:ext uri="{FF2B5EF4-FFF2-40B4-BE49-F238E27FC236}">
                <a16:creationId xmlns:a16="http://schemas.microsoft.com/office/drawing/2014/main" id="{BD47DACB-554B-C34C-83BB-63CEBE8F8A29}"/>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it-IT" sz="1100">
                <a:latin typeface="Arial" panose="020B0604020202020204" pitchFamily="34" charset="0"/>
                <a:ea typeface="ＭＳ Ｐゴシック" panose="020B0600070205080204" pitchFamily="34" charset="-128"/>
              </a:rPr>
              <a:t>Nel Semantic Web si ipotizza di costruire basi di conoscenze in cui gli oggetti di interesse per il Web sono descritti in un linguaggio di rappresentazione ricco e condiviso. </a:t>
            </a:r>
          </a:p>
          <a:p>
            <a:pPr eaLnBrk="1" hangingPunct="1"/>
            <a:r>
              <a:rPr lang="en-US" altLang="it-IT" sz="1100">
                <a:latin typeface="Arial" panose="020B0604020202020204" pitchFamily="34" charset="0"/>
                <a:ea typeface="ＭＳ Ｐゴシック" panose="020B0600070205080204" pitchFamily="34" charset="-128"/>
              </a:rPr>
              <a:t>Per lo scambio di oggetti strutturati si prevede l'uso di XML, un meta-linguaggio per costruire linguaggi di annotazione standard</a:t>
            </a:r>
            <a:r>
              <a:rPr lang="en-US" altLang="it-IT">
                <a:latin typeface="Arial" panose="020B0604020202020204" pitchFamily="34" charset="0"/>
                <a:ea typeface="ＭＳ Ｐゴシック" panose="020B0600070205080204" pitchFamily="34" charset="-128"/>
              </a:rPr>
              <a:t>. </a:t>
            </a:r>
            <a:endParaRPr lang="it-IT" altLang="it-I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926927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BD4229F7-9B74-BF41-B9C5-DC06B9181E5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BE483E9-E4BB-2F41-9089-C85A58D7087B}" type="slidenum">
              <a:rPr lang="en-US" altLang="it-IT" sz="1300"/>
              <a:pPr/>
              <a:t>45</a:t>
            </a:fld>
            <a:endParaRPr lang="en-US" altLang="it-IT" sz="1300"/>
          </a:p>
        </p:txBody>
      </p:sp>
      <p:sp>
        <p:nvSpPr>
          <p:cNvPr id="16386" name="Rectangle 2">
            <a:extLst>
              <a:ext uri="{FF2B5EF4-FFF2-40B4-BE49-F238E27FC236}">
                <a16:creationId xmlns:a16="http://schemas.microsoft.com/office/drawing/2014/main" id="{3E5D82FC-5FF2-9448-9A20-1A0D3B401A68}"/>
              </a:ext>
            </a:extLst>
          </p:cNvPr>
          <p:cNvSpPr>
            <a:spLocks noGrp="1" noRot="1" noChangeAspect="1" noChangeArrowheads="1" noTextEdit="1"/>
          </p:cNvSpPr>
          <p:nvPr>
            <p:ph type="sldImg"/>
          </p:nvPr>
        </p:nvSpPr>
        <p:spPr>
          <a:xfrm>
            <a:off x="457200" y="722313"/>
            <a:ext cx="6400800" cy="3600450"/>
          </a:xfrm>
          <a:solidFill>
            <a:srgbClr val="FFFFFF"/>
          </a:solidFill>
          <a:ln/>
          <a:extLst>
            <a:ext uri="{FAA26D3D-D897-4be2-8F04-BA451C77F1D7}">
              <ma14:placeholderFlag xmlns="" xmlns:ma14="http://schemas.microsoft.com/office/mac/drawingml/2011/main" val="1"/>
            </a:ext>
          </a:extLst>
        </p:spPr>
      </p:sp>
      <p:sp>
        <p:nvSpPr>
          <p:cNvPr id="22531" name="Rectangle 3">
            <a:extLst>
              <a:ext uri="{FF2B5EF4-FFF2-40B4-BE49-F238E27FC236}">
                <a16:creationId xmlns:a16="http://schemas.microsoft.com/office/drawing/2014/main" id="{1E2A22C1-DE3B-E44A-989F-FA39520A87D3}"/>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it-IT">
                <a:latin typeface="Arial" panose="020B0604020202020204" pitchFamily="34" charset="0"/>
                <a:ea typeface="ＭＳ Ｐゴシック" panose="020B0600070205080204" pitchFamily="34" charset="-128"/>
              </a:rPr>
              <a:t>Semantic Web al W3C (</a:t>
            </a:r>
            <a:r>
              <a:rPr lang="it-IT" altLang="it-IT">
                <a:latin typeface="Arial" panose="020B0604020202020204" pitchFamily="34" charset="0"/>
                <a:ea typeface="ＭＳ Ｐゴシック" panose="020B0600070205080204" pitchFamily="34" charset="-128"/>
              </a:rPr>
              <a:t>http://www.w3.org/2001/sw/)</a:t>
            </a:r>
          </a:p>
          <a:p>
            <a:pPr eaLnBrk="1" hangingPunct="1"/>
            <a:r>
              <a:rPr lang="it-IT" altLang="it-IT">
                <a:latin typeface="Arial" panose="020B0604020202020204" pitchFamily="34" charset="0"/>
                <a:ea typeface="ＭＳ Ｐゴシック" panose="020B0600070205080204" pitchFamily="34" charset="-128"/>
              </a:rPr>
              <a:t>Semantic Web Road map (http://www.w3.org/DesignIssues/Semantic)</a:t>
            </a:r>
          </a:p>
          <a:p>
            <a:pPr eaLnBrk="1" hangingPunct="1"/>
            <a:r>
              <a:rPr lang="en-US" altLang="it-IT">
                <a:latin typeface="Arial" panose="020B0604020202020204" pitchFamily="34" charset="0"/>
                <a:ea typeface="ＭＳ Ｐゴシック" panose="020B0600070205080204" pitchFamily="34" charset="-128"/>
              </a:rPr>
              <a:t>XML: machine readable</a:t>
            </a:r>
          </a:p>
          <a:p>
            <a:pPr eaLnBrk="1" hangingPunct="1"/>
            <a:r>
              <a:rPr lang="en-US" altLang="it-IT">
                <a:latin typeface="Arial" panose="020B0604020202020204" pitchFamily="34" charset="0"/>
                <a:ea typeface="ＭＳ Ｐゴシック" panose="020B0600070205080204" pitchFamily="34" charset="-128"/>
              </a:rPr>
              <a:t>RDF: machine understandable</a:t>
            </a:r>
            <a:endParaRPr lang="it-IT" altLang="it-IT">
              <a:latin typeface="Arial" panose="020B0604020202020204" pitchFamily="34" charset="0"/>
              <a:ea typeface="ＭＳ Ｐゴシック" panose="020B0600070205080204" pitchFamily="34" charset="-128"/>
            </a:endParaRPr>
          </a:p>
          <a:p>
            <a:pPr eaLnBrk="1" hangingPunct="1"/>
            <a:endParaRPr lang="it-IT" altLang="it-I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041489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C3D9BB67-0C0B-AD4A-B2CC-1D8C5606417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E6A455A-CD02-F44E-B3CF-439095A0CC4E}" type="slidenum">
              <a:rPr lang="en-US" altLang="it-IT" sz="1300"/>
              <a:pPr/>
              <a:t>46</a:t>
            </a:fld>
            <a:endParaRPr lang="en-US" altLang="it-IT" sz="1300"/>
          </a:p>
        </p:txBody>
      </p:sp>
      <p:sp>
        <p:nvSpPr>
          <p:cNvPr id="117762" name="Rectangle 2">
            <a:extLst>
              <a:ext uri="{FF2B5EF4-FFF2-40B4-BE49-F238E27FC236}">
                <a16:creationId xmlns:a16="http://schemas.microsoft.com/office/drawing/2014/main" id="{38A95F3D-BABC-364C-A12E-71D91D882867}"/>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579" name="Rectangle 3">
            <a:extLst>
              <a:ext uri="{FF2B5EF4-FFF2-40B4-BE49-F238E27FC236}">
                <a16:creationId xmlns:a16="http://schemas.microsoft.com/office/drawing/2014/main" id="{29C09A23-1E99-8247-A10A-B6D081803B9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it-IT" altLang="it-I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57462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1225DA59-CA42-0742-A78B-DEA67937054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CBDC1D24-B41A-AC40-BD22-16F18F8D5C8B}" type="slidenum">
              <a:rPr lang="en-US" altLang="it-IT" sz="1300"/>
              <a:pPr/>
              <a:t>48</a:t>
            </a:fld>
            <a:endParaRPr lang="en-US" altLang="it-IT" sz="1300"/>
          </a:p>
        </p:txBody>
      </p:sp>
      <p:sp>
        <p:nvSpPr>
          <p:cNvPr id="118786" name="Rectangle 2">
            <a:extLst>
              <a:ext uri="{FF2B5EF4-FFF2-40B4-BE49-F238E27FC236}">
                <a16:creationId xmlns:a16="http://schemas.microsoft.com/office/drawing/2014/main" id="{4F8A8D5B-65BD-2D44-A92C-BB49C258E25C}"/>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6627" name="Rectangle 3">
            <a:extLst>
              <a:ext uri="{FF2B5EF4-FFF2-40B4-BE49-F238E27FC236}">
                <a16:creationId xmlns:a16="http://schemas.microsoft.com/office/drawing/2014/main" id="{4234F80D-9385-E846-AC2A-35F1CCE969F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it-IT" altLang="it-I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6688781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35DB0CE6-18F8-7B4B-99D1-C6A139FB0F1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CDF8F7C-816B-0F41-B4CB-23C1D91F0E83}" type="slidenum">
              <a:rPr lang="en-US" altLang="it-IT" sz="1300"/>
              <a:pPr/>
              <a:t>49</a:t>
            </a:fld>
            <a:endParaRPr lang="en-US" altLang="it-IT" sz="1300"/>
          </a:p>
        </p:txBody>
      </p:sp>
      <p:sp>
        <p:nvSpPr>
          <p:cNvPr id="20482" name="Rectangle 2">
            <a:extLst>
              <a:ext uri="{FF2B5EF4-FFF2-40B4-BE49-F238E27FC236}">
                <a16:creationId xmlns:a16="http://schemas.microsoft.com/office/drawing/2014/main" id="{C363F4DD-FAC5-1345-B01C-D8BDE1883963}"/>
              </a:ext>
            </a:extLst>
          </p:cNvPr>
          <p:cNvSpPr>
            <a:spLocks noGrp="1" noRot="1" noChangeAspect="1" noChangeArrowheads="1" noTextEdit="1"/>
          </p:cNvSpPr>
          <p:nvPr>
            <p:ph type="sldImg"/>
          </p:nvPr>
        </p:nvSpPr>
        <p:spPr>
          <a:xfrm>
            <a:off x="457200" y="722313"/>
            <a:ext cx="6400800" cy="3600450"/>
          </a:xfrm>
          <a:solidFill>
            <a:srgbClr val="FFFFFF"/>
          </a:solidFill>
          <a:ln/>
          <a:extLst>
            <a:ext uri="{FAA26D3D-D897-4be2-8F04-BA451C77F1D7}">
              <ma14:placeholderFlag xmlns="" xmlns:ma14="http://schemas.microsoft.com/office/mac/drawingml/2011/main" val="1"/>
            </a:ext>
          </a:extLst>
        </p:spPr>
      </p:sp>
      <p:sp>
        <p:nvSpPr>
          <p:cNvPr id="28675" name="Rectangle 3">
            <a:extLst>
              <a:ext uri="{FF2B5EF4-FFF2-40B4-BE49-F238E27FC236}">
                <a16:creationId xmlns:a16="http://schemas.microsoft.com/office/drawing/2014/main" id="{147D50F0-8D84-DA4A-9A6B-6B9AECDAF584}"/>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it-IT" altLang="it-I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2202162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9680DD39-6B46-F146-9F05-158415DA775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F54E19A-0BFA-704D-8A75-80A48A6EACF3}" type="slidenum">
              <a:rPr lang="en-US" altLang="it-IT" sz="1300"/>
              <a:pPr/>
              <a:t>50</a:t>
            </a:fld>
            <a:endParaRPr lang="en-US" altLang="it-IT" sz="1300"/>
          </a:p>
        </p:txBody>
      </p:sp>
      <p:sp>
        <p:nvSpPr>
          <p:cNvPr id="22530" name="Rectangle 2">
            <a:extLst>
              <a:ext uri="{FF2B5EF4-FFF2-40B4-BE49-F238E27FC236}">
                <a16:creationId xmlns:a16="http://schemas.microsoft.com/office/drawing/2014/main" id="{4546D116-EAD1-CC45-88D4-E0BFD2048DCA}"/>
              </a:ext>
            </a:extLst>
          </p:cNvPr>
          <p:cNvSpPr>
            <a:spLocks noGrp="1" noRot="1" noChangeAspect="1" noChangeArrowheads="1" noTextEdit="1"/>
          </p:cNvSpPr>
          <p:nvPr>
            <p:ph type="sldImg"/>
          </p:nvPr>
        </p:nvSpPr>
        <p:spPr>
          <a:xfrm>
            <a:off x="457200" y="722313"/>
            <a:ext cx="6400800" cy="3600450"/>
          </a:xfrm>
          <a:solidFill>
            <a:srgbClr val="FFFFFF"/>
          </a:solidFill>
          <a:ln/>
          <a:extLst>
            <a:ext uri="{FAA26D3D-D897-4be2-8F04-BA451C77F1D7}">
              <ma14:placeholderFlag xmlns="" xmlns:ma14="http://schemas.microsoft.com/office/mac/drawingml/2011/main" val="1"/>
            </a:ext>
          </a:extLst>
        </p:spPr>
      </p:sp>
      <p:sp>
        <p:nvSpPr>
          <p:cNvPr id="30723" name="Rectangle 3">
            <a:extLst>
              <a:ext uri="{FF2B5EF4-FFF2-40B4-BE49-F238E27FC236}">
                <a16:creationId xmlns:a16="http://schemas.microsoft.com/office/drawing/2014/main" id="{8553E3B6-869C-584F-8C16-816AB2BF714F}"/>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it-IT" altLang="it-I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3974711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4736806-581B-D04F-9035-D1B2D38E2AE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1DD1C53-20FC-8045-9355-4B651F9BDB34}" type="slidenum">
              <a:rPr lang="en-US" altLang="it-IT" sz="1300"/>
              <a:pPr/>
              <a:t>51</a:t>
            </a:fld>
            <a:endParaRPr lang="en-US" altLang="it-IT" sz="1300"/>
          </a:p>
        </p:txBody>
      </p:sp>
      <p:sp>
        <p:nvSpPr>
          <p:cNvPr id="24578" name="Rectangle 2">
            <a:extLst>
              <a:ext uri="{FF2B5EF4-FFF2-40B4-BE49-F238E27FC236}">
                <a16:creationId xmlns:a16="http://schemas.microsoft.com/office/drawing/2014/main" id="{F9D286C5-7D0E-E64C-9128-7EB7B15613D3}"/>
              </a:ext>
            </a:extLst>
          </p:cNvPr>
          <p:cNvSpPr>
            <a:spLocks noGrp="1" noRot="1" noChangeAspect="1" noChangeArrowheads="1" noTextEdit="1"/>
          </p:cNvSpPr>
          <p:nvPr>
            <p:ph type="sldImg"/>
          </p:nvPr>
        </p:nvSpPr>
        <p:spPr>
          <a:xfrm>
            <a:off x="457200" y="722313"/>
            <a:ext cx="6400800" cy="3600450"/>
          </a:xfrm>
          <a:solidFill>
            <a:srgbClr val="FFFFFF"/>
          </a:solidFill>
          <a:ln/>
          <a:extLst>
            <a:ext uri="{FAA26D3D-D897-4be2-8F04-BA451C77F1D7}">
              <ma14:placeholderFlag xmlns="" xmlns:ma14="http://schemas.microsoft.com/office/mac/drawingml/2011/main" val="1"/>
            </a:ext>
          </a:extLst>
        </p:spPr>
      </p:sp>
      <p:sp>
        <p:nvSpPr>
          <p:cNvPr id="32771" name="Rectangle 3">
            <a:extLst>
              <a:ext uri="{FF2B5EF4-FFF2-40B4-BE49-F238E27FC236}">
                <a16:creationId xmlns:a16="http://schemas.microsoft.com/office/drawing/2014/main" id="{F9E11CE3-681F-A84B-8C77-C11C0C503DDA}"/>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marL="228600" indent="-228600" eaLnBrk="1" hangingPunct="1"/>
            <a:endParaRPr lang="it-IT" altLang="it-I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768489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EB0C73C1-CFBA-5440-9E6D-2B664250C09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541065C2-0A02-F842-B2BD-89DBF72A1F5E}" type="slidenum">
              <a:rPr lang="en-US" altLang="it-IT" sz="1300"/>
              <a:pPr/>
              <a:t>53</a:t>
            </a:fld>
            <a:endParaRPr lang="en-US" altLang="it-IT" sz="1300"/>
          </a:p>
        </p:txBody>
      </p:sp>
      <p:sp>
        <p:nvSpPr>
          <p:cNvPr id="35842" name="Rectangle 2">
            <a:extLst>
              <a:ext uri="{FF2B5EF4-FFF2-40B4-BE49-F238E27FC236}">
                <a16:creationId xmlns:a16="http://schemas.microsoft.com/office/drawing/2014/main" id="{52935E4A-C6D3-6B47-94B3-C3FF8823195C}"/>
              </a:ext>
            </a:extLst>
          </p:cNvPr>
          <p:cNvSpPr>
            <a:spLocks noGrp="1" noRot="1" noChangeAspect="1" noChangeArrowheads="1" noTextEdit="1"/>
          </p:cNvSpPr>
          <p:nvPr>
            <p:ph type="sldImg"/>
          </p:nvPr>
        </p:nvSpPr>
        <p:spPr>
          <a:xfrm>
            <a:off x="457200" y="722313"/>
            <a:ext cx="6400800" cy="3600450"/>
          </a:xfrm>
          <a:solidFill>
            <a:srgbClr val="FFFFFF"/>
          </a:solidFill>
          <a:ln/>
          <a:extLst>
            <a:ext uri="{FAA26D3D-D897-4be2-8F04-BA451C77F1D7}">
              <ma14:placeholderFlag xmlns="" xmlns:ma14="http://schemas.microsoft.com/office/mac/drawingml/2011/main" val="1"/>
            </a:ext>
          </a:extLst>
        </p:spPr>
      </p:sp>
      <p:sp>
        <p:nvSpPr>
          <p:cNvPr id="47107" name="Rectangle 3">
            <a:extLst>
              <a:ext uri="{FF2B5EF4-FFF2-40B4-BE49-F238E27FC236}">
                <a16:creationId xmlns:a16="http://schemas.microsoft.com/office/drawing/2014/main" id="{5FD63861-2BAA-F442-A552-4098F6D52D37}"/>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it-IT" dirty="0">
                <a:latin typeface="Arial" panose="020B0604020202020204" pitchFamily="34" charset="0"/>
                <a:ea typeface="ＭＳ Ｐゴシック" panose="020B0600070205080204" pitchFamily="34" charset="-128"/>
              </a:rPr>
              <a:t>La T-BOX </a:t>
            </a:r>
            <a:r>
              <a:rPr lang="en-US" altLang="it-IT" dirty="0" err="1">
                <a:latin typeface="Arial" panose="020B0604020202020204" pitchFamily="34" charset="0"/>
                <a:ea typeface="ＭＳ Ｐゴシック" panose="020B0600070205080204" pitchFamily="34" charset="-128"/>
              </a:rPr>
              <a:t>definisce</a:t>
            </a:r>
            <a:r>
              <a:rPr lang="en-US" altLang="it-IT" dirty="0">
                <a:latin typeface="Arial" panose="020B0604020202020204" pitchFamily="34" charset="0"/>
                <a:ea typeface="ＭＳ Ｐゴシック" panose="020B0600070205080204" pitchFamily="34" charset="-128"/>
              </a:rPr>
              <a:t> la </a:t>
            </a:r>
            <a:r>
              <a:rPr lang="en-US" altLang="it-IT" dirty="0" err="1">
                <a:latin typeface="Arial" panose="020B0604020202020204" pitchFamily="34" charset="0"/>
                <a:ea typeface="ＭＳ Ｐゴシック" panose="020B0600070205080204" pitchFamily="34" charset="-128"/>
              </a:rPr>
              <a:t>terminologia</a:t>
            </a:r>
            <a:r>
              <a:rPr lang="en-US" altLang="it-IT" dirty="0">
                <a:latin typeface="Arial" panose="020B0604020202020204" pitchFamily="34" charset="0"/>
                <a:ea typeface="ＭＳ Ｐゴシック" panose="020B0600070205080204" pitchFamily="34" charset="-128"/>
              </a:rPr>
              <a:t> di un </a:t>
            </a:r>
            <a:r>
              <a:rPr lang="en-US" altLang="it-IT" dirty="0" err="1">
                <a:latin typeface="Arial" panose="020B0604020202020204" pitchFamily="34" charset="0"/>
                <a:ea typeface="ＭＳ Ｐゴシック" panose="020B0600070205080204" pitchFamily="34" charset="-128"/>
              </a:rPr>
              <a:t>dominio</a:t>
            </a:r>
            <a:r>
              <a:rPr lang="en-US" altLang="it-IT" dirty="0">
                <a:latin typeface="Arial" panose="020B0604020202020204" pitchFamily="34" charset="0"/>
                <a:ea typeface="ＭＳ Ｐゴシック" panose="020B0600070205080204" pitchFamily="34" charset="-128"/>
              </a:rPr>
              <a:t>, la </a:t>
            </a:r>
            <a:r>
              <a:rPr lang="en-US" altLang="it-IT" dirty="0" err="1">
                <a:latin typeface="Arial" panose="020B0604020202020204" pitchFamily="34" charset="0"/>
                <a:ea typeface="ＭＳ Ｐゴシック" panose="020B0600070205080204" pitchFamily="34" charset="-128"/>
              </a:rPr>
              <a:t>definizione</a:t>
            </a:r>
            <a:r>
              <a:rPr lang="en-US" altLang="it-IT" dirty="0">
                <a:latin typeface="Arial" panose="020B0604020202020204" pitchFamily="34" charset="0"/>
                <a:ea typeface="ＭＳ Ｐゴシック" panose="020B0600070205080204" pitchFamily="34" charset="-128"/>
              </a:rPr>
              <a:t> di </a:t>
            </a:r>
            <a:r>
              <a:rPr lang="en-US" altLang="it-IT" dirty="0" err="1">
                <a:latin typeface="Arial" panose="020B0604020202020204" pitchFamily="34" charset="0"/>
                <a:ea typeface="ＭＳ Ｐゴシック" panose="020B0600070205080204" pitchFamily="34" charset="-128"/>
              </a:rPr>
              <a:t>concetti</a:t>
            </a:r>
            <a:r>
              <a:rPr lang="en-US" altLang="it-IT" dirty="0">
                <a:latin typeface="Arial" panose="020B0604020202020204" pitchFamily="34" charset="0"/>
                <a:ea typeface="ＭＳ Ｐゴシック" panose="020B0600070205080204" pitchFamily="34" charset="-128"/>
              </a:rPr>
              <a:t> e </a:t>
            </a:r>
            <a:r>
              <a:rPr lang="en-US" altLang="it-IT" dirty="0" err="1">
                <a:latin typeface="Arial" panose="020B0604020202020204" pitchFamily="34" charset="0"/>
                <a:ea typeface="ＭＳ Ｐゴシック" panose="020B0600070205080204" pitchFamily="34" charset="-128"/>
              </a:rPr>
              <a:t>ruoli</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complessi</a:t>
            </a:r>
            <a:r>
              <a:rPr lang="en-US" altLang="it-IT" dirty="0">
                <a:latin typeface="Arial" panose="020B0604020202020204" pitchFamily="34" charset="0"/>
                <a:ea typeface="ＭＳ Ｐゴシック" panose="020B0600070205080204" pitchFamily="34" charset="-128"/>
              </a:rPr>
              <a:t> a </a:t>
            </a:r>
            <a:r>
              <a:rPr lang="en-US" altLang="it-IT" dirty="0" err="1">
                <a:latin typeface="Arial" panose="020B0604020202020204" pitchFamily="34" charset="0"/>
                <a:ea typeface="ＭＳ Ｐゴシック" panose="020B0600070205080204" pitchFamily="34" charset="-128"/>
              </a:rPr>
              <a:t>partire</a:t>
            </a:r>
            <a:r>
              <a:rPr lang="en-US" altLang="it-IT" dirty="0">
                <a:latin typeface="Arial" panose="020B0604020202020204" pitchFamily="34" charset="0"/>
                <a:ea typeface="ＭＳ Ｐゴシック" panose="020B0600070205080204" pitchFamily="34" charset="-128"/>
              </a:rPr>
              <a:t> da </a:t>
            </a:r>
            <a:r>
              <a:rPr lang="en-US" altLang="it-IT" dirty="0" err="1">
                <a:latin typeface="Arial" panose="020B0604020202020204" pitchFamily="34" charset="0"/>
                <a:ea typeface="ＭＳ Ｐゴシック" panose="020B0600070205080204" pitchFamily="34" charset="-128"/>
              </a:rPr>
              <a:t>concetti</a:t>
            </a:r>
            <a:r>
              <a:rPr lang="en-US" altLang="it-IT" dirty="0">
                <a:latin typeface="Arial" panose="020B0604020202020204" pitchFamily="34" charset="0"/>
                <a:ea typeface="ＭＳ Ｐゴシック" panose="020B0600070205080204" pitchFamily="34" charset="-128"/>
              </a:rPr>
              <a:t> e </a:t>
            </a:r>
            <a:r>
              <a:rPr lang="en-US" altLang="it-IT" dirty="0" err="1">
                <a:latin typeface="Arial" panose="020B0604020202020204" pitchFamily="34" charset="0"/>
                <a:ea typeface="ＭＳ Ｐゴシック" panose="020B0600070205080204" pitchFamily="34" charset="-128"/>
              </a:rPr>
              <a:t>ruoli</a:t>
            </a:r>
            <a:r>
              <a:rPr lang="en-US" altLang="it-IT" dirty="0">
                <a:latin typeface="Arial" panose="020B0604020202020204" pitchFamily="34" charset="0"/>
                <a:ea typeface="ＭＳ Ｐゴシック" panose="020B0600070205080204" pitchFamily="34" charset="-128"/>
              </a:rPr>
              <a:t> </a:t>
            </a:r>
            <a:r>
              <a:rPr lang="en-US" altLang="it-IT" i="1" dirty="0" err="1">
                <a:latin typeface="Arial" panose="020B0604020202020204" pitchFamily="34" charset="0"/>
                <a:ea typeface="ＭＳ Ｐゴシック" panose="020B0600070205080204" pitchFamily="34" charset="-128"/>
              </a:rPr>
              <a:t>primitivi</a:t>
            </a:r>
            <a:r>
              <a:rPr lang="en-US" altLang="it-IT" dirty="0">
                <a:latin typeface="Arial" panose="020B0604020202020204" pitchFamily="34" charset="0"/>
                <a:ea typeface="ＭＳ Ｐゴシック" panose="020B0600070205080204" pitchFamily="34" charset="-128"/>
              </a:rPr>
              <a:t>.</a:t>
            </a:r>
          </a:p>
          <a:p>
            <a:pPr eaLnBrk="1" hangingPunct="1"/>
            <a:r>
              <a:rPr lang="en-US" altLang="it-IT" dirty="0">
                <a:latin typeface="Arial" panose="020B0604020202020204" pitchFamily="34" charset="0"/>
                <a:ea typeface="ＭＳ Ｐゴシック" panose="020B0600070205080204" pitchFamily="34" charset="-128"/>
              </a:rPr>
              <a:t>La T-BOX </a:t>
            </a:r>
            <a:r>
              <a:rPr lang="en-US" altLang="it-IT" dirty="0" err="1">
                <a:latin typeface="Arial" panose="020B0604020202020204" pitchFamily="34" charset="0"/>
                <a:ea typeface="ＭＳ Ｐゴシック" panose="020B0600070205080204" pitchFamily="34" charset="-128"/>
              </a:rPr>
              <a:t>rappresenta</a:t>
            </a:r>
            <a:r>
              <a:rPr lang="en-US" altLang="it-IT" dirty="0">
                <a:latin typeface="Arial" panose="020B0604020202020204" pitchFamily="34" charset="0"/>
                <a:ea typeface="ＭＳ Ｐゴシック" panose="020B0600070205080204" pitchFamily="34" charset="-128"/>
              </a:rPr>
              <a:t> la </a:t>
            </a:r>
            <a:r>
              <a:rPr lang="en-US" altLang="it-IT" dirty="0" err="1">
                <a:latin typeface="Arial" panose="020B0604020202020204" pitchFamily="34" charset="0"/>
                <a:ea typeface="ＭＳ Ｐゴシック" panose="020B0600070205080204" pitchFamily="34" charset="-128"/>
              </a:rPr>
              <a:t>conoscenza</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intensionale</a:t>
            </a:r>
            <a:r>
              <a:rPr lang="en-US" altLang="it-IT" dirty="0">
                <a:latin typeface="Arial" panose="020B0604020202020204" pitchFamily="34" charset="0"/>
                <a:ea typeface="ＭＳ Ｐゴシック" panose="020B0600070205080204" pitchFamily="34" charset="-128"/>
              </a:rPr>
              <a:t>.</a:t>
            </a:r>
          </a:p>
          <a:p>
            <a:pPr eaLnBrk="1" hangingPunct="1"/>
            <a:r>
              <a:rPr lang="en-US" altLang="it-IT" dirty="0">
                <a:latin typeface="Arial" panose="020B0604020202020204" pitchFamily="34" charset="0"/>
                <a:ea typeface="ＭＳ Ｐゴシック" panose="020B0600070205080204" pitchFamily="34" charset="-128"/>
              </a:rPr>
              <a:t>La T-BOX </a:t>
            </a:r>
            <a:r>
              <a:rPr lang="en-US" altLang="it-IT" dirty="0" err="1">
                <a:latin typeface="Arial" panose="020B0604020202020204" pitchFamily="34" charset="0"/>
                <a:ea typeface="ＭＳ Ｐゴシック" panose="020B0600070205080204" pitchFamily="34" charset="-128"/>
              </a:rPr>
              <a:t>definisce</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relazioni</a:t>
            </a:r>
            <a:r>
              <a:rPr lang="en-US" altLang="it-IT" dirty="0">
                <a:latin typeface="Arial" panose="020B0604020202020204" pitchFamily="34" charset="0"/>
                <a:ea typeface="ＭＳ Ｐゴシック" panose="020B0600070205080204" pitchFamily="34" charset="-128"/>
              </a:rPr>
              <a:t> di </a:t>
            </a:r>
            <a:r>
              <a:rPr lang="en-US" altLang="it-IT" dirty="0" err="1">
                <a:latin typeface="Arial" panose="020B0604020202020204" pitchFamily="34" charset="0"/>
                <a:ea typeface="ＭＳ Ｐゴシック" panose="020B0600070205080204" pitchFamily="34" charset="-128"/>
              </a:rPr>
              <a:t>sussunzione</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tra</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concetti</a:t>
            </a:r>
            <a:r>
              <a:rPr lang="en-US" altLang="it-IT" dirty="0">
                <a:latin typeface="Arial" panose="020B0604020202020204" pitchFamily="34" charset="0"/>
                <a:ea typeface="ＭＳ Ｐゴシック" panose="020B0600070205080204" pitchFamily="34" charset="-128"/>
              </a:rPr>
              <a:t> e </a:t>
            </a:r>
            <a:r>
              <a:rPr lang="en-US" altLang="it-IT" dirty="0" err="1">
                <a:latin typeface="Arial" panose="020B0604020202020204" pitchFamily="34" charset="0"/>
                <a:ea typeface="ＭＳ Ｐゴシック" panose="020B0600070205080204" pitchFamily="34" charset="-128"/>
              </a:rPr>
              <a:t>consente</a:t>
            </a:r>
            <a:r>
              <a:rPr lang="en-US" altLang="it-IT" dirty="0">
                <a:latin typeface="Arial" panose="020B0604020202020204" pitchFamily="34" charset="0"/>
                <a:ea typeface="ＭＳ Ｐゴシック" panose="020B0600070205080204" pitchFamily="34" charset="-128"/>
              </a:rPr>
              <a:t> di </a:t>
            </a:r>
            <a:r>
              <a:rPr lang="en-US" altLang="it-IT" dirty="0" err="1">
                <a:latin typeface="Arial" panose="020B0604020202020204" pitchFamily="34" charset="0"/>
                <a:ea typeface="ＭＳ Ｐゴシック" panose="020B0600070205080204" pitchFamily="34" charset="-128"/>
              </a:rPr>
              <a:t>classificarli</a:t>
            </a:r>
            <a:r>
              <a:rPr lang="en-US" altLang="it-IT" dirty="0">
                <a:latin typeface="Arial" panose="020B0604020202020204" pitchFamily="34" charset="0"/>
                <a:ea typeface="ＭＳ Ｐゴシック" panose="020B0600070205080204" pitchFamily="34" charset="-128"/>
              </a:rPr>
              <a:t> in </a:t>
            </a:r>
            <a:r>
              <a:rPr lang="en-US" altLang="it-IT" dirty="0" err="1">
                <a:latin typeface="Arial" panose="020B0604020202020204" pitchFamily="34" charset="0"/>
                <a:ea typeface="ＭＳ Ｐゴシック" panose="020B0600070205080204" pitchFamily="34" charset="-128"/>
              </a:rPr>
              <a:t>una</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gerarchia</a:t>
            </a:r>
            <a:r>
              <a:rPr lang="en-US" altLang="it-IT" dirty="0">
                <a:latin typeface="Arial" panose="020B0604020202020204" pitchFamily="34" charset="0"/>
                <a:ea typeface="ＭＳ Ｐゴシック" panose="020B0600070205080204" pitchFamily="34" charset="-128"/>
              </a:rPr>
              <a:t> di </a:t>
            </a:r>
            <a:r>
              <a:rPr lang="en-US" altLang="it-IT" dirty="0" err="1">
                <a:latin typeface="Arial" panose="020B0604020202020204" pitchFamily="34" charset="0"/>
                <a:ea typeface="ＭＳ Ｐゴシック" panose="020B0600070205080204" pitchFamily="34" charset="-128"/>
              </a:rPr>
              <a:t>erditariet</a:t>
            </a:r>
            <a:r>
              <a:rPr lang="en-US" altLang="ja-JP" dirty="0" err="1">
                <a:latin typeface="Arial" panose="020B0604020202020204" pitchFamily="34" charset="0"/>
                <a:ea typeface="ＭＳ Ｐゴシック" panose="020B0600070205080204" pitchFamily="34" charset="-128"/>
              </a:rPr>
              <a:t>à</a:t>
            </a:r>
            <a:r>
              <a:rPr lang="en-US" altLang="ja-JP" dirty="0">
                <a:latin typeface="Arial" panose="020B0604020202020204" pitchFamily="34" charset="0"/>
                <a:ea typeface="ＭＳ Ｐゴシック" panose="020B0600070205080204" pitchFamily="34" charset="-128"/>
              </a:rPr>
              <a:t>, in </a:t>
            </a:r>
            <a:r>
              <a:rPr lang="en-US" altLang="ja-JP" dirty="0" err="1">
                <a:latin typeface="Arial" panose="020B0604020202020204" pitchFamily="34" charset="0"/>
                <a:ea typeface="ＭＳ Ｐゴシック" panose="020B0600070205080204" pitchFamily="34" charset="-128"/>
              </a:rPr>
              <a:t>realtà</a:t>
            </a:r>
            <a:r>
              <a:rPr lang="en-US" altLang="ja-JP" dirty="0">
                <a:latin typeface="Arial" panose="020B0604020202020204" pitchFamily="34" charset="0"/>
                <a:ea typeface="ＭＳ Ｐゴシック" panose="020B0600070205080204" pitchFamily="34" charset="-128"/>
              </a:rPr>
              <a:t> un </a:t>
            </a:r>
            <a:r>
              <a:rPr lang="en-US" altLang="ja-JP" dirty="0" err="1">
                <a:latin typeface="Arial" panose="020B0604020202020204" pitchFamily="34" charset="0"/>
                <a:ea typeface="ＭＳ Ｐゴシック" panose="020B0600070205080204" pitchFamily="34" charset="-128"/>
              </a:rPr>
              <a:t>reticolo</a:t>
            </a:r>
            <a:r>
              <a:rPr lang="en-US" altLang="ja-JP" dirty="0">
                <a:latin typeface="Arial" panose="020B0604020202020204" pitchFamily="34" charset="0"/>
                <a:ea typeface="ＭＳ Ｐゴシック" panose="020B0600070205080204" pitchFamily="34" charset="-128"/>
              </a:rPr>
              <a:t> con un TOP e un BOTTOM.</a:t>
            </a:r>
          </a:p>
          <a:p>
            <a:pPr eaLnBrk="1" hangingPunct="1"/>
            <a:endParaRPr lang="en-US" altLang="it-IT" dirty="0">
              <a:latin typeface="Arial" panose="020B0604020202020204" pitchFamily="34" charset="0"/>
              <a:ea typeface="ＭＳ Ｐゴシック" panose="020B0600070205080204" pitchFamily="34" charset="-128"/>
            </a:endParaRPr>
          </a:p>
          <a:p>
            <a:pPr eaLnBrk="1" hangingPunct="1"/>
            <a:r>
              <a:rPr lang="en-US" altLang="it-IT" dirty="0">
                <a:latin typeface="Arial" panose="020B0604020202020204" pitchFamily="34" charset="0"/>
                <a:ea typeface="ＭＳ Ｐゴシック" panose="020B0600070205080204" pitchFamily="34" charset="-128"/>
              </a:rPr>
              <a:t>La A-BOX </a:t>
            </a:r>
            <a:r>
              <a:rPr lang="en-US" altLang="it-IT" dirty="0" err="1">
                <a:latin typeface="Arial" panose="020B0604020202020204" pitchFamily="34" charset="0"/>
                <a:ea typeface="ＭＳ Ｐゴシック" panose="020B0600070205080204" pitchFamily="34" charset="-128"/>
              </a:rPr>
              <a:t>definisce</a:t>
            </a:r>
            <a:r>
              <a:rPr lang="en-US" altLang="it-IT" dirty="0">
                <a:latin typeface="Arial" panose="020B0604020202020204" pitchFamily="34" charset="0"/>
                <a:ea typeface="ＭＳ Ｐゴシック" panose="020B0600070205080204" pitchFamily="34" charset="-128"/>
              </a:rPr>
              <a:t> la </a:t>
            </a:r>
            <a:r>
              <a:rPr lang="en-US" altLang="it-IT" dirty="0" err="1">
                <a:latin typeface="Arial" panose="020B0604020202020204" pitchFamily="34" charset="0"/>
                <a:ea typeface="ＭＳ Ｐゴシック" panose="020B0600070205080204" pitchFamily="34" charset="-128"/>
              </a:rPr>
              <a:t>conoscenza</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estensionale</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una</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serie</a:t>
            </a:r>
            <a:r>
              <a:rPr lang="en-US" altLang="it-IT" dirty="0">
                <a:latin typeface="Arial" panose="020B0604020202020204" pitchFamily="34" charset="0"/>
                <a:ea typeface="ＭＳ Ｐゴシック" panose="020B0600070205080204" pitchFamily="34" charset="-128"/>
              </a:rPr>
              <a:t> di </a:t>
            </a:r>
            <a:r>
              <a:rPr lang="en-US" altLang="it-IT" dirty="0" err="1">
                <a:latin typeface="Arial" panose="020B0604020202020204" pitchFamily="34" charset="0"/>
                <a:ea typeface="ＭＳ Ｐゴシック" panose="020B0600070205080204" pitchFamily="34" charset="-128"/>
              </a:rPr>
              <a:t>fatti</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specifici</a:t>
            </a:r>
            <a:r>
              <a:rPr lang="en-US" altLang="it-IT" dirty="0">
                <a:latin typeface="Arial" panose="020B0604020202020204" pitchFamily="34" charset="0"/>
                <a:ea typeface="ＭＳ Ｐゴシック" panose="020B0600070205080204" pitchFamily="34" charset="-128"/>
              </a:rPr>
              <a:t> e </a:t>
            </a:r>
            <a:r>
              <a:rPr lang="en-US" altLang="it-IT" dirty="0" err="1">
                <a:latin typeface="Arial" panose="020B0604020202020204" pitchFamily="34" charset="0"/>
                <a:ea typeface="ＭＳ Ｐゴシック" panose="020B0600070205080204" pitchFamily="34" charset="-128"/>
              </a:rPr>
              <a:t>contingenti</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che</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riguardano</a:t>
            </a:r>
            <a:r>
              <a:rPr lang="en-US" altLang="it-IT" dirty="0">
                <a:latin typeface="Arial" panose="020B0604020202020204" pitchFamily="34" charset="0"/>
                <a:ea typeface="ＭＳ Ｐゴシック" panose="020B0600070205080204" pitchFamily="34" charset="-128"/>
              </a:rPr>
              <a:t> </a:t>
            </a:r>
            <a:r>
              <a:rPr lang="en-US" altLang="it-IT" dirty="0" err="1">
                <a:latin typeface="Arial" panose="020B0604020202020204" pitchFamily="34" charset="0"/>
                <a:ea typeface="ＭＳ Ｐゴシック" panose="020B0600070205080204" pitchFamily="34" charset="-128"/>
              </a:rPr>
              <a:t>individui</a:t>
            </a:r>
            <a:r>
              <a:rPr lang="en-US" altLang="it-IT" dirty="0">
                <a:latin typeface="Arial" panose="020B0604020202020204" pitchFamily="34" charset="0"/>
                <a:ea typeface="ＭＳ Ｐゴシック" panose="020B0600070205080204" pitchFamily="34" charset="-128"/>
              </a:rPr>
              <a:t>,</a:t>
            </a:r>
          </a:p>
        </p:txBody>
      </p:sp>
    </p:spTree>
    <p:extLst>
      <p:ext uri="{BB962C8B-B14F-4D97-AF65-F5344CB8AC3E}">
        <p14:creationId xmlns:p14="http://schemas.microsoft.com/office/powerpoint/2010/main" val="3251524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1597821"/>
            <a:ext cx="7772400" cy="1102519"/>
          </a:xfrm>
        </p:spPr>
        <p:txBody>
          <a:bodyPr/>
          <a:lstStyle>
            <a:lvl1pPr>
              <a:defRPr>
                <a:solidFill>
                  <a:srgbClr val="800000"/>
                </a:solidFill>
              </a:defRPr>
            </a:lvl1pPr>
          </a:lstStyle>
          <a:p>
            <a:r>
              <a:rPr lang="it-IT"/>
              <a:t>Fare clic per modificare lo stile del titolo dello schema</a:t>
            </a:r>
            <a:endParaRPr lang="en-US"/>
          </a:p>
        </p:txBody>
      </p:sp>
      <p:sp>
        <p:nvSpPr>
          <p:cNvPr id="3" name="Sottotitolo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a:p>
        </p:txBody>
      </p:sp>
      <p:sp>
        <p:nvSpPr>
          <p:cNvPr id="4" name="Segnaposto data 3">
            <a:extLst>
              <a:ext uri="{FF2B5EF4-FFF2-40B4-BE49-F238E27FC236}">
                <a16:creationId xmlns:a16="http://schemas.microsoft.com/office/drawing/2014/main" id="{058F5CD9-6EAF-4B8B-9A4D-446D9D8220AC}"/>
              </a:ext>
            </a:extLst>
          </p:cNvPr>
          <p:cNvSpPr>
            <a:spLocks noGrp="1"/>
          </p:cNvSpPr>
          <p:nvPr>
            <p:ph type="dt" sz="half" idx="10"/>
          </p:nvPr>
        </p:nvSpPr>
        <p:spPr/>
        <p:txBody>
          <a:bodyPr/>
          <a:lstStyle>
            <a:lvl1pPr>
              <a:defRPr smtClean="0">
                <a:solidFill>
                  <a:srgbClr val="800000"/>
                </a:solidFill>
              </a:defRPr>
            </a:lvl1p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CCF5EC06-D9EF-421D-B636-55F4AACA081F}"/>
              </a:ext>
            </a:extLst>
          </p:cNvPr>
          <p:cNvSpPr>
            <a:spLocks noGrp="1"/>
          </p:cNvSpPr>
          <p:nvPr>
            <p:ph type="ftr" sz="quarter" idx="11"/>
          </p:nvPr>
        </p:nvSpPr>
        <p:spPr/>
        <p:txBody>
          <a:bodyPr/>
          <a:lstStyle>
            <a:lvl1pPr>
              <a:defRPr>
                <a:solidFill>
                  <a:srgbClr val="800000"/>
                </a:solidFill>
              </a:defRPr>
            </a:lvl1p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FBED50A0-78C5-42A3-8B38-E1A9DBE8C2C9}"/>
              </a:ext>
            </a:extLst>
          </p:cNvPr>
          <p:cNvSpPr>
            <a:spLocks noGrp="1"/>
          </p:cNvSpPr>
          <p:nvPr>
            <p:ph type="sldNum" sz="quarter" idx="12"/>
          </p:nvPr>
        </p:nvSpPr>
        <p:spPr/>
        <p:txBody>
          <a:bodyPr/>
          <a:lstStyle>
            <a:lvl1pPr>
              <a:defRPr smtClean="0">
                <a:solidFill>
                  <a:srgbClr val="800000"/>
                </a:solidFill>
                <a:latin typeface="Arial" panose="020B0604020202020204" pitchFamily="34" charset="0"/>
              </a:defRPr>
            </a:lvl1pPr>
          </a:lstStyle>
          <a:p>
            <a:pPr>
              <a:defRPr/>
            </a:pPr>
            <a:fld id="{1EE87F2A-AB2C-4D87-BCA6-9B3A24192F3A}" type="slidenum">
              <a:rPr lang="it-IT" altLang="it-IT" smtClean="0"/>
              <a:pPr>
                <a:defRPr/>
              </a:pPr>
              <a:t>‹N›</a:t>
            </a:fld>
            <a:endParaRPr lang="it-IT" altLang="it-IT"/>
          </a:p>
        </p:txBody>
      </p:sp>
    </p:spTree>
    <p:extLst>
      <p:ext uri="{BB962C8B-B14F-4D97-AF65-F5344CB8AC3E}">
        <p14:creationId xmlns:p14="http://schemas.microsoft.com/office/powerpoint/2010/main" val="3371030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sz="3200">
                <a:solidFill>
                  <a:srgbClr val="800000"/>
                </a:solidFill>
              </a:defRPr>
            </a:lvl1pPr>
          </a:lstStyle>
          <a:p>
            <a:r>
              <a:rPr lang="it-IT"/>
              <a:t>Fare clic per modificare lo stile del titolo dello schema</a:t>
            </a:r>
            <a:endParaRPr lang="en-US"/>
          </a:p>
        </p:txBody>
      </p:sp>
      <p:sp>
        <p:nvSpPr>
          <p:cNvPr id="3" name="Segnaposto contenuto 2"/>
          <p:cNvSpPr>
            <a:spLocks noGrp="1"/>
          </p:cNvSpPr>
          <p:nvPr>
            <p:ph idx="1"/>
          </p:nvPr>
        </p:nvSpPr>
        <p:spPr/>
        <p:txBody>
          <a:bodyPr/>
          <a:lstStyle/>
          <a:p>
            <a:pPr lvl="0"/>
            <a:r>
              <a:rPr lang="it-IT"/>
              <a:t>Modifica gli stili del testo dello schema
Secondo livello
Terzo livello
Quarto livello
Quinto livello</a:t>
            </a:r>
            <a:endParaRPr lang="en-US"/>
          </a:p>
        </p:txBody>
      </p:sp>
      <p:sp>
        <p:nvSpPr>
          <p:cNvPr id="4" name="Segnaposto data 3">
            <a:extLst>
              <a:ext uri="{FF2B5EF4-FFF2-40B4-BE49-F238E27FC236}">
                <a16:creationId xmlns:a16="http://schemas.microsoft.com/office/drawing/2014/main" id="{53EF3F9C-540B-468D-B525-7A1FFFBD551F}"/>
              </a:ext>
            </a:extLst>
          </p:cNvPr>
          <p:cNvSpPr>
            <a:spLocks noGrp="1"/>
          </p:cNvSpPr>
          <p:nvPr>
            <p:ph type="dt" sz="half" idx="10"/>
          </p:nvPr>
        </p:nvSpPr>
        <p:spPr/>
        <p:txBody>
          <a:bodyPr/>
          <a:lstStyle>
            <a:lvl1pPr>
              <a:defRPr smtClean="0">
                <a:solidFill>
                  <a:srgbClr val="800000"/>
                </a:solidFill>
              </a:defRPr>
            </a:lvl1p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9FAC2101-7C3D-43D9-B409-B7ABFD750110}"/>
              </a:ext>
            </a:extLst>
          </p:cNvPr>
          <p:cNvSpPr>
            <a:spLocks noGrp="1"/>
          </p:cNvSpPr>
          <p:nvPr>
            <p:ph type="ftr" sz="quarter" idx="11"/>
          </p:nvPr>
        </p:nvSpPr>
        <p:spPr/>
        <p:txBody>
          <a:bodyPr/>
          <a:lstStyle>
            <a:lvl1pPr>
              <a:defRPr>
                <a:solidFill>
                  <a:srgbClr val="800000"/>
                </a:solidFill>
              </a:defRPr>
            </a:lvl1p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8E01E8D0-7250-4243-89B8-07E48DFA9A89}"/>
              </a:ext>
            </a:extLst>
          </p:cNvPr>
          <p:cNvSpPr>
            <a:spLocks noGrp="1"/>
          </p:cNvSpPr>
          <p:nvPr>
            <p:ph type="sldNum" sz="quarter" idx="12"/>
          </p:nvPr>
        </p:nvSpPr>
        <p:spPr/>
        <p:txBody>
          <a:bodyPr/>
          <a:lstStyle>
            <a:lvl1pPr>
              <a:defRPr smtClean="0">
                <a:solidFill>
                  <a:srgbClr val="800000"/>
                </a:solidFill>
                <a:latin typeface="Arial" panose="020B0604020202020204" pitchFamily="34" charset="0"/>
              </a:defRPr>
            </a:lvl1pPr>
          </a:lstStyle>
          <a:p>
            <a:pPr>
              <a:defRPr/>
            </a:pPr>
            <a:fld id="{43CD341D-7438-4FA4-973F-6F9EECBD14B9}" type="slidenum">
              <a:rPr lang="it-IT" altLang="it-IT" smtClean="0"/>
              <a:pPr>
                <a:defRPr/>
              </a:pPr>
              <a:t>‹N›</a:t>
            </a:fld>
            <a:endParaRPr lang="it-IT" altLang="it-IT"/>
          </a:p>
        </p:txBody>
      </p:sp>
    </p:spTree>
    <p:extLst>
      <p:ext uri="{BB962C8B-B14F-4D97-AF65-F5344CB8AC3E}">
        <p14:creationId xmlns:p14="http://schemas.microsoft.com/office/powerpoint/2010/main" val="2985856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3305176"/>
            <a:ext cx="7772400" cy="1021556"/>
          </a:xfrm>
        </p:spPr>
        <p:txBody>
          <a:bodyPr anchor="t"/>
          <a:lstStyle>
            <a:lvl1pPr algn="l">
              <a:defRPr sz="3200" b="1" cap="small" baseline="0">
                <a:solidFill>
                  <a:srgbClr val="800000"/>
                </a:solidFill>
              </a:defRPr>
            </a:lvl1pPr>
          </a:lstStyle>
          <a:p>
            <a:r>
              <a:rPr lang="it-IT"/>
              <a:t>Fare clic per modificare lo stile del titolo dello schema</a:t>
            </a:r>
            <a:endParaRPr lang="en-US"/>
          </a:p>
        </p:txBody>
      </p:sp>
      <p:sp>
        <p:nvSpPr>
          <p:cNvPr id="3" name="Segnaposto testo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
Secondo livello
Terzo livello
Quarto livello
Quinto livello</a:t>
            </a:r>
          </a:p>
        </p:txBody>
      </p:sp>
      <p:sp>
        <p:nvSpPr>
          <p:cNvPr id="4" name="Segnaposto data 3">
            <a:extLst>
              <a:ext uri="{FF2B5EF4-FFF2-40B4-BE49-F238E27FC236}">
                <a16:creationId xmlns:a16="http://schemas.microsoft.com/office/drawing/2014/main" id="{D1FC1CC5-72B4-4175-96AC-0AAB76C5D943}"/>
              </a:ext>
            </a:extLst>
          </p:cNvPr>
          <p:cNvSpPr>
            <a:spLocks noGrp="1"/>
          </p:cNvSpPr>
          <p:nvPr>
            <p:ph type="dt" sz="half" idx="10"/>
          </p:nvPr>
        </p:nvSpPr>
        <p:spPr/>
        <p:txBody>
          <a:bodyPr/>
          <a:lstStyle>
            <a:lvl1pPr>
              <a:defRPr smtClean="0">
                <a:solidFill>
                  <a:srgbClr val="FFFFFF"/>
                </a:solidFill>
              </a:defRPr>
            </a:lvl1pPr>
          </a:lstStyle>
          <a:p>
            <a:pPr>
              <a:defRPr/>
            </a:pPr>
            <a:r>
              <a:rPr lang="it-IT" altLang="it-IT"/>
              <a:t>Introduction to KR</a:t>
            </a:r>
          </a:p>
        </p:txBody>
      </p:sp>
      <p:sp>
        <p:nvSpPr>
          <p:cNvPr id="5" name="Segnaposto piè di pagina 4">
            <a:extLst>
              <a:ext uri="{FF2B5EF4-FFF2-40B4-BE49-F238E27FC236}">
                <a16:creationId xmlns:a16="http://schemas.microsoft.com/office/drawing/2014/main" id="{AFD2EC85-D444-4CAE-8A7C-2318EECBC55C}"/>
              </a:ext>
            </a:extLst>
          </p:cNvPr>
          <p:cNvSpPr>
            <a:spLocks noGrp="1"/>
          </p:cNvSpPr>
          <p:nvPr>
            <p:ph type="ftr" sz="quarter" idx="11"/>
          </p:nvPr>
        </p:nvSpPr>
        <p:spPr/>
        <p:txBody>
          <a:bodyPr/>
          <a:lstStyle>
            <a:lvl1pPr>
              <a:defRPr>
                <a:solidFill>
                  <a:srgbClr val="FFFFFF"/>
                </a:solidFill>
              </a:defRPr>
            </a:lvl1pPr>
          </a:lstStyle>
          <a:p>
            <a:pPr>
              <a:defRPr/>
            </a:pPr>
            <a:r>
              <a:rPr lang="it-IT"/>
              <a:t>KNOWLEDGE REPRESENTATION</a:t>
            </a:r>
          </a:p>
        </p:txBody>
      </p:sp>
      <p:sp>
        <p:nvSpPr>
          <p:cNvPr id="6" name="Segnaposto numero diapositiva 5">
            <a:extLst>
              <a:ext uri="{FF2B5EF4-FFF2-40B4-BE49-F238E27FC236}">
                <a16:creationId xmlns:a16="http://schemas.microsoft.com/office/drawing/2014/main" id="{AC7C0FDD-1C9E-4F9B-802B-D0D0B256B18D}"/>
              </a:ext>
            </a:extLst>
          </p:cNvPr>
          <p:cNvSpPr>
            <a:spLocks noGrp="1"/>
          </p:cNvSpPr>
          <p:nvPr>
            <p:ph type="sldNum" sz="quarter" idx="12"/>
          </p:nvPr>
        </p:nvSpPr>
        <p:spPr/>
        <p:txBody>
          <a:bodyPr/>
          <a:lstStyle>
            <a:lvl1pPr>
              <a:defRPr smtClean="0">
                <a:solidFill>
                  <a:srgbClr val="FFFFFF"/>
                </a:solidFill>
                <a:latin typeface="Arial" panose="020B0604020202020204" pitchFamily="34" charset="0"/>
              </a:defRPr>
            </a:lvl1pPr>
          </a:lstStyle>
          <a:p>
            <a:pPr>
              <a:defRPr/>
            </a:pPr>
            <a:fld id="{6FA0980B-2DE9-40AD-8A4E-40673DB95E95}" type="slidenum">
              <a:rPr lang="it-IT" altLang="it-IT"/>
              <a:pPr>
                <a:defRPr/>
              </a:pPr>
              <a:t>‹N›</a:t>
            </a:fld>
            <a:endParaRPr lang="it-IT" altLang="it-IT"/>
          </a:p>
        </p:txBody>
      </p:sp>
    </p:spTree>
    <p:extLst>
      <p:ext uri="{BB962C8B-B14F-4D97-AF65-F5344CB8AC3E}">
        <p14:creationId xmlns:p14="http://schemas.microsoft.com/office/powerpoint/2010/main" val="3268980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solidFill>
                  <a:srgbClr val="800000"/>
                </a:solidFill>
              </a:defRPr>
            </a:lvl1pPr>
          </a:lstStyle>
          <a:p>
            <a:r>
              <a:rPr lang="it-IT"/>
              <a:t>Fare clic per modificare lo stile del titolo dello schema</a:t>
            </a:r>
            <a:endParaRPr lang="en-US"/>
          </a:p>
        </p:txBody>
      </p:sp>
      <p:sp>
        <p:nvSpPr>
          <p:cNvPr id="3" name="Segnaposto contenuto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Modifica gli stili del testo dello schema
Secondo livello
Terzo livello
Quarto livello
Quinto livello</a:t>
            </a:r>
            <a:endParaRPr lang="en-US"/>
          </a:p>
        </p:txBody>
      </p:sp>
      <p:sp>
        <p:nvSpPr>
          <p:cNvPr id="4" name="Segnaposto contenuto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Modifica gli stili del testo dello schema
Secondo livello
Terzo livello
Quarto livello
Quinto livello</a:t>
            </a:r>
            <a:endParaRPr lang="en-US"/>
          </a:p>
        </p:txBody>
      </p:sp>
      <p:sp>
        <p:nvSpPr>
          <p:cNvPr id="5" name="Segnaposto data 4">
            <a:extLst>
              <a:ext uri="{FF2B5EF4-FFF2-40B4-BE49-F238E27FC236}">
                <a16:creationId xmlns:a16="http://schemas.microsoft.com/office/drawing/2014/main" id="{4BDFE60E-FCA5-4468-A238-A20DBCFC18DF}"/>
              </a:ext>
            </a:extLst>
          </p:cNvPr>
          <p:cNvSpPr>
            <a:spLocks noGrp="1"/>
          </p:cNvSpPr>
          <p:nvPr>
            <p:ph type="dt" sz="half" idx="10"/>
          </p:nvPr>
        </p:nvSpPr>
        <p:spPr/>
        <p:txBody>
          <a:bodyPr/>
          <a:lstStyle>
            <a:lvl1pPr defTabSz="457200" eaLnBrk="1" hangingPunct="1">
              <a:defRPr smtClean="0">
                <a:solidFill>
                  <a:srgbClr val="800000"/>
                </a:solidFill>
              </a:defRPr>
            </a:lvl1pPr>
          </a:lstStyle>
          <a:p>
            <a:pPr>
              <a:defRPr/>
            </a:pPr>
            <a:r>
              <a:rPr lang="it-IT" altLang="it-IT"/>
              <a:t>Introduction to KR</a:t>
            </a:r>
          </a:p>
        </p:txBody>
      </p:sp>
      <p:sp>
        <p:nvSpPr>
          <p:cNvPr id="6" name="Segnaposto piè di pagina 5">
            <a:extLst>
              <a:ext uri="{FF2B5EF4-FFF2-40B4-BE49-F238E27FC236}">
                <a16:creationId xmlns:a16="http://schemas.microsoft.com/office/drawing/2014/main" id="{30C1C83E-6933-48CB-81DB-2D6C24A082CD}"/>
              </a:ext>
            </a:extLst>
          </p:cNvPr>
          <p:cNvSpPr>
            <a:spLocks noGrp="1"/>
          </p:cNvSpPr>
          <p:nvPr>
            <p:ph type="ftr" sz="quarter" idx="11"/>
          </p:nvPr>
        </p:nvSpPr>
        <p:spPr/>
        <p:txBody>
          <a:bodyPr/>
          <a:lstStyle>
            <a:lvl1pPr defTabSz="457200" eaLnBrk="1" fontAlgn="auto" hangingPunct="1">
              <a:spcBef>
                <a:spcPts val="0"/>
              </a:spcBef>
              <a:spcAft>
                <a:spcPts val="0"/>
              </a:spcAft>
              <a:defRPr>
                <a:solidFill>
                  <a:srgbClr val="800000"/>
                </a:solidFill>
              </a:defRPr>
            </a:lvl1pPr>
          </a:lstStyle>
          <a:p>
            <a:pPr>
              <a:defRPr/>
            </a:pPr>
            <a:r>
              <a:rPr lang="it-IT"/>
              <a:t>KNOWLEDGE REPRESENTATION</a:t>
            </a:r>
          </a:p>
        </p:txBody>
      </p:sp>
      <p:sp>
        <p:nvSpPr>
          <p:cNvPr id="7" name="Segnaposto numero diapositiva 6">
            <a:extLst>
              <a:ext uri="{FF2B5EF4-FFF2-40B4-BE49-F238E27FC236}">
                <a16:creationId xmlns:a16="http://schemas.microsoft.com/office/drawing/2014/main" id="{38580F37-86A5-4A66-88A3-29B44267A865}"/>
              </a:ext>
            </a:extLst>
          </p:cNvPr>
          <p:cNvSpPr>
            <a:spLocks noGrp="1"/>
          </p:cNvSpPr>
          <p:nvPr>
            <p:ph type="sldNum" sz="quarter" idx="12"/>
          </p:nvPr>
        </p:nvSpPr>
        <p:spPr/>
        <p:txBody>
          <a:bodyPr/>
          <a:lstStyle>
            <a:lvl1pPr defTabSz="457200" eaLnBrk="1" hangingPunct="1">
              <a:defRPr smtClean="0">
                <a:solidFill>
                  <a:srgbClr val="800000"/>
                </a:solidFill>
                <a:latin typeface="Arial" panose="020B0604020202020204" pitchFamily="34" charset="0"/>
              </a:defRPr>
            </a:lvl1pPr>
          </a:lstStyle>
          <a:p>
            <a:pPr>
              <a:defRPr/>
            </a:pPr>
            <a:fld id="{D754FAF7-AB3B-4F7E-9E4D-EFD1BDE13684}" type="slidenum">
              <a:rPr lang="it-IT" altLang="it-IT" smtClean="0"/>
              <a:pPr>
                <a:defRPr/>
              </a:pPr>
              <a:t>‹N›</a:t>
            </a:fld>
            <a:endParaRPr lang="it-IT" altLang="it-IT"/>
          </a:p>
        </p:txBody>
      </p:sp>
    </p:spTree>
    <p:extLst>
      <p:ext uri="{BB962C8B-B14F-4D97-AF65-F5344CB8AC3E}">
        <p14:creationId xmlns:p14="http://schemas.microsoft.com/office/powerpoint/2010/main" val="104396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solidFill>
                  <a:srgbClr val="800000"/>
                </a:solidFill>
              </a:defRPr>
            </a:lvl1pPr>
          </a:lstStyle>
          <a:p>
            <a:r>
              <a:rPr lang="it-IT"/>
              <a:t>Fare clic per modificare lo stile del titolo dello schema</a:t>
            </a:r>
            <a:endParaRPr lang="en-US"/>
          </a:p>
        </p:txBody>
      </p:sp>
      <p:sp>
        <p:nvSpPr>
          <p:cNvPr id="3" name="Segnaposto testo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
Secondo livello
Terzo livello
Quarto livello
Quinto livello</a:t>
            </a:r>
          </a:p>
        </p:txBody>
      </p:sp>
      <p:sp>
        <p:nvSpPr>
          <p:cNvPr id="4" name="Segnaposto contenuto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Modifica gli stili del testo dello schema
Secondo livello
Terzo livello
Quarto livello
Quinto livello</a:t>
            </a:r>
            <a:endParaRPr lang="en-US"/>
          </a:p>
        </p:txBody>
      </p:sp>
      <p:sp>
        <p:nvSpPr>
          <p:cNvPr id="5" name="Segnaposto testo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
Secondo livello
Terzo livello
Quarto livello
Quinto livello</a:t>
            </a:r>
          </a:p>
        </p:txBody>
      </p:sp>
      <p:sp>
        <p:nvSpPr>
          <p:cNvPr id="6" name="Segnaposto contenuto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Modifica gli stili del testo dello schema
Secondo livello
Terzo livello
Quarto livello
Quinto livello</a:t>
            </a:r>
            <a:endParaRPr lang="en-US"/>
          </a:p>
        </p:txBody>
      </p:sp>
      <p:sp>
        <p:nvSpPr>
          <p:cNvPr id="7" name="Segnaposto data 6">
            <a:extLst>
              <a:ext uri="{FF2B5EF4-FFF2-40B4-BE49-F238E27FC236}">
                <a16:creationId xmlns:a16="http://schemas.microsoft.com/office/drawing/2014/main" id="{9C22FEF5-9EB2-453F-A5FE-EAB3C53E9510}"/>
              </a:ext>
            </a:extLst>
          </p:cNvPr>
          <p:cNvSpPr>
            <a:spLocks noGrp="1"/>
          </p:cNvSpPr>
          <p:nvPr>
            <p:ph type="dt" sz="half" idx="10"/>
          </p:nvPr>
        </p:nvSpPr>
        <p:spPr/>
        <p:txBody>
          <a:bodyPr/>
          <a:lstStyle>
            <a:lvl1pPr>
              <a:defRPr smtClean="0">
                <a:solidFill>
                  <a:srgbClr val="800000"/>
                </a:solidFill>
              </a:defRPr>
            </a:lvl1pPr>
          </a:lstStyle>
          <a:p>
            <a:pPr>
              <a:defRPr/>
            </a:pPr>
            <a:r>
              <a:rPr lang="it-IT" altLang="it-IT"/>
              <a:t>Introduction to KR</a:t>
            </a:r>
          </a:p>
        </p:txBody>
      </p:sp>
      <p:sp>
        <p:nvSpPr>
          <p:cNvPr id="8" name="Segnaposto piè di pagina 7">
            <a:extLst>
              <a:ext uri="{FF2B5EF4-FFF2-40B4-BE49-F238E27FC236}">
                <a16:creationId xmlns:a16="http://schemas.microsoft.com/office/drawing/2014/main" id="{58A33CE7-8F18-4DB0-B6A3-7B697BF44587}"/>
              </a:ext>
            </a:extLst>
          </p:cNvPr>
          <p:cNvSpPr>
            <a:spLocks noGrp="1"/>
          </p:cNvSpPr>
          <p:nvPr>
            <p:ph type="ftr" sz="quarter" idx="11"/>
          </p:nvPr>
        </p:nvSpPr>
        <p:spPr/>
        <p:txBody>
          <a:bodyPr/>
          <a:lstStyle>
            <a:lvl1pPr>
              <a:defRPr>
                <a:solidFill>
                  <a:srgbClr val="800000"/>
                </a:solidFill>
              </a:defRPr>
            </a:lvl1pPr>
          </a:lstStyle>
          <a:p>
            <a:pPr>
              <a:defRPr/>
            </a:pPr>
            <a:r>
              <a:rPr lang="it-IT"/>
              <a:t>KNOWLEDGE REPRESENTATION</a:t>
            </a:r>
          </a:p>
        </p:txBody>
      </p:sp>
      <p:sp>
        <p:nvSpPr>
          <p:cNvPr id="9" name="Segnaposto numero diapositiva 8">
            <a:extLst>
              <a:ext uri="{FF2B5EF4-FFF2-40B4-BE49-F238E27FC236}">
                <a16:creationId xmlns:a16="http://schemas.microsoft.com/office/drawing/2014/main" id="{DF4923DE-6083-4153-995D-8F0374F86C76}"/>
              </a:ext>
            </a:extLst>
          </p:cNvPr>
          <p:cNvSpPr>
            <a:spLocks noGrp="1"/>
          </p:cNvSpPr>
          <p:nvPr>
            <p:ph type="sldNum" sz="quarter" idx="12"/>
          </p:nvPr>
        </p:nvSpPr>
        <p:spPr/>
        <p:txBody>
          <a:bodyPr/>
          <a:lstStyle>
            <a:lvl1pPr>
              <a:defRPr smtClean="0">
                <a:solidFill>
                  <a:srgbClr val="800000"/>
                </a:solidFill>
                <a:latin typeface="Arial" panose="020B0604020202020204" pitchFamily="34" charset="0"/>
              </a:defRPr>
            </a:lvl1pPr>
          </a:lstStyle>
          <a:p>
            <a:pPr>
              <a:defRPr/>
            </a:pPr>
            <a:fld id="{1D30E12C-3274-4FAB-BA9C-E68E77B0C14D}" type="slidenum">
              <a:rPr lang="it-IT" altLang="it-IT" smtClean="0"/>
              <a:pPr>
                <a:defRPr/>
              </a:pPr>
              <a:t>‹N›</a:t>
            </a:fld>
            <a:endParaRPr lang="it-IT" altLang="it-IT"/>
          </a:p>
        </p:txBody>
      </p:sp>
    </p:spTree>
    <p:extLst>
      <p:ext uri="{BB962C8B-B14F-4D97-AF65-F5344CB8AC3E}">
        <p14:creationId xmlns:p14="http://schemas.microsoft.com/office/powerpoint/2010/main" val="1618574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solidFill>
                  <a:srgbClr val="800000"/>
                </a:solidFill>
              </a:defRPr>
            </a:lvl1pPr>
          </a:lstStyle>
          <a:p>
            <a:r>
              <a:rPr lang="it-IT"/>
              <a:t>Fare clic per modificare lo stile del titolo dello schema</a:t>
            </a:r>
            <a:endParaRPr lang="en-US"/>
          </a:p>
        </p:txBody>
      </p:sp>
      <p:sp>
        <p:nvSpPr>
          <p:cNvPr id="3" name="Segnaposto data 2">
            <a:extLst>
              <a:ext uri="{FF2B5EF4-FFF2-40B4-BE49-F238E27FC236}">
                <a16:creationId xmlns:a16="http://schemas.microsoft.com/office/drawing/2014/main" id="{5501FED8-2700-48C7-87EB-F70A68172309}"/>
              </a:ext>
            </a:extLst>
          </p:cNvPr>
          <p:cNvSpPr>
            <a:spLocks noGrp="1"/>
          </p:cNvSpPr>
          <p:nvPr>
            <p:ph type="dt" sz="half" idx="10"/>
          </p:nvPr>
        </p:nvSpPr>
        <p:spPr/>
        <p:txBody>
          <a:bodyPr/>
          <a:lstStyle>
            <a:lvl1pPr>
              <a:defRPr smtClean="0">
                <a:solidFill>
                  <a:srgbClr val="800000"/>
                </a:solidFill>
              </a:defRPr>
            </a:lvl1pPr>
          </a:lstStyle>
          <a:p>
            <a:pPr>
              <a:defRPr/>
            </a:pPr>
            <a:r>
              <a:rPr lang="it-IT" altLang="it-IT"/>
              <a:t>Introduction to KR</a:t>
            </a:r>
          </a:p>
        </p:txBody>
      </p:sp>
      <p:sp>
        <p:nvSpPr>
          <p:cNvPr id="4" name="Segnaposto piè di pagina 3">
            <a:extLst>
              <a:ext uri="{FF2B5EF4-FFF2-40B4-BE49-F238E27FC236}">
                <a16:creationId xmlns:a16="http://schemas.microsoft.com/office/drawing/2014/main" id="{C9426F0B-8BC6-4ADE-A8A8-5385F5179F01}"/>
              </a:ext>
            </a:extLst>
          </p:cNvPr>
          <p:cNvSpPr>
            <a:spLocks noGrp="1"/>
          </p:cNvSpPr>
          <p:nvPr>
            <p:ph type="ftr" sz="quarter" idx="11"/>
          </p:nvPr>
        </p:nvSpPr>
        <p:spPr/>
        <p:txBody>
          <a:bodyPr/>
          <a:lstStyle>
            <a:lvl1pPr>
              <a:defRPr>
                <a:solidFill>
                  <a:srgbClr val="800000"/>
                </a:solidFill>
              </a:defRPr>
            </a:lvl1pPr>
          </a:lstStyle>
          <a:p>
            <a:pPr>
              <a:defRPr/>
            </a:pPr>
            <a:r>
              <a:rPr lang="it-IT"/>
              <a:t>KNOWLEDGE REPRESENTATION</a:t>
            </a:r>
          </a:p>
        </p:txBody>
      </p:sp>
      <p:sp>
        <p:nvSpPr>
          <p:cNvPr id="5" name="Segnaposto numero diapositiva 4">
            <a:extLst>
              <a:ext uri="{FF2B5EF4-FFF2-40B4-BE49-F238E27FC236}">
                <a16:creationId xmlns:a16="http://schemas.microsoft.com/office/drawing/2014/main" id="{B7582239-C1BB-485A-9FEE-F41A21AB9B29}"/>
              </a:ext>
            </a:extLst>
          </p:cNvPr>
          <p:cNvSpPr>
            <a:spLocks noGrp="1"/>
          </p:cNvSpPr>
          <p:nvPr>
            <p:ph type="sldNum" sz="quarter" idx="12"/>
          </p:nvPr>
        </p:nvSpPr>
        <p:spPr/>
        <p:txBody>
          <a:bodyPr/>
          <a:lstStyle>
            <a:lvl1pPr>
              <a:defRPr smtClean="0">
                <a:solidFill>
                  <a:srgbClr val="800000"/>
                </a:solidFill>
                <a:latin typeface="Arial" panose="020B0604020202020204" pitchFamily="34" charset="0"/>
              </a:defRPr>
            </a:lvl1pPr>
          </a:lstStyle>
          <a:p>
            <a:pPr>
              <a:defRPr/>
            </a:pPr>
            <a:fld id="{ADF7909B-0F24-4DCB-B54E-6ED0CFB1C016}" type="slidenum">
              <a:rPr lang="it-IT" altLang="it-IT" smtClean="0"/>
              <a:pPr>
                <a:defRPr/>
              </a:pPr>
              <a:t>‹N›</a:t>
            </a:fld>
            <a:endParaRPr lang="it-IT" altLang="it-IT"/>
          </a:p>
        </p:txBody>
      </p:sp>
    </p:spTree>
    <p:extLst>
      <p:ext uri="{BB962C8B-B14F-4D97-AF65-F5344CB8AC3E}">
        <p14:creationId xmlns:p14="http://schemas.microsoft.com/office/powerpoint/2010/main" val="2331824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71FE9452-6A85-432A-9499-56CE62AA3424}"/>
              </a:ext>
            </a:extLst>
          </p:cNvPr>
          <p:cNvSpPr>
            <a:spLocks noGrp="1"/>
          </p:cNvSpPr>
          <p:nvPr>
            <p:ph type="dt" sz="half" idx="10"/>
          </p:nvPr>
        </p:nvSpPr>
        <p:spPr/>
        <p:txBody>
          <a:bodyPr/>
          <a:lstStyle>
            <a:lvl1pPr defTabSz="457200" eaLnBrk="1" hangingPunct="1">
              <a:defRPr smtClean="0">
                <a:solidFill>
                  <a:srgbClr val="800000"/>
                </a:solidFill>
              </a:defRPr>
            </a:lvl1pPr>
          </a:lstStyle>
          <a:p>
            <a:pPr>
              <a:defRPr/>
            </a:pPr>
            <a:r>
              <a:rPr lang="it-IT" altLang="it-IT"/>
              <a:t>Introduction to KR</a:t>
            </a:r>
          </a:p>
        </p:txBody>
      </p:sp>
      <p:sp>
        <p:nvSpPr>
          <p:cNvPr id="3" name="Segnaposto piè di pagina 2">
            <a:extLst>
              <a:ext uri="{FF2B5EF4-FFF2-40B4-BE49-F238E27FC236}">
                <a16:creationId xmlns:a16="http://schemas.microsoft.com/office/drawing/2014/main" id="{640F88F0-4AAD-4067-8504-06A96A4C4157}"/>
              </a:ext>
            </a:extLst>
          </p:cNvPr>
          <p:cNvSpPr>
            <a:spLocks noGrp="1"/>
          </p:cNvSpPr>
          <p:nvPr>
            <p:ph type="ftr" sz="quarter" idx="11"/>
          </p:nvPr>
        </p:nvSpPr>
        <p:spPr/>
        <p:txBody>
          <a:bodyPr/>
          <a:lstStyle>
            <a:lvl1pPr defTabSz="457200" eaLnBrk="1" fontAlgn="auto" hangingPunct="1">
              <a:spcBef>
                <a:spcPts val="0"/>
              </a:spcBef>
              <a:spcAft>
                <a:spcPts val="0"/>
              </a:spcAft>
              <a:defRPr>
                <a:solidFill>
                  <a:srgbClr val="800000"/>
                </a:solidFill>
              </a:defRPr>
            </a:lvl1pPr>
          </a:lstStyle>
          <a:p>
            <a:pPr>
              <a:defRPr/>
            </a:pPr>
            <a:r>
              <a:rPr lang="it-IT"/>
              <a:t>KNOWLEDGE REPRESENTATION</a:t>
            </a:r>
          </a:p>
        </p:txBody>
      </p:sp>
      <p:sp>
        <p:nvSpPr>
          <p:cNvPr id="4" name="Segnaposto numero diapositiva 3">
            <a:extLst>
              <a:ext uri="{FF2B5EF4-FFF2-40B4-BE49-F238E27FC236}">
                <a16:creationId xmlns:a16="http://schemas.microsoft.com/office/drawing/2014/main" id="{E10A01D4-5A85-4F93-84CF-2B84CC80E61D}"/>
              </a:ext>
            </a:extLst>
          </p:cNvPr>
          <p:cNvSpPr>
            <a:spLocks noGrp="1"/>
          </p:cNvSpPr>
          <p:nvPr>
            <p:ph type="sldNum" sz="quarter" idx="12"/>
          </p:nvPr>
        </p:nvSpPr>
        <p:spPr/>
        <p:txBody>
          <a:bodyPr/>
          <a:lstStyle>
            <a:lvl1pPr defTabSz="457200" eaLnBrk="1" hangingPunct="1">
              <a:defRPr smtClean="0">
                <a:solidFill>
                  <a:srgbClr val="800000"/>
                </a:solidFill>
                <a:latin typeface="Arial" panose="020B0604020202020204" pitchFamily="34" charset="0"/>
              </a:defRPr>
            </a:lvl1pPr>
          </a:lstStyle>
          <a:p>
            <a:pPr>
              <a:defRPr/>
            </a:pPr>
            <a:fld id="{52D64222-F0E5-4BFA-B141-DC6F71D62566}" type="slidenum">
              <a:rPr lang="it-IT" altLang="it-IT" smtClean="0"/>
              <a:pPr>
                <a:defRPr/>
              </a:pPr>
              <a:t>‹N›</a:t>
            </a:fld>
            <a:endParaRPr lang="it-IT" altLang="it-IT"/>
          </a:p>
        </p:txBody>
      </p:sp>
    </p:spTree>
    <p:extLst>
      <p:ext uri="{BB962C8B-B14F-4D97-AF65-F5344CB8AC3E}">
        <p14:creationId xmlns:p14="http://schemas.microsoft.com/office/powerpoint/2010/main" val="46668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5" y="204787"/>
            <a:ext cx="3008313" cy="871538"/>
          </a:xfrm>
        </p:spPr>
        <p:txBody>
          <a:bodyPr anchor="b"/>
          <a:lstStyle>
            <a:lvl1pPr algn="l">
              <a:defRPr sz="2000" b="1">
                <a:solidFill>
                  <a:srgbClr val="800000"/>
                </a:solidFill>
              </a:defRPr>
            </a:lvl1pPr>
          </a:lstStyle>
          <a:p>
            <a:r>
              <a:rPr lang="it-IT"/>
              <a:t>Fare clic per modificare lo stile del titolo dello schema</a:t>
            </a:r>
            <a:endParaRPr lang="en-US"/>
          </a:p>
        </p:txBody>
      </p:sp>
      <p:sp>
        <p:nvSpPr>
          <p:cNvPr id="3" name="Segnaposto contenuto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
Secondo livello
Terzo livello
Quarto livello
Quinto livello</a:t>
            </a:r>
            <a:endParaRPr lang="en-US"/>
          </a:p>
        </p:txBody>
      </p:sp>
      <p:sp>
        <p:nvSpPr>
          <p:cNvPr id="4" name="Segnaposto testo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
Secondo livello
Terzo livello
Quarto livello
Quinto livello</a:t>
            </a:r>
          </a:p>
        </p:txBody>
      </p:sp>
      <p:sp>
        <p:nvSpPr>
          <p:cNvPr id="5" name="Segnaposto data 4">
            <a:extLst>
              <a:ext uri="{FF2B5EF4-FFF2-40B4-BE49-F238E27FC236}">
                <a16:creationId xmlns:a16="http://schemas.microsoft.com/office/drawing/2014/main" id="{F6507EE9-0CDC-4148-8A28-DB77BBCD0593}"/>
              </a:ext>
            </a:extLst>
          </p:cNvPr>
          <p:cNvSpPr>
            <a:spLocks noGrp="1"/>
          </p:cNvSpPr>
          <p:nvPr>
            <p:ph type="dt" sz="half" idx="10"/>
          </p:nvPr>
        </p:nvSpPr>
        <p:spPr/>
        <p:txBody>
          <a:bodyPr/>
          <a:lstStyle>
            <a:lvl1pPr>
              <a:defRPr smtClean="0">
                <a:solidFill>
                  <a:srgbClr val="FFFFFF"/>
                </a:solidFill>
              </a:defRPr>
            </a:lvl1pPr>
          </a:lstStyle>
          <a:p>
            <a:pPr>
              <a:defRPr/>
            </a:pPr>
            <a:r>
              <a:rPr lang="it-IT" altLang="it-IT"/>
              <a:t>Introduction to KR</a:t>
            </a:r>
          </a:p>
        </p:txBody>
      </p:sp>
      <p:sp>
        <p:nvSpPr>
          <p:cNvPr id="6" name="Segnaposto piè di pagina 5">
            <a:extLst>
              <a:ext uri="{FF2B5EF4-FFF2-40B4-BE49-F238E27FC236}">
                <a16:creationId xmlns:a16="http://schemas.microsoft.com/office/drawing/2014/main" id="{6722D2B5-089D-434E-80AE-5C832BCCC440}"/>
              </a:ext>
            </a:extLst>
          </p:cNvPr>
          <p:cNvSpPr>
            <a:spLocks noGrp="1"/>
          </p:cNvSpPr>
          <p:nvPr>
            <p:ph type="ftr" sz="quarter" idx="11"/>
          </p:nvPr>
        </p:nvSpPr>
        <p:spPr/>
        <p:txBody>
          <a:bodyPr/>
          <a:lstStyle>
            <a:lvl1pPr>
              <a:defRPr>
                <a:solidFill>
                  <a:srgbClr val="FFFFFF"/>
                </a:solidFill>
              </a:defRPr>
            </a:lvl1pPr>
          </a:lstStyle>
          <a:p>
            <a:pPr>
              <a:defRPr/>
            </a:pPr>
            <a:r>
              <a:rPr lang="it-IT"/>
              <a:t>KNOWLEDGE REPRESENTATION</a:t>
            </a:r>
          </a:p>
        </p:txBody>
      </p:sp>
      <p:sp>
        <p:nvSpPr>
          <p:cNvPr id="7" name="Segnaposto numero diapositiva 6">
            <a:extLst>
              <a:ext uri="{FF2B5EF4-FFF2-40B4-BE49-F238E27FC236}">
                <a16:creationId xmlns:a16="http://schemas.microsoft.com/office/drawing/2014/main" id="{272FBC73-D206-45C1-96E4-53614CD92DE4}"/>
              </a:ext>
            </a:extLst>
          </p:cNvPr>
          <p:cNvSpPr>
            <a:spLocks noGrp="1"/>
          </p:cNvSpPr>
          <p:nvPr>
            <p:ph type="sldNum" sz="quarter" idx="12"/>
          </p:nvPr>
        </p:nvSpPr>
        <p:spPr/>
        <p:txBody>
          <a:bodyPr/>
          <a:lstStyle>
            <a:lvl1pPr>
              <a:defRPr smtClean="0">
                <a:solidFill>
                  <a:srgbClr val="FFFFFF"/>
                </a:solidFill>
                <a:latin typeface="Arial" panose="020B0604020202020204" pitchFamily="34" charset="0"/>
              </a:defRPr>
            </a:lvl1pPr>
          </a:lstStyle>
          <a:p>
            <a:pPr>
              <a:defRPr/>
            </a:pPr>
            <a:fld id="{D8476B2D-B94D-4307-9644-89F667858B30}" type="slidenum">
              <a:rPr lang="it-IT" altLang="it-IT"/>
              <a:pPr>
                <a:defRPr/>
              </a:pPr>
              <a:t>‹N›</a:t>
            </a:fld>
            <a:endParaRPr lang="it-IT" altLang="it-IT"/>
          </a:p>
        </p:txBody>
      </p:sp>
    </p:spTree>
    <p:extLst>
      <p:ext uri="{BB962C8B-B14F-4D97-AF65-F5344CB8AC3E}">
        <p14:creationId xmlns:p14="http://schemas.microsoft.com/office/powerpoint/2010/main" val="3619964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3600451"/>
            <a:ext cx="5486400" cy="425054"/>
          </a:xfrm>
        </p:spPr>
        <p:txBody>
          <a:bodyPr anchor="b"/>
          <a:lstStyle>
            <a:lvl1pPr algn="l">
              <a:defRPr sz="2000" b="1"/>
            </a:lvl1pPr>
          </a:lstStyle>
          <a:p>
            <a:r>
              <a:rPr lang="it-IT"/>
              <a:t>Fare clic per modificare lo stile del titolo dello schema</a:t>
            </a:r>
            <a:endParaRPr lang="en-US"/>
          </a:p>
        </p:txBody>
      </p:sp>
      <p:sp>
        <p:nvSpPr>
          <p:cNvPr id="3" name="Segnaposto immagine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it-IT" noProof="0"/>
              <a:t>Fare clic sull'icona per inserire un'immagine</a:t>
            </a:r>
            <a:endParaRPr lang="en-US" noProof="0"/>
          </a:p>
        </p:txBody>
      </p:sp>
      <p:sp>
        <p:nvSpPr>
          <p:cNvPr id="4" name="Segnaposto testo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
Secondo livello
Terzo livello
Quarto livello
Quinto livello</a:t>
            </a:r>
          </a:p>
        </p:txBody>
      </p:sp>
      <p:sp>
        <p:nvSpPr>
          <p:cNvPr id="5" name="Segnaposto data 4">
            <a:extLst>
              <a:ext uri="{FF2B5EF4-FFF2-40B4-BE49-F238E27FC236}">
                <a16:creationId xmlns:a16="http://schemas.microsoft.com/office/drawing/2014/main" id="{960E7B81-0415-45FD-AB81-D333AF2D05C9}"/>
              </a:ext>
            </a:extLst>
          </p:cNvPr>
          <p:cNvSpPr>
            <a:spLocks noGrp="1"/>
          </p:cNvSpPr>
          <p:nvPr>
            <p:ph type="dt" sz="half" idx="10"/>
          </p:nvPr>
        </p:nvSpPr>
        <p:spPr/>
        <p:txBody>
          <a:bodyPr/>
          <a:lstStyle>
            <a:lvl1pPr>
              <a:defRPr smtClean="0">
                <a:solidFill>
                  <a:srgbClr val="FFFFFF"/>
                </a:solidFill>
              </a:defRPr>
            </a:lvl1pPr>
          </a:lstStyle>
          <a:p>
            <a:pPr>
              <a:defRPr/>
            </a:pPr>
            <a:r>
              <a:rPr lang="it-IT" altLang="it-IT"/>
              <a:t>Introduction to KR</a:t>
            </a:r>
          </a:p>
        </p:txBody>
      </p:sp>
      <p:sp>
        <p:nvSpPr>
          <p:cNvPr id="6" name="Segnaposto piè di pagina 5">
            <a:extLst>
              <a:ext uri="{FF2B5EF4-FFF2-40B4-BE49-F238E27FC236}">
                <a16:creationId xmlns:a16="http://schemas.microsoft.com/office/drawing/2014/main" id="{93E77243-2F71-42BE-B622-2FC4DE67B602}"/>
              </a:ext>
            </a:extLst>
          </p:cNvPr>
          <p:cNvSpPr>
            <a:spLocks noGrp="1"/>
          </p:cNvSpPr>
          <p:nvPr>
            <p:ph type="ftr" sz="quarter" idx="11"/>
          </p:nvPr>
        </p:nvSpPr>
        <p:spPr/>
        <p:txBody>
          <a:bodyPr/>
          <a:lstStyle>
            <a:lvl1pPr>
              <a:defRPr>
                <a:solidFill>
                  <a:srgbClr val="FFFFFF"/>
                </a:solidFill>
              </a:defRPr>
            </a:lvl1pPr>
          </a:lstStyle>
          <a:p>
            <a:pPr>
              <a:defRPr/>
            </a:pPr>
            <a:r>
              <a:rPr lang="it-IT"/>
              <a:t>KNOWLEDGE REPRESENTATION</a:t>
            </a:r>
          </a:p>
        </p:txBody>
      </p:sp>
      <p:sp>
        <p:nvSpPr>
          <p:cNvPr id="7" name="Segnaposto numero diapositiva 6">
            <a:extLst>
              <a:ext uri="{FF2B5EF4-FFF2-40B4-BE49-F238E27FC236}">
                <a16:creationId xmlns:a16="http://schemas.microsoft.com/office/drawing/2014/main" id="{4516188A-68ED-4AC6-B692-6ABAE89F0063}"/>
              </a:ext>
            </a:extLst>
          </p:cNvPr>
          <p:cNvSpPr>
            <a:spLocks noGrp="1"/>
          </p:cNvSpPr>
          <p:nvPr>
            <p:ph type="sldNum" sz="quarter" idx="12"/>
          </p:nvPr>
        </p:nvSpPr>
        <p:spPr/>
        <p:txBody>
          <a:bodyPr/>
          <a:lstStyle>
            <a:lvl1pPr>
              <a:defRPr smtClean="0">
                <a:solidFill>
                  <a:srgbClr val="FFFFFF"/>
                </a:solidFill>
                <a:latin typeface="Arial" panose="020B0604020202020204" pitchFamily="34" charset="0"/>
              </a:defRPr>
            </a:lvl1pPr>
          </a:lstStyle>
          <a:p>
            <a:pPr>
              <a:defRPr/>
            </a:pPr>
            <a:fld id="{96B338B3-9BD9-4219-AABA-FCF7A675F8C6}" type="slidenum">
              <a:rPr lang="it-IT" altLang="it-IT"/>
              <a:pPr>
                <a:defRPr/>
              </a:pPr>
              <a:t>‹N›</a:t>
            </a:fld>
            <a:endParaRPr lang="it-IT" altLang="it-IT"/>
          </a:p>
        </p:txBody>
      </p:sp>
    </p:spTree>
    <p:extLst>
      <p:ext uri="{BB962C8B-B14F-4D97-AF65-F5344CB8AC3E}">
        <p14:creationId xmlns:p14="http://schemas.microsoft.com/office/powerpoint/2010/main" val="380816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solidFill>
                  <a:srgbClr val="800000"/>
                </a:solidFill>
              </a:defRPr>
            </a:lvl1pPr>
          </a:lstStyle>
          <a:p>
            <a:r>
              <a:rPr lang="it-IT"/>
              <a:t>Fare clic per modificare lo stile del titolo dello schema</a:t>
            </a:r>
            <a:endParaRPr lang="en-US"/>
          </a:p>
        </p:txBody>
      </p:sp>
      <p:sp>
        <p:nvSpPr>
          <p:cNvPr id="3" name="Segnaposto testo verticale 2"/>
          <p:cNvSpPr>
            <a:spLocks noGrp="1"/>
          </p:cNvSpPr>
          <p:nvPr>
            <p:ph type="body" orient="vert" idx="1"/>
          </p:nvPr>
        </p:nvSpPr>
        <p:spPr/>
        <p:txBody>
          <a:bodyPr vert="eaVert"/>
          <a:lstStyle/>
          <a:p>
            <a:pPr lvl="0"/>
            <a:r>
              <a:rPr lang="it-IT"/>
              <a:t>Modifica gli stili del testo dello schema
Secondo livello
Terzo livello
Quarto livello
Quinto livello</a:t>
            </a:r>
            <a:endParaRPr lang="en-US"/>
          </a:p>
        </p:txBody>
      </p:sp>
      <p:sp>
        <p:nvSpPr>
          <p:cNvPr id="4" name="Segnaposto data 3">
            <a:extLst>
              <a:ext uri="{FF2B5EF4-FFF2-40B4-BE49-F238E27FC236}">
                <a16:creationId xmlns:a16="http://schemas.microsoft.com/office/drawing/2014/main" id="{F836C99A-F6EA-44E5-B86D-8086FD21BBA5}"/>
              </a:ext>
            </a:extLst>
          </p:cNvPr>
          <p:cNvSpPr>
            <a:spLocks noGrp="1"/>
          </p:cNvSpPr>
          <p:nvPr>
            <p:ph type="dt" sz="half" idx="10"/>
          </p:nvPr>
        </p:nvSpPr>
        <p:spPr/>
        <p:txBody>
          <a:bodyPr/>
          <a:lstStyle>
            <a:lvl1pPr>
              <a:defRPr smtClean="0">
                <a:solidFill>
                  <a:srgbClr val="FFFFFF"/>
                </a:solidFill>
              </a:defRPr>
            </a:lvl1pPr>
          </a:lstStyle>
          <a:p>
            <a:pPr>
              <a:defRPr/>
            </a:pPr>
            <a:r>
              <a:rPr lang="it-IT" altLang="it-IT"/>
              <a:t>Introduction to KR</a:t>
            </a:r>
          </a:p>
        </p:txBody>
      </p:sp>
      <p:sp>
        <p:nvSpPr>
          <p:cNvPr id="5" name="Segnaposto piè di pagina 4">
            <a:extLst>
              <a:ext uri="{FF2B5EF4-FFF2-40B4-BE49-F238E27FC236}">
                <a16:creationId xmlns:a16="http://schemas.microsoft.com/office/drawing/2014/main" id="{FA73AB2F-0E00-4C92-A508-186E6FD6C6B0}"/>
              </a:ext>
            </a:extLst>
          </p:cNvPr>
          <p:cNvSpPr>
            <a:spLocks noGrp="1"/>
          </p:cNvSpPr>
          <p:nvPr>
            <p:ph type="ftr" sz="quarter" idx="11"/>
          </p:nvPr>
        </p:nvSpPr>
        <p:spPr/>
        <p:txBody>
          <a:bodyPr/>
          <a:lstStyle>
            <a:lvl1pPr>
              <a:defRPr>
                <a:solidFill>
                  <a:srgbClr val="FFFFFF"/>
                </a:solidFill>
              </a:defRPr>
            </a:lvl1pPr>
          </a:lstStyle>
          <a:p>
            <a:pPr>
              <a:defRPr/>
            </a:pPr>
            <a:r>
              <a:rPr lang="it-IT"/>
              <a:t>KNOWLEDGE REPRESENTATION</a:t>
            </a:r>
          </a:p>
        </p:txBody>
      </p:sp>
      <p:sp>
        <p:nvSpPr>
          <p:cNvPr id="6" name="Segnaposto numero diapositiva 5">
            <a:extLst>
              <a:ext uri="{FF2B5EF4-FFF2-40B4-BE49-F238E27FC236}">
                <a16:creationId xmlns:a16="http://schemas.microsoft.com/office/drawing/2014/main" id="{42268B54-0662-4EE2-B3E9-264D1DF0D070}"/>
              </a:ext>
            </a:extLst>
          </p:cNvPr>
          <p:cNvSpPr>
            <a:spLocks noGrp="1"/>
          </p:cNvSpPr>
          <p:nvPr>
            <p:ph type="sldNum" sz="quarter" idx="12"/>
          </p:nvPr>
        </p:nvSpPr>
        <p:spPr/>
        <p:txBody>
          <a:bodyPr/>
          <a:lstStyle>
            <a:lvl1pPr>
              <a:defRPr smtClean="0">
                <a:solidFill>
                  <a:srgbClr val="FFFFFF"/>
                </a:solidFill>
                <a:latin typeface="Arial" panose="020B0604020202020204" pitchFamily="34" charset="0"/>
              </a:defRPr>
            </a:lvl1pPr>
          </a:lstStyle>
          <a:p>
            <a:pPr>
              <a:defRPr/>
            </a:pPr>
            <a:fld id="{9F91C6E6-09D2-40BD-91F2-E474F31023E0}" type="slidenum">
              <a:rPr lang="it-IT" altLang="it-IT"/>
              <a:pPr>
                <a:defRPr/>
              </a:pPr>
              <a:t>‹N›</a:t>
            </a:fld>
            <a:endParaRPr lang="it-IT" altLang="it-IT"/>
          </a:p>
        </p:txBody>
      </p:sp>
    </p:spTree>
    <p:extLst>
      <p:ext uri="{BB962C8B-B14F-4D97-AF65-F5344CB8AC3E}">
        <p14:creationId xmlns:p14="http://schemas.microsoft.com/office/powerpoint/2010/main" val="3355725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05980"/>
            <a:ext cx="2057400" cy="4388644"/>
          </a:xfrm>
        </p:spPr>
        <p:txBody>
          <a:bodyPr vert="eaVert"/>
          <a:lstStyle>
            <a:lvl1pPr>
              <a:defRPr>
                <a:solidFill>
                  <a:srgbClr val="800000"/>
                </a:solidFill>
              </a:defRPr>
            </a:lvl1pPr>
          </a:lstStyle>
          <a:p>
            <a:r>
              <a:rPr lang="it-IT"/>
              <a:t>Fare clic per modificare lo stile del titolo dello schema</a:t>
            </a:r>
            <a:endParaRPr lang="en-US"/>
          </a:p>
        </p:txBody>
      </p:sp>
      <p:sp>
        <p:nvSpPr>
          <p:cNvPr id="3" name="Segnaposto testo verticale 2"/>
          <p:cNvSpPr>
            <a:spLocks noGrp="1"/>
          </p:cNvSpPr>
          <p:nvPr>
            <p:ph type="body" orient="vert" idx="1"/>
          </p:nvPr>
        </p:nvSpPr>
        <p:spPr>
          <a:xfrm>
            <a:off x="457200" y="205980"/>
            <a:ext cx="6019800" cy="4388644"/>
          </a:xfrm>
        </p:spPr>
        <p:txBody>
          <a:bodyPr vert="eaVert"/>
          <a:lstStyle/>
          <a:p>
            <a:pPr lvl="0"/>
            <a:r>
              <a:rPr lang="it-IT"/>
              <a:t>Modifica gli stili del testo dello schema
Secondo livello
Terzo livello
Quarto livello
Quinto livello</a:t>
            </a:r>
            <a:endParaRPr lang="en-US"/>
          </a:p>
        </p:txBody>
      </p:sp>
      <p:sp>
        <p:nvSpPr>
          <p:cNvPr id="4" name="Segnaposto data 3">
            <a:extLst>
              <a:ext uri="{FF2B5EF4-FFF2-40B4-BE49-F238E27FC236}">
                <a16:creationId xmlns:a16="http://schemas.microsoft.com/office/drawing/2014/main" id="{81144EC7-064D-4629-A13E-BC17C0C7C783}"/>
              </a:ext>
            </a:extLst>
          </p:cNvPr>
          <p:cNvSpPr>
            <a:spLocks noGrp="1"/>
          </p:cNvSpPr>
          <p:nvPr>
            <p:ph type="dt" sz="half" idx="10"/>
          </p:nvPr>
        </p:nvSpPr>
        <p:spPr/>
        <p:txBody>
          <a:bodyPr/>
          <a:lstStyle>
            <a:lvl1pPr defTabSz="457200" eaLnBrk="1" hangingPunct="1">
              <a:defRPr smtClean="0">
                <a:solidFill>
                  <a:srgbClr val="FFFFFF"/>
                </a:solidFill>
              </a:defRPr>
            </a:lvl1pPr>
          </a:lstStyle>
          <a:p>
            <a:pPr>
              <a:defRPr/>
            </a:pPr>
            <a:r>
              <a:rPr lang="it-IT" altLang="it-IT"/>
              <a:t>Introduction to KR</a:t>
            </a:r>
          </a:p>
        </p:txBody>
      </p:sp>
      <p:sp>
        <p:nvSpPr>
          <p:cNvPr id="5" name="Segnaposto piè di pagina 4">
            <a:extLst>
              <a:ext uri="{FF2B5EF4-FFF2-40B4-BE49-F238E27FC236}">
                <a16:creationId xmlns:a16="http://schemas.microsoft.com/office/drawing/2014/main" id="{1DBA2179-2FC3-4FAD-8BB0-1E9D316AFEFF}"/>
              </a:ext>
            </a:extLst>
          </p:cNvPr>
          <p:cNvSpPr>
            <a:spLocks noGrp="1"/>
          </p:cNvSpPr>
          <p:nvPr>
            <p:ph type="ftr" sz="quarter" idx="11"/>
          </p:nvPr>
        </p:nvSpPr>
        <p:spPr/>
        <p:txBody>
          <a:bodyPr/>
          <a:lstStyle>
            <a:lvl1pPr defTabSz="457200" eaLnBrk="1" fontAlgn="auto" hangingPunct="1">
              <a:spcBef>
                <a:spcPts val="0"/>
              </a:spcBef>
              <a:spcAft>
                <a:spcPts val="0"/>
              </a:spcAft>
              <a:defRPr>
                <a:solidFill>
                  <a:srgbClr val="FFFFFF"/>
                </a:solidFill>
              </a:defRPr>
            </a:lvl1pPr>
          </a:lstStyle>
          <a:p>
            <a:pPr>
              <a:defRPr/>
            </a:pPr>
            <a:r>
              <a:rPr lang="it-IT"/>
              <a:t>KNOWLEDGE REPRESENTATION</a:t>
            </a:r>
          </a:p>
        </p:txBody>
      </p:sp>
      <p:sp>
        <p:nvSpPr>
          <p:cNvPr id="6" name="Segnaposto numero diapositiva 5">
            <a:extLst>
              <a:ext uri="{FF2B5EF4-FFF2-40B4-BE49-F238E27FC236}">
                <a16:creationId xmlns:a16="http://schemas.microsoft.com/office/drawing/2014/main" id="{DAA0186A-B7F0-4F3A-A07F-0F1394DB09D8}"/>
              </a:ext>
            </a:extLst>
          </p:cNvPr>
          <p:cNvSpPr>
            <a:spLocks noGrp="1"/>
          </p:cNvSpPr>
          <p:nvPr>
            <p:ph type="sldNum" sz="quarter" idx="12"/>
          </p:nvPr>
        </p:nvSpPr>
        <p:spPr/>
        <p:txBody>
          <a:bodyPr/>
          <a:lstStyle>
            <a:lvl1pPr defTabSz="457200" eaLnBrk="1" hangingPunct="1">
              <a:defRPr smtClean="0">
                <a:solidFill>
                  <a:srgbClr val="FFFFFF"/>
                </a:solidFill>
                <a:latin typeface="Arial" panose="020B0604020202020204" pitchFamily="34" charset="0"/>
              </a:defRPr>
            </a:lvl1pPr>
          </a:lstStyle>
          <a:p>
            <a:pPr>
              <a:defRPr/>
            </a:pPr>
            <a:fld id="{D87B9D4D-E2B4-4C02-A143-BFB594918081}" type="slidenum">
              <a:rPr lang="it-IT" altLang="it-IT"/>
              <a:pPr>
                <a:defRPr/>
              </a:pPr>
              <a:t>‹N›</a:t>
            </a:fld>
            <a:endParaRPr lang="it-IT" altLang="it-IT"/>
          </a:p>
        </p:txBody>
      </p:sp>
    </p:spTree>
    <p:extLst>
      <p:ext uri="{BB962C8B-B14F-4D97-AF65-F5344CB8AC3E}">
        <p14:creationId xmlns:p14="http://schemas.microsoft.com/office/powerpoint/2010/main" val="1591095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317500" y="495300"/>
            <a:ext cx="8637588" cy="617935"/>
          </a:xfrm>
        </p:spPr>
        <p:txBody>
          <a:bodyPr/>
          <a:lstStyle/>
          <a:p>
            <a:r>
              <a:rPr lang="en-US"/>
              <a:t>Click to edit Master title style</a:t>
            </a:r>
          </a:p>
        </p:txBody>
      </p:sp>
      <p:sp>
        <p:nvSpPr>
          <p:cNvPr id="3" name="SmartArt Placeholder 2"/>
          <p:cNvSpPr>
            <a:spLocks noGrp="1"/>
          </p:cNvSpPr>
          <p:nvPr>
            <p:ph type="dgm" idx="1"/>
          </p:nvPr>
        </p:nvSpPr>
        <p:spPr>
          <a:xfrm>
            <a:off x="328613" y="1456135"/>
            <a:ext cx="8208962" cy="3086100"/>
          </a:xfrm>
        </p:spPr>
        <p:txBody>
          <a:bodyPr/>
          <a:lstStyle/>
          <a:p>
            <a:pPr lvl="0"/>
            <a:endParaRPr lang="en-US" noProof="0"/>
          </a:p>
        </p:txBody>
      </p:sp>
      <p:sp>
        <p:nvSpPr>
          <p:cNvPr id="4" name="Rectangle 4">
            <a:extLst>
              <a:ext uri="{FF2B5EF4-FFF2-40B4-BE49-F238E27FC236}">
                <a16:creationId xmlns:a16="http://schemas.microsoft.com/office/drawing/2014/main" id="{7CE44C37-FFE7-844F-95C7-6D1575D05FB5}"/>
              </a:ext>
            </a:extLst>
          </p:cNvPr>
          <p:cNvSpPr>
            <a:spLocks noGrp="1" noChangeArrowheads="1"/>
          </p:cNvSpPr>
          <p:nvPr>
            <p:ph type="dt" sz="half"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defRPr/>
            </a:lvl1pPr>
          </a:lstStyle>
          <a:p>
            <a:pPr>
              <a:defRPr/>
            </a:pPr>
            <a:r>
              <a:rPr lang="it-IT"/>
              <a:t>Introduction to KR</a:t>
            </a:r>
            <a:endParaRPr lang="en-GB"/>
          </a:p>
        </p:txBody>
      </p:sp>
      <p:sp>
        <p:nvSpPr>
          <p:cNvPr id="5" name="Rectangle 5">
            <a:extLst>
              <a:ext uri="{FF2B5EF4-FFF2-40B4-BE49-F238E27FC236}">
                <a16:creationId xmlns:a16="http://schemas.microsoft.com/office/drawing/2014/main" id="{517AEF9C-0663-D249-BEFB-11BA36C5E75A}"/>
              </a:ext>
            </a:extLst>
          </p:cNvPr>
          <p:cNvSpPr>
            <a:spLocks noGrp="1" noChangeArrowheads="1"/>
          </p:cNvSpPr>
          <p:nvPr>
            <p:ph type="ftr" sz="quarter" idx="1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defRPr/>
            </a:lvl1pPr>
          </a:lstStyle>
          <a:p>
            <a:pPr>
              <a:defRPr/>
            </a:pPr>
            <a:r>
              <a:rPr lang="en-GB"/>
              <a:t>KNOWLEDGE REPRESENTATION</a:t>
            </a:r>
          </a:p>
        </p:txBody>
      </p:sp>
      <p:sp>
        <p:nvSpPr>
          <p:cNvPr id="6" name="Rectangle 6">
            <a:extLst>
              <a:ext uri="{FF2B5EF4-FFF2-40B4-BE49-F238E27FC236}">
                <a16:creationId xmlns:a16="http://schemas.microsoft.com/office/drawing/2014/main" id="{9CC979E5-53E4-1242-99E1-80BFE7EB007D}"/>
              </a:ext>
            </a:extLst>
          </p:cNvPr>
          <p:cNvSpPr>
            <a:spLocks noGrp="1" noChangeArrowheads="1"/>
          </p:cNvSpPr>
          <p:nvPr>
            <p:ph type="sldNum" sz="quarter" idx="12"/>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defRPr/>
            </a:lvl1pPr>
          </a:lstStyle>
          <a:p>
            <a:fld id="{D88B0945-733E-0A44-92BE-DC0150C935E3}" type="slidenum">
              <a:rPr lang="en-GB" altLang="it-IT"/>
              <a:pPr/>
              <a:t>‹N›</a:t>
            </a:fld>
            <a:endParaRPr lang="en-GB" altLang="it-IT"/>
          </a:p>
        </p:txBody>
      </p:sp>
    </p:spTree>
    <p:extLst>
      <p:ext uri="{BB962C8B-B14F-4D97-AF65-F5344CB8AC3E}">
        <p14:creationId xmlns:p14="http://schemas.microsoft.com/office/powerpoint/2010/main" val="560343976"/>
      </p:ext>
    </p:extLst>
  </p:cSld>
  <p:clrMapOvr>
    <a:masterClrMapping/>
  </p:clrMapOvr>
  <p:transition spd="med">
    <p:randomBar dir="vert"/>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Connettore 1 8">
            <a:extLst>
              <a:ext uri="{FF2B5EF4-FFF2-40B4-BE49-F238E27FC236}">
                <a16:creationId xmlns:a16="http://schemas.microsoft.com/office/drawing/2014/main" id="{3E4D53D9-0413-4E98-B30A-0911779B1CD8}"/>
              </a:ext>
            </a:extLst>
          </p:cNvPr>
          <p:cNvCxnSpPr>
            <a:cxnSpLocks noChangeShapeType="1"/>
          </p:cNvCxnSpPr>
          <p:nvPr/>
        </p:nvCxnSpPr>
        <p:spPr bwMode="auto">
          <a:xfrm>
            <a:off x="0" y="136525"/>
            <a:ext cx="7924800" cy="0"/>
          </a:xfrm>
          <a:prstGeom prst="line">
            <a:avLst/>
          </a:prstGeom>
          <a:noFill/>
          <a:ln w="25400">
            <a:solidFill>
              <a:srgbClr val="953735"/>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2051" name="Segnaposto titolo 1">
            <a:extLst>
              <a:ext uri="{FF2B5EF4-FFF2-40B4-BE49-F238E27FC236}">
                <a16:creationId xmlns:a16="http://schemas.microsoft.com/office/drawing/2014/main" id="{AA9ADE31-466F-4A6E-B2C5-67CEBCE01D34}"/>
              </a:ext>
            </a:extLst>
          </p:cNvPr>
          <p:cNvSpPr>
            <a:spLocks noGrp="1"/>
          </p:cNvSpPr>
          <p:nvPr>
            <p:ph type="title"/>
          </p:nvPr>
        </p:nvSpPr>
        <p:spPr bwMode="auto">
          <a:xfrm>
            <a:off x="457200" y="952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stile</a:t>
            </a:r>
            <a:endParaRPr lang="en-US" altLang="it-IT"/>
          </a:p>
        </p:txBody>
      </p:sp>
      <p:sp>
        <p:nvSpPr>
          <p:cNvPr id="2052" name="Segnaposto testo 2">
            <a:extLst>
              <a:ext uri="{FF2B5EF4-FFF2-40B4-BE49-F238E27FC236}">
                <a16:creationId xmlns:a16="http://schemas.microsoft.com/office/drawing/2014/main" id="{11430D93-9A39-4E38-B62A-1CFA666B51B8}"/>
              </a:ext>
            </a:extLst>
          </p:cNvPr>
          <p:cNvSpPr>
            <a:spLocks noGrp="1"/>
          </p:cNvSpPr>
          <p:nvPr>
            <p:ph type="body" idx="1"/>
          </p:nvPr>
        </p:nvSpPr>
        <p:spPr bwMode="auto">
          <a:xfrm>
            <a:off x="457200" y="866775"/>
            <a:ext cx="8229600"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dirty="0"/>
              <a:t>Fare clic per modificare gli stili del testo dello schema</a:t>
            </a:r>
          </a:p>
          <a:p>
            <a:pPr lvl="1"/>
            <a:r>
              <a:rPr lang="it-IT" altLang="it-IT" dirty="0"/>
              <a:t>Secondo livello</a:t>
            </a:r>
          </a:p>
          <a:p>
            <a:pPr lvl="2"/>
            <a:r>
              <a:rPr lang="it-IT" altLang="it-IT" dirty="0"/>
              <a:t>Terzo livello</a:t>
            </a:r>
          </a:p>
          <a:p>
            <a:pPr lvl="3"/>
            <a:r>
              <a:rPr lang="it-IT" altLang="it-IT" dirty="0"/>
              <a:t>Quarto livello</a:t>
            </a:r>
          </a:p>
          <a:p>
            <a:pPr lvl="4"/>
            <a:r>
              <a:rPr lang="it-IT" altLang="it-IT" dirty="0"/>
              <a:t>Quinto livello</a:t>
            </a:r>
            <a:endParaRPr lang="en-US" altLang="it-IT" dirty="0"/>
          </a:p>
        </p:txBody>
      </p:sp>
      <p:sp>
        <p:nvSpPr>
          <p:cNvPr id="4" name="Segnaposto data 3">
            <a:extLst>
              <a:ext uri="{FF2B5EF4-FFF2-40B4-BE49-F238E27FC236}">
                <a16:creationId xmlns:a16="http://schemas.microsoft.com/office/drawing/2014/main" id="{E59039C1-3D31-4618-812B-62486E9A9CB8}"/>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a:defRPr/>
            </a:pPr>
            <a:r>
              <a:rPr lang="it-IT" altLang="it-IT"/>
              <a:t>Introduction to KR</a:t>
            </a:r>
            <a:endParaRPr lang="en-US" altLang="it-IT" dirty="0"/>
          </a:p>
        </p:txBody>
      </p:sp>
      <p:sp>
        <p:nvSpPr>
          <p:cNvPr id="5" name="Segnaposto piè di pagina 4">
            <a:extLst>
              <a:ext uri="{FF2B5EF4-FFF2-40B4-BE49-F238E27FC236}">
                <a16:creationId xmlns:a16="http://schemas.microsoft.com/office/drawing/2014/main" id="{99C481AF-DC48-4A15-B780-A6FE13CE1F10}"/>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latin typeface="Tahoma" charset="0"/>
                <a:ea typeface="ＭＳ Ｐゴシック" charset="0"/>
                <a:cs typeface="ＭＳ Ｐゴシック" charset="0"/>
              </a:defRPr>
            </a:lvl1p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0915BA29-28F1-45BD-95D4-7D70F8E1C1F5}"/>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07703C53-5324-49A8-8F9E-1D23D9472D20}" type="slidenum">
              <a:rPr lang="en-US" altLang="it-IT"/>
              <a:pPr>
                <a:defRPr/>
              </a:pPr>
              <a:t>‹N›</a:t>
            </a:fld>
            <a:endParaRPr lang="en-US" altLang="it-IT"/>
          </a:p>
        </p:txBody>
      </p:sp>
      <p:pic>
        <p:nvPicPr>
          <p:cNvPr id="3" name="Immagine 2">
            <a:extLst>
              <a:ext uri="{FF2B5EF4-FFF2-40B4-BE49-F238E27FC236}">
                <a16:creationId xmlns:a16="http://schemas.microsoft.com/office/drawing/2014/main" id="{9943039F-1152-7640-A8B6-3592FA14B476}"/>
              </a:ext>
            </a:extLst>
          </p:cNvPr>
          <p:cNvPicPr>
            <a:picLocks noChangeAspect="1"/>
          </p:cNvPicPr>
          <p:nvPr userDrawn="1"/>
        </p:nvPicPr>
        <p:blipFill>
          <a:blip r:embed="rId14"/>
          <a:stretch>
            <a:fillRect/>
          </a:stretch>
        </p:blipFill>
        <p:spPr>
          <a:xfrm>
            <a:off x="8035975" y="18703"/>
            <a:ext cx="1108025" cy="392045"/>
          </a:xfrm>
          <a:prstGeom prst="rect">
            <a:avLst/>
          </a:prstGeom>
        </p:spPr>
      </p:pic>
    </p:spTree>
  </p:cSld>
  <p:clrMap bg1="lt1" tx1="dk1" bg2="lt2" tx2="dk2" accent1="accent1" accent2="accent2" accent3="accent3" accent4="accent4" accent5="accent5" accent6="accent6" hlink="hlink" folHlink="folHlink"/>
  <p:sldLayoutIdLst>
    <p:sldLayoutId id="2147484036" r:id="rId1"/>
    <p:sldLayoutId id="2147484037" r:id="rId2"/>
    <p:sldLayoutId id="2147484038" r:id="rId3"/>
    <p:sldLayoutId id="2147484039" r:id="rId4"/>
    <p:sldLayoutId id="2147484040" r:id="rId5"/>
    <p:sldLayoutId id="2147484041" r:id="rId6"/>
    <p:sldLayoutId id="2147484042" r:id="rId7"/>
    <p:sldLayoutId id="2147484043" r:id="rId8"/>
    <p:sldLayoutId id="2147484044" r:id="rId9"/>
    <p:sldLayoutId id="2147484045" r:id="rId10"/>
    <p:sldLayoutId id="2147484046" r:id="rId11"/>
    <p:sldLayoutId id="2147484047" r:id="rId12"/>
  </p:sldLayoutIdLst>
  <p:hf hdr="0"/>
  <p:txStyles>
    <p:titleStyle>
      <a:lvl1pPr algn="ctr" defTabSz="457200" rtl="0" eaLnBrk="1" fontAlgn="base" hangingPunct="1">
        <a:spcBef>
          <a:spcPct val="0"/>
        </a:spcBef>
        <a:spcAft>
          <a:spcPct val="0"/>
        </a:spcAft>
        <a:defRPr sz="4400" kern="1200">
          <a:solidFill>
            <a:srgbClr val="800000"/>
          </a:solidFill>
          <a:latin typeface="+mj-lt"/>
          <a:ea typeface="MS PGothic" panose="020B0600070205080204" pitchFamily="34" charset="-128"/>
          <a:cs typeface="ＭＳ Ｐゴシック" charset="0"/>
        </a:defRPr>
      </a:lvl1pPr>
      <a:lvl2pPr algn="ctr" defTabSz="457200" rtl="0" eaLnBrk="1" fontAlgn="base" hangingPunct="1">
        <a:spcBef>
          <a:spcPct val="0"/>
        </a:spcBef>
        <a:spcAft>
          <a:spcPct val="0"/>
        </a:spcAft>
        <a:defRPr sz="4400">
          <a:solidFill>
            <a:srgbClr val="800000"/>
          </a:solidFill>
          <a:latin typeface="Calibri" charset="0"/>
          <a:ea typeface="MS PGothic" panose="020B0600070205080204" pitchFamily="34" charset="-128"/>
          <a:cs typeface="ＭＳ Ｐゴシック" charset="0"/>
        </a:defRPr>
      </a:lvl2pPr>
      <a:lvl3pPr algn="ctr" defTabSz="457200" rtl="0" eaLnBrk="1" fontAlgn="base" hangingPunct="1">
        <a:spcBef>
          <a:spcPct val="0"/>
        </a:spcBef>
        <a:spcAft>
          <a:spcPct val="0"/>
        </a:spcAft>
        <a:defRPr sz="4400">
          <a:solidFill>
            <a:srgbClr val="800000"/>
          </a:solidFill>
          <a:latin typeface="Calibri" charset="0"/>
          <a:ea typeface="MS PGothic" panose="020B0600070205080204" pitchFamily="34" charset="-128"/>
          <a:cs typeface="ＭＳ Ｐゴシック" charset="0"/>
        </a:defRPr>
      </a:lvl3pPr>
      <a:lvl4pPr algn="ctr" defTabSz="457200" rtl="0" eaLnBrk="1" fontAlgn="base" hangingPunct="1">
        <a:spcBef>
          <a:spcPct val="0"/>
        </a:spcBef>
        <a:spcAft>
          <a:spcPct val="0"/>
        </a:spcAft>
        <a:defRPr sz="4400">
          <a:solidFill>
            <a:srgbClr val="800000"/>
          </a:solidFill>
          <a:latin typeface="Calibri" charset="0"/>
          <a:ea typeface="MS PGothic" panose="020B0600070205080204" pitchFamily="34" charset="-128"/>
          <a:cs typeface="ＭＳ Ｐゴシック" charset="0"/>
        </a:defRPr>
      </a:lvl4pPr>
      <a:lvl5pPr algn="ctr" defTabSz="457200" rtl="0" eaLnBrk="1" fontAlgn="base" hangingPunct="1">
        <a:spcBef>
          <a:spcPct val="0"/>
        </a:spcBef>
        <a:spcAft>
          <a:spcPct val="0"/>
        </a:spcAft>
        <a:defRPr sz="4400">
          <a:solidFill>
            <a:srgbClr val="800000"/>
          </a:solidFill>
          <a:latin typeface="Calibri" charset="0"/>
          <a:ea typeface="MS PGothic" panose="020B0600070205080204" pitchFamily="34" charset="-128"/>
          <a:cs typeface="ＭＳ Ｐゴシック" charset="0"/>
        </a:defRPr>
      </a:lvl5pPr>
      <a:lvl6pPr marL="457200" algn="ctr" defTabSz="457200" rtl="0" eaLnBrk="1" fontAlgn="base" hangingPunct="1">
        <a:spcBef>
          <a:spcPct val="0"/>
        </a:spcBef>
        <a:spcAft>
          <a:spcPct val="0"/>
        </a:spcAft>
        <a:defRPr sz="4400">
          <a:solidFill>
            <a:srgbClr val="800000"/>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sz="4400">
          <a:solidFill>
            <a:srgbClr val="800000"/>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sz="4400">
          <a:solidFill>
            <a:srgbClr val="800000"/>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sz="4400">
          <a:solidFill>
            <a:srgbClr val="800000"/>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ＭＳ Ｐゴシック" charset="0"/>
        </a:defRPr>
      </a:lvl1pPr>
      <a:lvl2pPr marL="742950" indent="-285750" algn="l" defTabSz="457200"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ordnet.princeton.edu/"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berkeleyfn.framenetbr.ufjf.br/"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95ECE64-F2A7-4B42-9294-67E7C0311257}"/>
              </a:ext>
            </a:extLst>
          </p:cNvPr>
          <p:cNvSpPr>
            <a:spLocks noChangeArrowheads="1"/>
          </p:cNvSpPr>
          <p:nvPr/>
        </p:nvSpPr>
        <p:spPr bwMode="auto">
          <a:xfrm>
            <a:off x="4238128" y="4092351"/>
            <a:ext cx="334803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en-US" altLang="it-IT" sz="1800" dirty="0">
                <a:latin typeface="Tahoma" panose="020B0604030504040204" pitchFamily="34" charset="0"/>
              </a:rPr>
              <a:t>Computer Science Department</a:t>
            </a:r>
          </a:p>
          <a:p>
            <a:pPr algn="ctr" eaLnBrk="1" hangingPunct="1">
              <a:spcBef>
                <a:spcPct val="0"/>
              </a:spcBef>
              <a:buFontTx/>
              <a:buNone/>
            </a:pPr>
            <a:r>
              <a:rPr lang="en-US" altLang="it-IT" sz="1800" dirty="0">
                <a:latin typeface="Tahoma" panose="020B0604030504040204" pitchFamily="34" charset="0"/>
              </a:rPr>
              <a:t>University of Verona - Italy</a:t>
            </a:r>
          </a:p>
        </p:txBody>
      </p:sp>
      <p:sp>
        <p:nvSpPr>
          <p:cNvPr id="7171" name="Rectangle 3">
            <a:extLst>
              <a:ext uri="{FF2B5EF4-FFF2-40B4-BE49-F238E27FC236}">
                <a16:creationId xmlns:a16="http://schemas.microsoft.com/office/drawing/2014/main" id="{B34E587E-09E1-4E74-AE2B-B98A49061505}"/>
              </a:ext>
            </a:extLst>
          </p:cNvPr>
          <p:cNvSpPr>
            <a:spLocks noGrp="1" noChangeArrowheads="1"/>
          </p:cNvSpPr>
          <p:nvPr>
            <p:ph type="ctrTitle"/>
          </p:nvPr>
        </p:nvSpPr>
        <p:spPr>
          <a:xfrm>
            <a:off x="693216" y="843558"/>
            <a:ext cx="7772400" cy="2088232"/>
          </a:xfrm>
          <a:effectLst>
            <a:outerShdw blurRad="63500" dist="81320" dir="2319588" algn="ctr" rotWithShape="0">
              <a:schemeClr val="bg2">
                <a:alpha val="74997"/>
              </a:schemeClr>
            </a:outerShdw>
          </a:effectLst>
        </p:spPr>
        <p:txBody>
          <a:bodyPr rtlCol="0">
            <a:normAutofit/>
          </a:bodyPr>
          <a:lstStyle/>
          <a:p>
            <a:pPr eaLnBrk="1" fontAlgn="auto" hangingPunct="1">
              <a:spcAft>
                <a:spcPts val="0"/>
              </a:spcAft>
              <a:defRPr/>
            </a:pPr>
            <a:r>
              <a:rPr lang="en-US" sz="3600" b="1" dirty="0">
                <a:ea typeface="+mj-ea"/>
                <a:cs typeface="+mj-cs"/>
              </a:rPr>
              <a:t>Unit 2: Introduction to KR</a:t>
            </a:r>
            <a:endParaRPr lang="en-US" sz="3600" dirty="0">
              <a:ea typeface="+mj-ea"/>
              <a:cs typeface="+mj-cs"/>
            </a:endParaRPr>
          </a:p>
        </p:txBody>
      </p:sp>
      <p:pic>
        <p:nvPicPr>
          <p:cNvPr id="28677" name="Immagine 25" descr="univr-color.gif">
            <a:extLst>
              <a:ext uri="{FF2B5EF4-FFF2-40B4-BE49-F238E27FC236}">
                <a16:creationId xmlns:a16="http://schemas.microsoft.com/office/drawing/2014/main" id="{0F2A3EAB-47C4-4463-9952-A31D235A5E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67141" y="3805014"/>
            <a:ext cx="10985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CasellaDiTesto 1">
            <a:extLst>
              <a:ext uri="{FF2B5EF4-FFF2-40B4-BE49-F238E27FC236}">
                <a16:creationId xmlns:a16="http://schemas.microsoft.com/office/drawing/2014/main" id="{7FE76117-C115-45E9-82F7-562E82BF0E7A}"/>
              </a:ext>
            </a:extLst>
          </p:cNvPr>
          <p:cNvSpPr txBox="1">
            <a:spLocks noChangeArrowheads="1"/>
          </p:cNvSpPr>
          <p:nvPr/>
        </p:nvSpPr>
        <p:spPr bwMode="auto">
          <a:xfrm>
            <a:off x="8304213" y="200818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endParaRPr lang="en-US" altLang="it-IT" sz="1800" dirty="0">
              <a:latin typeface="Tahoma" panose="020B06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ACDFC462-06ED-DF60-5190-18A435C85759}"/>
              </a:ext>
            </a:extLst>
          </p:cNvPr>
          <p:cNvSpPr>
            <a:spLocks noGrp="1"/>
          </p:cNvSpPr>
          <p:nvPr>
            <p:ph type="title"/>
          </p:nvPr>
        </p:nvSpPr>
        <p:spPr/>
        <p:txBody>
          <a:bodyPr/>
          <a:lstStyle/>
          <a:p>
            <a:r>
              <a:rPr lang="it-IT" dirty="0"/>
              <a:t>The </a:t>
            </a:r>
            <a:r>
              <a:rPr lang="it-IT" dirty="0" err="1"/>
              <a:t>problem</a:t>
            </a:r>
            <a:r>
              <a:rPr lang="it-IT" dirty="0"/>
              <a:t> of knowledge</a:t>
            </a:r>
          </a:p>
        </p:txBody>
      </p:sp>
      <p:sp>
        <p:nvSpPr>
          <p:cNvPr id="8" name="Segnaposto testo 7">
            <a:extLst>
              <a:ext uri="{FF2B5EF4-FFF2-40B4-BE49-F238E27FC236}">
                <a16:creationId xmlns:a16="http://schemas.microsoft.com/office/drawing/2014/main" id="{C081B81A-C255-BFB7-FD6F-465D23722988}"/>
              </a:ext>
            </a:extLst>
          </p:cNvPr>
          <p:cNvSpPr>
            <a:spLocks noGrp="1"/>
          </p:cNvSpPr>
          <p:nvPr>
            <p:ph type="body" idx="1"/>
          </p:nvPr>
        </p:nvSpPr>
        <p:spPr/>
        <p:txBody>
          <a:bodyPr/>
          <a:lstStyle/>
          <a:p>
            <a:r>
              <a:rPr lang="it-IT" dirty="0"/>
              <a:t>Unit 2 – </a:t>
            </a:r>
            <a:r>
              <a:rPr lang="it-IT" dirty="0" err="1"/>
              <a:t>Lecture</a:t>
            </a:r>
            <a:r>
              <a:rPr lang="it-IT" dirty="0"/>
              <a:t> 2.1</a:t>
            </a:r>
          </a:p>
        </p:txBody>
      </p:sp>
      <p:sp>
        <p:nvSpPr>
          <p:cNvPr id="4" name="Segnaposto data 3">
            <a:extLst>
              <a:ext uri="{FF2B5EF4-FFF2-40B4-BE49-F238E27FC236}">
                <a16:creationId xmlns:a16="http://schemas.microsoft.com/office/drawing/2014/main" id="{77E0AE89-6CC4-C2D7-3FE0-F95B9537A195}"/>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C73A16DA-CF2B-B592-926E-E8772A0DECFD}"/>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B70DA911-FAC2-47CD-479F-AEA42CCD8AE2}"/>
              </a:ext>
            </a:extLst>
          </p:cNvPr>
          <p:cNvSpPr>
            <a:spLocks noGrp="1"/>
          </p:cNvSpPr>
          <p:nvPr>
            <p:ph type="sldNum" sz="quarter" idx="12"/>
          </p:nvPr>
        </p:nvSpPr>
        <p:spPr/>
        <p:txBody>
          <a:bodyPr/>
          <a:lstStyle/>
          <a:p>
            <a:pPr>
              <a:defRPr/>
            </a:pPr>
            <a:fld id="{43CD341D-7438-4FA4-973F-6F9EECBD14B9}" type="slidenum">
              <a:rPr lang="it-IT" altLang="it-IT" smtClean="0"/>
              <a:pPr>
                <a:defRPr/>
              </a:pPr>
              <a:t>2</a:t>
            </a:fld>
            <a:endParaRPr lang="it-IT" altLang="it-IT"/>
          </a:p>
        </p:txBody>
      </p:sp>
    </p:spTree>
    <p:extLst>
      <p:ext uri="{BB962C8B-B14F-4D97-AF65-F5344CB8AC3E}">
        <p14:creationId xmlns:p14="http://schemas.microsoft.com/office/powerpoint/2010/main" val="3281174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6C00DD5-9739-8F4B-BD61-186CADD4D3AE}"/>
              </a:ext>
            </a:extLst>
          </p:cNvPr>
          <p:cNvSpPr>
            <a:spLocks noGrp="1"/>
          </p:cNvSpPr>
          <p:nvPr>
            <p:ph type="title"/>
          </p:nvPr>
        </p:nvSpPr>
        <p:spPr/>
        <p:txBody>
          <a:bodyPr/>
          <a:lstStyle/>
          <a:p>
            <a:r>
              <a:rPr lang="it-IT" dirty="0"/>
              <a:t>AGENDA</a:t>
            </a:r>
          </a:p>
        </p:txBody>
      </p:sp>
      <p:sp>
        <p:nvSpPr>
          <p:cNvPr id="8" name="Segnaposto contenuto 7">
            <a:extLst>
              <a:ext uri="{FF2B5EF4-FFF2-40B4-BE49-F238E27FC236}">
                <a16:creationId xmlns:a16="http://schemas.microsoft.com/office/drawing/2014/main" id="{153FF3DC-6184-5941-9F7D-B4A07BEF0EFE}"/>
              </a:ext>
            </a:extLst>
          </p:cNvPr>
          <p:cNvSpPr>
            <a:spLocks noGrp="1"/>
          </p:cNvSpPr>
          <p:nvPr>
            <p:ph idx="1"/>
          </p:nvPr>
        </p:nvSpPr>
        <p:spPr/>
        <p:txBody>
          <a:bodyPr/>
          <a:lstStyle/>
          <a:p>
            <a:r>
              <a:rPr lang="it-IT"/>
              <a:t>The concept of knowledge
The Knowledge Bases
Semantic networks</a:t>
            </a:r>
            <a:endParaRPr lang="it-IT" dirty="0"/>
          </a:p>
        </p:txBody>
      </p:sp>
      <p:sp>
        <p:nvSpPr>
          <p:cNvPr id="4" name="Segnaposto data 3">
            <a:extLst>
              <a:ext uri="{FF2B5EF4-FFF2-40B4-BE49-F238E27FC236}">
                <a16:creationId xmlns:a16="http://schemas.microsoft.com/office/drawing/2014/main" id="{B976194E-917B-E94B-A559-3F44EF7C4A5E}"/>
              </a:ext>
            </a:extLst>
          </p:cNvPr>
          <p:cNvSpPr>
            <a:spLocks noGrp="1"/>
          </p:cNvSpPr>
          <p:nvPr>
            <p:ph type="dt" sz="half" idx="10"/>
          </p:nvPr>
        </p:nvSpPr>
        <p:spPr/>
        <p:txBody>
          <a:bodyPr/>
          <a:lstStyle/>
          <a:p>
            <a:pPr>
              <a:defRPr/>
            </a:pPr>
            <a:r>
              <a:rPr lang="it-IT" altLang="it-IT"/>
              <a:t>Introduction to KR</a:t>
            </a:r>
          </a:p>
        </p:txBody>
      </p:sp>
      <p:sp>
        <p:nvSpPr>
          <p:cNvPr id="5" name="Segnaposto piè di pagina 4">
            <a:extLst>
              <a:ext uri="{FF2B5EF4-FFF2-40B4-BE49-F238E27FC236}">
                <a16:creationId xmlns:a16="http://schemas.microsoft.com/office/drawing/2014/main" id="{88AE3703-A676-9D4E-93BC-21794BD5145F}"/>
              </a:ext>
            </a:extLst>
          </p:cNvPr>
          <p:cNvSpPr>
            <a:spLocks noGrp="1"/>
          </p:cNvSpPr>
          <p:nvPr>
            <p:ph type="ftr" sz="quarter" idx="11"/>
          </p:nvPr>
        </p:nvSpPr>
        <p:spPr/>
        <p:txBody>
          <a:bodyPr/>
          <a:lstStyle/>
          <a:p>
            <a:pPr>
              <a:defRPr/>
            </a:pPr>
            <a:r>
              <a:rPr lang="it-IT"/>
              <a:t>KNOWLEDGE REPRESENTATION</a:t>
            </a:r>
          </a:p>
        </p:txBody>
      </p:sp>
      <p:sp>
        <p:nvSpPr>
          <p:cNvPr id="6" name="Segnaposto numero diapositiva 5">
            <a:extLst>
              <a:ext uri="{FF2B5EF4-FFF2-40B4-BE49-F238E27FC236}">
                <a16:creationId xmlns:a16="http://schemas.microsoft.com/office/drawing/2014/main" id="{C8553403-EEFA-344A-B2E0-EB273763FB65}"/>
              </a:ext>
            </a:extLst>
          </p:cNvPr>
          <p:cNvSpPr>
            <a:spLocks noGrp="1"/>
          </p:cNvSpPr>
          <p:nvPr>
            <p:ph type="sldNum" sz="quarter" idx="12"/>
          </p:nvPr>
        </p:nvSpPr>
        <p:spPr/>
        <p:txBody>
          <a:bodyPr/>
          <a:lstStyle/>
          <a:p>
            <a:pPr>
              <a:defRPr/>
            </a:pPr>
            <a:fld id="{6FA0980B-2DE9-40AD-8A4E-40673DB95E95}" type="slidenum">
              <a:rPr lang="it-IT" altLang="it-IT" smtClean="0"/>
              <a:pPr>
                <a:defRPr/>
              </a:pPr>
              <a:t>3</a:t>
            </a:fld>
            <a:endParaRPr lang="it-IT" altLang="it-IT"/>
          </a:p>
        </p:txBody>
      </p:sp>
    </p:spTree>
    <p:extLst>
      <p:ext uri="{BB962C8B-B14F-4D97-AF65-F5344CB8AC3E}">
        <p14:creationId xmlns:p14="http://schemas.microsoft.com/office/powerpoint/2010/main" val="277318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BD2A9C-D8DE-9241-8A01-B9E85F5E3620}"/>
              </a:ext>
            </a:extLst>
          </p:cNvPr>
          <p:cNvSpPr>
            <a:spLocks noGrp="1"/>
          </p:cNvSpPr>
          <p:nvPr>
            <p:ph type="title"/>
          </p:nvPr>
        </p:nvSpPr>
        <p:spPr/>
        <p:txBody>
          <a:bodyPr/>
          <a:lstStyle/>
          <a:p>
            <a:r>
              <a:rPr lang="it-IT"/>
              <a:t>WHAT IS KNOWLEDGE?</a:t>
            </a:r>
            <a:endParaRPr lang="it-IT" dirty="0"/>
          </a:p>
        </p:txBody>
      </p:sp>
      <p:sp>
        <p:nvSpPr>
          <p:cNvPr id="3" name="Segnaposto contenuto 2">
            <a:extLst>
              <a:ext uri="{FF2B5EF4-FFF2-40B4-BE49-F238E27FC236}">
                <a16:creationId xmlns:a16="http://schemas.microsoft.com/office/drawing/2014/main" id="{70D88C41-2B73-1540-9CE5-D8F46912F79D}"/>
              </a:ext>
            </a:extLst>
          </p:cNvPr>
          <p:cNvSpPr>
            <a:spLocks noGrp="1"/>
          </p:cNvSpPr>
          <p:nvPr>
            <p:ph idx="1"/>
          </p:nvPr>
        </p:nvSpPr>
        <p:spPr/>
        <p:txBody>
          <a:bodyPr/>
          <a:lstStyle/>
          <a:p>
            <a:pPr>
              <a:tabLst>
                <a:tab pos="176213" algn="l"/>
              </a:tabLst>
            </a:pPr>
            <a:r>
              <a:rPr lang="it-IT" sz="2800" dirty="0"/>
              <a:t>Knowledge (and </a:t>
            </a:r>
            <a:r>
              <a:rPr lang="it-IT" sz="2800" dirty="0" err="1"/>
              <a:t>its</a:t>
            </a:r>
            <a:r>
              <a:rPr lang="it-IT" sz="2800" dirty="0"/>
              <a:t> </a:t>
            </a:r>
            <a:r>
              <a:rPr lang="it-IT" sz="2800" dirty="0" err="1"/>
              <a:t>functions</a:t>
            </a:r>
            <a:r>
              <a:rPr lang="it-IT" sz="2800" dirty="0"/>
              <a:t> – </a:t>
            </a:r>
            <a:r>
              <a:rPr lang="it-IT" sz="2800" dirty="0" err="1"/>
              <a:t>acquisition</a:t>
            </a:r>
            <a:r>
              <a:rPr lang="it-IT" sz="2800" dirty="0"/>
              <a:t>, storage, </a:t>
            </a:r>
            <a:r>
              <a:rPr lang="it-IT" sz="2800" dirty="0" err="1"/>
              <a:t>communication</a:t>
            </a:r>
            <a:r>
              <a:rPr lang="it-IT" sz="2800" dirty="0"/>
              <a:t>, </a:t>
            </a:r>
            <a:r>
              <a:rPr lang="it-IT" sz="2800" dirty="0" err="1"/>
              <a:t>negotiation</a:t>
            </a:r>
            <a:r>
              <a:rPr lang="it-IT" sz="2800" dirty="0"/>
              <a:t>, fusion, update) </a:t>
            </a:r>
            <a:r>
              <a:rPr lang="it-IT" sz="2800" dirty="0" err="1"/>
              <a:t>is</a:t>
            </a:r>
            <a:r>
              <a:rPr lang="it-IT" sz="2800" dirty="0"/>
              <a:t> one of the key </a:t>
            </a:r>
            <a:r>
              <a:rPr lang="it-IT" sz="2800" dirty="0" err="1"/>
              <a:t>dilemmas</a:t>
            </a:r>
            <a:r>
              <a:rPr lang="it-IT" sz="2800" dirty="0"/>
              <a:t> in the </a:t>
            </a:r>
            <a:r>
              <a:rPr lang="it-IT" sz="2800" dirty="0" err="1"/>
              <a:t>relationship</a:t>
            </a:r>
            <a:r>
              <a:rPr lang="it-IT" sz="2800" dirty="0"/>
              <a:t> </a:t>
            </a:r>
            <a:r>
              <a:rPr lang="it-IT" sz="2800" dirty="0" err="1"/>
              <a:t>between</a:t>
            </a:r>
            <a:r>
              <a:rPr lang="it-IT" sz="2800" dirty="0"/>
              <a:t> human </a:t>
            </a:r>
            <a:r>
              <a:rPr lang="it-IT" sz="2800" dirty="0" err="1"/>
              <a:t>beings</a:t>
            </a:r>
            <a:r>
              <a:rPr lang="it-IT" sz="2800" dirty="0"/>
              <a:t> and reality
</a:t>
            </a:r>
            <a:r>
              <a:rPr lang="it-IT" sz="2800" dirty="0" err="1"/>
              <a:t>Through</a:t>
            </a:r>
            <a:r>
              <a:rPr lang="it-IT" sz="2800" dirty="0"/>
              <a:t> knowledge, the </a:t>
            </a:r>
            <a:r>
              <a:rPr lang="it-IT" sz="2800" dirty="0" err="1"/>
              <a:t>process</a:t>
            </a:r>
            <a:r>
              <a:rPr lang="it-IT" sz="2800" dirty="0"/>
              <a:t> of cultural transmission takes place, </a:t>
            </a:r>
            <a:r>
              <a:rPr lang="it-IT" sz="2800" dirty="0" err="1"/>
              <a:t>which</a:t>
            </a:r>
            <a:r>
              <a:rPr lang="it-IT" sz="2800" dirty="0"/>
              <a:t> </a:t>
            </a:r>
            <a:r>
              <a:rPr lang="it-IT" sz="2800" dirty="0" err="1"/>
              <a:t>constitutes</a:t>
            </a:r>
            <a:r>
              <a:rPr lang="it-IT" sz="2800" dirty="0"/>
              <a:t> the quid of the </a:t>
            </a:r>
            <a:r>
              <a:rPr lang="it-IT" sz="2800" dirty="0" err="1"/>
              <a:t>differential</a:t>
            </a:r>
            <a:r>
              <a:rPr lang="it-IT" sz="2800" dirty="0"/>
              <a:t> </a:t>
            </a:r>
            <a:r>
              <a:rPr lang="it-IT" sz="2800" dirty="0" err="1"/>
              <a:t>between</a:t>
            </a:r>
            <a:r>
              <a:rPr lang="it-IT" sz="2800" dirty="0"/>
              <a:t> human </a:t>
            </a:r>
            <a:r>
              <a:rPr lang="it-IT" sz="2800" dirty="0" err="1"/>
              <a:t>beings</a:t>
            </a:r>
            <a:r>
              <a:rPr lang="it-IT" sz="2800" dirty="0"/>
              <a:t> and </a:t>
            </a:r>
            <a:r>
              <a:rPr lang="it-IT" sz="2800" dirty="0" err="1"/>
              <a:t>other</a:t>
            </a:r>
            <a:r>
              <a:rPr lang="it-IT" sz="2800" dirty="0"/>
              <a:t> </a:t>
            </a:r>
            <a:r>
              <a:rPr lang="it-IT" sz="2800" dirty="0" err="1"/>
              <a:t>species</a:t>
            </a:r>
            <a:endParaRPr lang="it-IT" sz="2800" dirty="0"/>
          </a:p>
        </p:txBody>
      </p:sp>
      <p:sp>
        <p:nvSpPr>
          <p:cNvPr id="4" name="Segnaposto data 3">
            <a:extLst>
              <a:ext uri="{FF2B5EF4-FFF2-40B4-BE49-F238E27FC236}">
                <a16:creationId xmlns:a16="http://schemas.microsoft.com/office/drawing/2014/main" id="{A4CAA06A-F398-DF4D-9C75-953430907C90}"/>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9D1FC538-DF56-1D49-B36C-6270DD9DA93F}"/>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24BD4DA9-98C2-4F47-9EB9-1EEABD5D8C58}"/>
              </a:ext>
            </a:extLst>
          </p:cNvPr>
          <p:cNvSpPr>
            <a:spLocks noGrp="1"/>
          </p:cNvSpPr>
          <p:nvPr>
            <p:ph type="sldNum" sz="quarter" idx="12"/>
          </p:nvPr>
        </p:nvSpPr>
        <p:spPr/>
        <p:txBody>
          <a:bodyPr/>
          <a:lstStyle/>
          <a:p>
            <a:pPr>
              <a:defRPr/>
            </a:pPr>
            <a:fld id="{43CD341D-7438-4FA4-973F-6F9EECBD14B9}" type="slidenum">
              <a:rPr lang="it-IT" altLang="it-IT" smtClean="0"/>
              <a:pPr>
                <a:defRPr/>
              </a:pPr>
              <a:t>4</a:t>
            </a:fld>
            <a:endParaRPr lang="it-IT" altLang="it-IT"/>
          </a:p>
        </p:txBody>
      </p:sp>
    </p:spTree>
    <p:extLst>
      <p:ext uri="{BB962C8B-B14F-4D97-AF65-F5344CB8AC3E}">
        <p14:creationId xmlns:p14="http://schemas.microsoft.com/office/powerpoint/2010/main" val="1989757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BB11377-6BB5-A140-9B0F-AC08C5406E67}"/>
              </a:ext>
            </a:extLst>
          </p:cNvPr>
          <p:cNvSpPr>
            <a:spLocks noGrp="1"/>
          </p:cNvSpPr>
          <p:nvPr>
            <p:ph type="title"/>
          </p:nvPr>
        </p:nvSpPr>
        <p:spPr/>
        <p:txBody>
          <a:bodyPr/>
          <a:lstStyle/>
          <a:p>
            <a:r>
              <a:rPr lang="it-IT"/>
              <a:t>KNOWLEDGE</a:t>
            </a:r>
            <a:endParaRPr lang="it-IT" dirty="0"/>
          </a:p>
        </p:txBody>
      </p:sp>
      <p:sp>
        <p:nvSpPr>
          <p:cNvPr id="3" name="Segnaposto contenuto 2">
            <a:extLst>
              <a:ext uri="{FF2B5EF4-FFF2-40B4-BE49-F238E27FC236}">
                <a16:creationId xmlns:a16="http://schemas.microsoft.com/office/drawing/2014/main" id="{D5F46BE4-51CA-4F4B-BF0B-C15326BB64AF}"/>
              </a:ext>
            </a:extLst>
          </p:cNvPr>
          <p:cNvSpPr>
            <a:spLocks noGrp="1"/>
          </p:cNvSpPr>
          <p:nvPr>
            <p:ph idx="1"/>
          </p:nvPr>
        </p:nvSpPr>
        <p:spPr/>
        <p:txBody>
          <a:bodyPr/>
          <a:lstStyle/>
          <a:p>
            <a:r>
              <a:rPr lang="it-IT" sz="2400" dirty="0" err="1"/>
              <a:t>Let's</a:t>
            </a:r>
            <a:r>
              <a:rPr lang="it-IT" sz="2400" dirty="0"/>
              <a:t> </a:t>
            </a:r>
            <a:r>
              <a:rPr lang="it-IT" sz="2400" dirty="0" err="1"/>
              <a:t>consider</a:t>
            </a:r>
            <a:r>
              <a:rPr lang="it-IT" sz="2400" dirty="0"/>
              <a:t> the following setting:
Police raid a house;
A </a:t>
            </a:r>
            <a:r>
              <a:rPr lang="it-IT" sz="2400" dirty="0" err="1"/>
              <a:t>police</a:t>
            </a:r>
            <a:r>
              <a:rPr lang="it-IT" sz="2400" dirty="0"/>
              <a:t> </a:t>
            </a:r>
            <a:r>
              <a:rPr lang="it-IT" sz="2400" dirty="0" err="1"/>
              <a:t>officer</a:t>
            </a:r>
            <a:r>
              <a:rPr lang="it-IT" sz="2400" dirty="0"/>
              <a:t> A </a:t>
            </a:r>
            <a:r>
              <a:rPr lang="it-IT" sz="2400" dirty="0" err="1"/>
              <a:t>enters</a:t>
            </a:r>
            <a:r>
              <a:rPr lang="it-IT" sz="2400" dirty="0"/>
              <a:t> a room;
</a:t>
            </a:r>
            <a:r>
              <a:rPr lang="it-IT" sz="2400" dirty="0" err="1"/>
              <a:t>She</a:t>
            </a:r>
            <a:r>
              <a:rPr lang="it-IT" sz="2400" dirty="0"/>
              <a:t> </a:t>
            </a:r>
            <a:r>
              <a:rPr lang="it-IT" sz="2400" dirty="0" err="1"/>
              <a:t>sees</a:t>
            </a:r>
            <a:r>
              <a:rPr lang="it-IT" sz="2400" dirty="0"/>
              <a:t> </a:t>
            </a:r>
            <a:r>
              <a:rPr lang="it-IT" sz="2400" dirty="0" err="1"/>
              <a:t>that</a:t>
            </a:r>
            <a:r>
              <a:rPr lang="it-IT" sz="2400" dirty="0"/>
              <a:t> </a:t>
            </a:r>
            <a:r>
              <a:rPr lang="it-IT" sz="2400" dirty="0" err="1"/>
              <a:t>there</a:t>
            </a:r>
            <a:r>
              <a:rPr lang="it-IT" sz="2400" dirty="0"/>
              <a:t> are </a:t>
            </a:r>
            <a:r>
              <a:rPr lang="it-IT" sz="2400" dirty="0" err="1"/>
              <a:t>objects</a:t>
            </a:r>
            <a:r>
              <a:rPr lang="it-IT" sz="2400" dirty="0"/>
              <a:t> in the room, </a:t>
            </a:r>
            <a:r>
              <a:rPr lang="it-IT" sz="2400" dirty="0" err="1"/>
              <a:t>namely</a:t>
            </a:r>
            <a:r>
              <a:rPr lang="it-IT" sz="2400" dirty="0"/>
              <a:t> a </a:t>
            </a:r>
            <a:r>
              <a:rPr lang="it-IT" sz="2400" dirty="0" err="1"/>
              <a:t>table</a:t>
            </a:r>
            <a:r>
              <a:rPr lang="it-IT" sz="2400" dirty="0"/>
              <a:t>, </a:t>
            </a:r>
            <a:r>
              <a:rPr lang="it-IT" sz="2400" dirty="0" err="1"/>
              <a:t>chairs</a:t>
            </a:r>
            <a:r>
              <a:rPr lang="it-IT" sz="2400" dirty="0"/>
              <a:t>, and, on the </a:t>
            </a:r>
            <a:r>
              <a:rPr lang="it-IT" sz="2400" dirty="0" err="1"/>
              <a:t>table</a:t>
            </a:r>
            <a:r>
              <a:rPr lang="it-IT" sz="2400" dirty="0"/>
              <a:t>, a </a:t>
            </a:r>
            <a:r>
              <a:rPr lang="it-IT" sz="2400" dirty="0" err="1"/>
              <a:t>vase</a:t>
            </a:r>
            <a:r>
              <a:rPr lang="it-IT" sz="2400" dirty="0"/>
              <a:t> of </a:t>
            </a:r>
            <a:r>
              <a:rPr lang="it-IT" sz="2400" dirty="0" err="1"/>
              <a:t>flowers</a:t>
            </a:r>
            <a:r>
              <a:rPr lang="it-IT" sz="2400" dirty="0"/>
              <a:t> with </a:t>
            </a:r>
            <a:r>
              <a:rPr lang="it-IT" sz="2400" dirty="0" err="1"/>
              <a:t>tulips</a:t>
            </a:r>
            <a:r>
              <a:rPr lang="it-IT" sz="2400" dirty="0"/>
              <a:t>. </a:t>
            </a:r>
            <a:r>
              <a:rPr lang="it-IT" sz="2400" dirty="0" err="1"/>
              <a:t>Also</a:t>
            </a:r>
            <a:r>
              <a:rPr lang="it-IT" sz="2400" dirty="0"/>
              <a:t> on the side of the room </a:t>
            </a:r>
            <a:r>
              <a:rPr lang="it-IT" sz="2400" dirty="0" err="1"/>
              <a:t>there</a:t>
            </a:r>
            <a:r>
              <a:rPr lang="it-IT" sz="2400" dirty="0"/>
              <a:t> </a:t>
            </a:r>
            <a:r>
              <a:rPr lang="it-IT" sz="2400" dirty="0" err="1"/>
              <a:t>is</a:t>
            </a:r>
            <a:r>
              <a:rPr lang="it-IT" sz="2400" dirty="0"/>
              <a:t>, on the </a:t>
            </a:r>
            <a:r>
              <a:rPr lang="it-IT" sz="2400" dirty="0" err="1"/>
              <a:t>floor</a:t>
            </a:r>
            <a:r>
              <a:rPr lang="it-IT" sz="2400" dirty="0"/>
              <a:t>, a sleeping dog;
</a:t>
            </a:r>
            <a:r>
              <a:rPr lang="it-IT" sz="2400" dirty="0" err="1"/>
              <a:t>She</a:t>
            </a:r>
            <a:r>
              <a:rPr lang="it-IT" sz="2400" dirty="0"/>
              <a:t> </a:t>
            </a:r>
            <a:r>
              <a:rPr lang="it-IT" sz="2400" dirty="0" err="1"/>
              <a:t>goes</a:t>
            </a:r>
            <a:r>
              <a:rPr lang="it-IT" sz="2400" dirty="0"/>
              <a:t> out, and </a:t>
            </a:r>
            <a:r>
              <a:rPr lang="it-IT" sz="2400" dirty="0" err="1"/>
              <a:t>tells</a:t>
            </a:r>
            <a:r>
              <a:rPr lang="it-IT" sz="2400" dirty="0"/>
              <a:t> </a:t>
            </a:r>
            <a:r>
              <a:rPr lang="it-IT" sz="2400" dirty="0" err="1"/>
              <a:t>police</a:t>
            </a:r>
            <a:r>
              <a:rPr lang="it-IT" sz="2400" dirty="0"/>
              <a:t> </a:t>
            </a:r>
            <a:r>
              <a:rPr lang="it-IT" sz="2400" dirty="0" err="1"/>
              <a:t>officer</a:t>
            </a:r>
            <a:r>
              <a:rPr lang="it-IT" sz="2400" dirty="0"/>
              <a:t> B, "</a:t>
            </a:r>
            <a:r>
              <a:rPr lang="it-IT" sz="2400" dirty="0" err="1"/>
              <a:t>It's</a:t>
            </a:r>
            <a:r>
              <a:rPr lang="it-IT" sz="2400" dirty="0"/>
              <a:t> a </a:t>
            </a:r>
            <a:r>
              <a:rPr lang="it-IT" sz="2400" dirty="0" err="1"/>
              <a:t>dining</a:t>
            </a:r>
            <a:r>
              <a:rPr lang="it-IT" sz="2400" dirty="0"/>
              <a:t> room, </a:t>
            </a:r>
            <a:r>
              <a:rPr lang="it-IT" sz="2400" dirty="0" err="1"/>
              <a:t>there's</a:t>
            </a:r>
            <a:r>
              <a:rPr lang="it-IT" sz="2400" dirty="0"/>
              <a:t> </a:t>
            </a:r>
            <a:r>
              <a:rPr lang="it-IT" sz="2400" dirty="0" err="1"/>
              <a:t>only</a:t>
            </a:r>
            <a:r>
              <a:rPr lang="it-IT" sz="2400" dirty="0"/>
              <a:t> one dog </a:t>
            </a:r>
            <a:r>
              <a:rPr lang="it-IT" sz="2400" dirty="0" err="1"/>
              <a:t>asleep</a:t>
            </a:r>
            <a:r>
              <a:rPr lang="it-IT" sz="2400" dirty="0"/>
              <a:t>."</a:t>
            </a:r>
            <a:endParaRPr lang="it-IT" sz="2000" dirty="0"/>
          </a:p>
        </p:txBody>
      </p:sp>
      <p:sp>
        <p:nvSpPr>
          <p:cNvPr id="4" name="Segnaposto data 3">
            <a:extLst>
              <a:ext uri="{FF2B5EF4-FFF2-40B4-BE49-F238E27FC236}">
                <a16:creationId xmlns:a16="http://schemas.microsoft.com/office/drawing/2014/main" id="{D1FA6A43-0EBA-A44F-BFFE-C7DF5F198685}"/>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6C4EC333-DD67-774E-9B19-799646A2803C}"/>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DC3D7E73-6835-7640-996F-ADFA8009DF42}"/>
              </a:ext>
            </a:extLst>
          </p:cNvPr>
          <p:cNvSpPr>
            <a:spLocks noGrp="1"/>
          </p:cNvSpPr>
          <p:nvPr>
            <p:ph type="sldNum" sz="quarter" idx="12"/>
          </p:nvPr>
        </p:nvSpPr>
        <p:spPr/>
        <p:txBody>
          <a:bodyPr/>
          <a:lstStyle/>
          <a:p>
            <a:pPr>
              <a:defRPr/>
            </a:pPr>
            <a:fld id="{43CD341D-7438-4FA4-973F-6F9EECBD14B9}" type="slidenum">
              <a:rPr lang="it-IT" altLang="it-IT" smtClean="0"/>
              <a:pPr>
                <a:defRPr/>
              </a:pPr>
              <a:t>5</a:t>
            </a:fld>
            <a:endParaRPr lang="it-IT" altLang="it-IT"/>
          </a:p>
        </p:txBody>
      </p:sp>
    </p:spTree>
    <p:extLst>
      <p:ext uri="{BB962C8B-B14F-4D97-AF65-F5344CB8AC3E}">
        <p14:creationId xmlns:p14="http://schemas.microsoft.com/office/powerpoint/2010/main" val="3586956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A4ED373-9B8C-6348-97C8-9143D9571F75}"/>
              </a:ext>
            </a:extLst>
          </p:cNvPr>
          <p:cNvSpPr>
            <a:spLocks noGrp="1"/>
          </p:cNvSpPr>
          <p:nvPr>
            <p:ph type="title"/>
          </p:nvPr>
        </p:nvSpPr>
        <p:spPr/>
        <p:txBody>
          <a:bodyPr/>
          <a:lstStyle/>
          <a:p>
            <a:r>
              <a:rPr lang="it-IT"/>
              <a:t>KNOWLEDGE</a:t>
            </a:r>
            <a:endParaRPr lang="it-IT" dirty="0"/>
          </a:p>
        </p:txBody>
      </p:sp>
      <p:sp>
        <p:nvSpPr>
          <p:cNvPr id="3" name="Segnaposto contenuto 2">
            <a:extLst>
              <a:ext uri="{FF2B5EF4-FFF2-40B4-BE49-F238E27FC236}">
                <a16:creationId xmlns:a16="http://schemas.microsoft.com/office/drawing/2014/main" id="{4DB0E772-C2E3-E446-8633-24EBBDF018A3}"/>
              </a:ext>
            </a:extLst>
          </p:cNvPr>
          <p:cNvSpPr>
            <a:spLocks noGrp="1"/>
          </p:cNvSpPr>
          <p:nvPr>
            <p:ph idx="1"/>
          </p:nvPr>
        </p:nvSpPr>
        <p:spPr/>
        <p:txBody>
          <a:bodyPr/>
          <a:lstStyle/>
          <a:p>
            <a:r>
              <a:rPr lang="it-IT" dirty="0"/>
              <a:t>P</a:t>
            </a:r>
            <a:r>
              <a:rPr lang="it-IT" sz="3200" dirty="0"/>
              <a:t>olice </a:t>
            </a:r>
            <a:r>
              <a:rPr lang="it-IT" sz="3200" dirty="0" err="1"/>
              <a:t>officer</a:t>
            </a:r>
            <a:r>
              <a:rPr lang="it-IT" dirty="0"/>
              <a:t> B, </a:t>
            </a:r>
            <a:r>
              <a:rPr lang="it-IT" dirty="0" err="1"/>
              <a:t>at</a:t>
            </a:r>
            <a:r>
              <a:rPr lang="it-IT" dirty="0"/>
              <a:t> </a:t>
            </a:r>
            <a:r>
              <a:rPr lang="it-IT" dirty="0" err="1"/>
              <a:t>this</a:t>
            </a:r>
            <a:r>
              <a:rPr lang="it-IT" dirty="0"/>
              <a:t> point, reports to the </a:t>
            </a:r>
            <a:r>
              <a:rPr lang="it-IT" dirty="0" err="1"/>
              <a:t>command</a:t>
            </a:r>
            <a:r>
              <a:rPr lang="it-IT" dirty="0"/>
              <a:t> on the phone: "</a:t>
            </a:r>
            <a:r>
              <a:rPr lang="it-IT" dirty="0" err="1"/>
              <a:t>Commissioner</a:t>
            </a:r>
            <a:r>
              <a:rPr lang="it-IT" dirty="0"/>
              <a:t>, </a:t>
            </a:r>
            <a:r>
              <a:rPr lang="it-IT" dirty="0" err="1"/>
              <a:t>there</a:t>
            </a:r>
            <a:r>
              <a:rPr lang="it-IT" dirty="0"/>
              <a:t> </a:t>
            </a:r>
            <a:r>
              <a:rPr lang="it-IT" dirty="0" err="1"/>
              <a:t>is</a:t>
            </a:r>
            <a:r>
              <a:rPr lang="it-IT" dirty="0"/>
              <a:t> no </a:t>
            </a:r>
            <a:r>
              <a:rPr lang="it-IT" dirty="0" err="1"/>
              <a:t>significant</a:t>
            </a:r>
            <a:r>
              <a:rPr lang="it-IT" dirty="0"/>
              <a:t> </a:t>
            </a:r>
            <a:r>
              <a:rPr lang="it-IT" dirty="0" err="1"/>
              <a:t>issue</a:t>
            </a:r>
            <a:r>
              <a:rPr lang="it-IT" dirty="0"/>
              <a:t> </a:t>
            </a:r>
            <a:r>
              <a:rPr lang="it-IT" dirty="0" err="1"/>
              <a:t>here</a:t>
            </a:r>
            <a:r>
              <a:rPr lang="it-IT" dirty="0"/>
              <a:t>: a </a:t>
            </a:r>
            <a:r>
              <a:rPr lang="it-IT" dirty="0" err="1"/>
              <a:t>dining</a:t>
            </a:r>
            <a:r>
              <a:rPr lang="it-IT" dirty="0"/>
              <a:t> room, a sleeping dog, </a:t>
            </a:r>
            <a:r>
              <a:rPr lang="it-IT" dirty="0" err="1"/>
              <a:t>nothing</a:t>
            </a:r>
            <a:r>
              <a:rPr lang="it-IT" dirty="0"/>
              <a:t> to report."
The </a:t>
            </a:r>
            <a:r>
              <a:rPr lang="it-IT" dirty="0" err="1"/>
              <a:t>command</a:t>
            </a:r>
            <a:r>
              <a:rPr lang="it-IT" dirty="0"/>
              <a:t> </a:t>
            </a:r>
            <a:r>
              <a:rPr lang="it-IT" dirty="0" err="1"/>
              <a:t>orders</a:t>
            </a:r>
            <a:r>
              <a:rPr lang="it-IT" dirty="0"/>
              <a:t> </a:t>
            </a:r>
            <a:r>
              <a:rPr lang="it-IT" dirty="0" err="1"/>
              <a:t>return</a:t>
            </a:r>
            <a:r>
              <a:rPr lang="it-IT" dirty="0"/>
              <a:t> to the </a:t>
            </a:r>
            <a:r>
              <a:rPr lang="it-IT" dirty="0" err="1"/>
              <a:t>barracks</a:t>
            </a:r>
            <a:r>
              <a:rPr lang="it-IT" dirty="0"/>
              <a:t>.</a:t>
            </a:r>
          </a:p>
        </p:txBody>
      </p:sp>
      <p:sp>
        <p:nvSpPr>
          <p:cNvPr id="4" name="Segnaposto data 3">
            <a:extLst>
              <a:ext uri="{FF2B5EF4-FFF2-40B4-BE49-F238E27FC236}">
                <a16:creationId xmlns:a16="http://schemas.microsoft.com/office/drawing/2014/main" id="{DA23E1A4-2CAB-F642-98B7-A965A9D728DC}"/>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24590A19-CC3D-914E-AF83-B1A99D4BE581}"/>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3C784A76-A53A-844D-9C9A-DCF6DEC3525B}"/>
              </a:ext>
            </a:extLst>
          </p:cNvPr>
          <p:cNvSpPr>
            <a:spLocks noGrp="1"/>
          </p:cNvSpPr>
          <p:nvPr>
            <p:ph type="sldNum" sz="quarter" idx="12"/>
          </p:nvPr>
        </p:nvSpPr>
        <p:spPr/>
        <p:txBody>
          <a:bodyPr/>
          <a:lstStyle/>
          <a:p>
            <a:pPr>
              <a:defRPr/>
            </a:pPr>
            <a:fld id="{43CD341D-7438-4FA4-973F-6F9EECBD14B9}" type="slidenum">
              <a:rPr lang="it-IT" altLang="it-IT" smtClean="0"/>
              <a:pPr>
                <a:defRPr/>
              </a:pPr>
              <a:t>6</a:t>
            </a:fld>
            <a:endParaRPr lang="it-IT" altLang="it-IT"/>
          </a:p>
        </p:txBody>
      </p:sp>
    </p:spTree>
    <p:extLst>
      <p:ext uri="{BB962C8B-B14F-4D97-AF65-F5344CB8AC3E}">
        <p14:creationId xmlns:p14="http://schemas.microsoft.com/office/powerpoint/2010/main" val="2172056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6B8001-3225-BA44-8065-5A6F4792C27C}"/>
              </a:ext>
            </a:extLst>
          </p:cNvPr>
          <p:cNvSpPr>
            <a:spLocks noGrp="1"/>
          </p:cNvSpPr>
          <p:nvPr>
            <p:ph type="title"/>
          </p:nvPr>
        </p:nvSpPr>
        <p:spPr/>
        <p:txBody>
          <a:bodyPr/>
          <a:lstStyle/>
          <a:p>
            <a:r>
              <a:rPr lang="it-IT"/>
              <a:t>ANALYSIS AND DEFINITION OF PARAMETERS</a:t>
            </a:r>
            <a:endParaRPr lang="it-IT" dirty="0"/>
          </a:p>
        </p:txBody>
      </p:sp>
      <p:sp>
        <p:nvSpPr>
          <p:cNvPr id="3" name="Segnaposto contenuto 2">
            <a:extLst>
              <a:ext uri="{FF2B5EF4-FFF2-40B4-BE49-F238E27FC236}">
                <a16:creationId xmlns:a16="http://schemas.microsoft.com/office/drawing/2014/main" id="{BA636B13-14E3-2E4E-842D-2423ED9EBB4D}"/>
              </a:ext>
            </a:extLst>
          </p:cNvPr>
          <p:cNvSpPr>
            <a:spLocks noGrp="1"/>
          </p:cNvSpPr>
          <p:nvPr>
            <p:ph idx="1"/>
          </p:nvPr>
        </p:nvSpPr>
        <p:spPr/>
        <p:txBody>
          <a:bodyPr/>
          <a:lstStyle/>
          <a:p>
            <a:r>
              <a:rPr lang="it-IT"/>
              <a:t>The means of transmission used is THE DESCRIPTION;
It uses IMPLICIT data, at different levels;
It uses the RELEVANCE scheme;
It is context-based.</a:t>
            </a:r>
            <a:endParaRPr lang="it-IT" dirty="0"/>
          </a:p>
        </p:txBody>
      </p:sp>
      <p:sp>
        <p:nvSpPr>
          <p:cNvPr id="4" name="Segnaposto data 3">
            <a:extLst>
              <a:ext uri="{FF2B5EF4-FFF2-40B4-BE49-F238E27FC236}">
                <a16:creationId xmlns:a16="http://schemas.microsoft.com/office/drawing/2014/main" id="{B5A3BFAC-2970-0240-B538-A070397EFBAD}"/>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2D158C2E-D41F-A74B-B805-EB9B3F090FAF}"/>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3C733155-D770-7F42-B204-D12DA67FD0C5}"/>
              </a:ext>
            </a:extLst>
          </p:cNvPr>
          <p:cNvSpPr>
            <a:spLocks noGrp="1"/>
          </p:cNvSpPr>
          <p:nvPr>
            <p:ph type="sldNum" sz="quarter" idx="12"/>
          </p:nvPr>
        </p:nvSpPr>
        <p:spPr/>
        <p:txBody>
          <a:bodyPr/>
          <a:lstStyle/>
          <a:p>
            <a:pPr>
              <a:defRPr/>
            </a:pPr>
            <a:fld id="{43CD341D-7438-4FA4-973F-6F9EECBD14B9}" type="slidenum">
              <a:rPr lang="it-IT" altLang="it-IT" smtClean="0"/>
              <a:pPr>
                <a:defRPr/>
              </a:pPr>
              <a:t>7</a:t>
            </a:fld>
            <a:endParaRPr lang="it-IT" altLang="it-IT"/>
          </a:p>
        </p:txBody>
      </p:sp>
    </p:spTree>
    <p:extLst>
      <p:ext uri="{BB962C8B-B14F-4D97-AF65-F5344CB8AC3E}">
        <p14:creationId xmlns:p14="http://schemas.microsoft.com/office/powerpoint/2010/main" val="3267406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52C522-AB9D-9F41-8D00-98A3A8C35DF0}"/>
              </a:ext>
            </a:extLst>
          </p:cNvPr>
          <p:cNvSpPr>
            <a:spLocks noGrp="1"/>
          </p:cNvSpPr>
          <p:nvPr>
            <p:ph type="title"/>
          </p:nvPr>
        </p:nvSpPr>
        <p:spPr/>
        <p:txBody>
          <a:bodyPr/>
          <a:lstStyle/>
          <a:p>
            <a:r>
              <a:rPr lang="it-IT" dirty="0"/>
              <a:t>ANALYTICAL EXAMPLE</a:t>
            </a:r>
          </a:p>
        </p:txBody>
      </p:sp>
      <p:sp>
        <p:nvSpPr>
          <p:cNvPr id="3" name="Segnaposto contenuto 2">
            <a:extLst>
              <a:ext uri="{FF2B5EF4-FFF2-40B4-BE49-F238E27FC236}">
                <a16:creationId xmlns:a16="http://schemas.microsoft.com/office/drawing/2014/main" id="{259E88F6-A396-0241-A8C0-C4469247E57B}"/>
              </a:ext>
            </a:extLst>
          </p:cNvPr>
          <p:cNvSpPr>
            <a:spLocks noGrp="1"/>
          </p:cNvSpPr>
          <p:nvPr>
            <p:ph idx="1"/>
          </p:nvPr>
        </p:nvSpPr>
        <p:spPr/>
        <p:txBody>
          <a:bodyPr/>
          <a:lstStyle/>
          <a:p>
            <a:r>
              <a:rPr lang="it-IT" sz="2400" dirty="0"/>
              <a:t>In the </a:t>
            </a:r>
            <a:r>
              <a:rPr lang="it-IT" sz="2400" dirty="0" err="1"/>
              <a:t>previous</a:t>
            </a:r>
            <a:r>
              <a:rPr lang="it-IT" sz="2400" dirty="0"/>
              <a:t> setting, </a:t>
            </a:r>
            <a:r>
              <a:rPr lang="it-IT" sz="2400" dirty="0" err="1"/>
              <a:t>we</a:t>
            </a:r>
            <a:r>
              <a:rPr lang="it-IT" sz="2400" dirty="0"/>
              <a:t> </a:t>
            </a:r>
            <a:r>
              <a:rPr lang="it-IT" sz="2400" dirty="0" err="1"/>
              <a:t>imagine</a:t>
            </a:r>
            <a:r>
              <a:rPr lang="it-IT" sz="2400" dirty="0"/>
              <a:t> </a:t>
            </a:r>
            <a:r>
              <a:rPr lang="it-IT" sz="2400" dirty="0" err="1"/>
              <a:t>that</a:t>
            </a:r>
            <a:r>
              <a:rPr lang="it-IT" sz="2400" dirty="0"/>
              <a:t> </a:t>
            </a:r>
            <a:r>
              <a:rPr lang="it-IT" sz="2400" dirty="0" err="1"/>
              <a:t>it</a:t>
            </a:r>
            <a:r>
              <a:rPr lang="it-IT" sz="2400" dirty="0"/>
              <a:t> </a:t>
            </a:r>
            <a:r>
              <a:rPr lang="it-IT" sz="2400" dirty="0" err="1"/>
              <a:t>is</a:t>
            </a:r>
            <a:r>
              <a:rPr lang="it-IT" sz="2400" dirty="0"/>
              <a:t> </a:t>
            </a:r>
            <a:r>
              <a:rPr lang="it-IT" sz="2400" dirty="0" err="1"/>
              <a:t>not</a:t>
            </a:r>
            <a:r>
              <a:rPr lang="it-IT" sz="2400" dirty="0"/>
              <a:t> a policeman </a:t>
            </a:r>
            <a:r>
              <a:rPr lang="it-IT" sz="2400" dirty="0" err="1"/>
              <a:t>who</a:t>
            </a:r>
            <a:r>
              <a:rPr lang="it-IT" sz="2400" dirty="0"/>
              <a:t> </a:t>
            </a:r>
            <a:r>
              <a:rPr lang="it-IT" sz="2400" dirty="0" err="1"/>
              <a:t>enters</a:t>
            </a:r>
            <a:r>
              <a:rPr lang="it-IT" sz="2400" dirty="0"/>
              <a:t>, </a:t>
            </a:r>
            <a:r>
              <a:rPr lang="it-IT" sz="2400" dirty="0" err="1"/>
              <a:t>but</a:t>
            </a:r>
            <a:r>
              <a:rPr lang="it-IT" sz="2400" dirty="0"/>
              <a:t> a </a:t>
            </a:r>
            <a:r>
              <a:rPr lang="it-IT" sz="2400" b="1" dirty="0" err="1"/>
              <a:t>young</a:t>
            </a:r>
            <a:r>
              <a:rPr lang="it-IT" sz="2400" b="1" dirty="0"/>
              <a:t> </a:t>
            </a:r>
            <a:r>
              <a:rPr lang="it-IT" sz="2400" b="1" dirty="0" err="1"/>
              <a:t>painter</a:t>
            </a:r>
            <a:r>
              <a:rPr lang="it-IT" sz="2400" b="1" dirty="0"/>
              <a:t> </a:t>
            </a:r>
            <a:r>
              <a:rPr lang="it-IT" sz="2400" dirty="0" err="1"/>
              <a:t>who</a:t>
            </a:r>
            <a:r>
              <a:rPr lang="it-IT" sz="2400" dirty="0"/>
              <a:t> must report to the master;
"</a:t>
            </a:r>
            <a:r>
              <a:rPr lang="it-IT" sz="2400" dirty="0" err="1"/>
              <a:t>There</a:t>
            </a:r>
            <a:r>
              <a:rPr lang="it-IT" sz="2400" dirty="0"/>
              <a:t> </a:t>
            </a:r>
            <a:r>
              <a:rPr lang="it-IT" sz="2400" dirty="0" err="1"/>
              <a:t>is</a:t>
            </a:r>
            <a:r>
              <a:rPr lang="it-IT" sz="2400" dirty="0"/>
              <a:t> a beautiful antique </a:t>
            </a:r>
            <a:r>
              <a:rPr lang="it-IT" sz="2400" dirty="0" err="1"/>
              <a:t>wooden</a:t>
            </a:r>
            <a:r>
              <a:rPr lang="it-IT" sz="2400" dirty="0"/>
              <a:t> </a:t>
            </a:r>
            <a:r>
              <a:rPr lang="it-IT" sz="2400" dirty="0" err="1"/>
              <a:t>table</a:t>
            </a:r>
            <a:r>
              <a:rPr lang="it-IT" sz="2400" dirty="0"/>
              <a:t>, a blue carpet with Persian designs on the </a:t>
            </a:r>
            <a:r>
              <a:rPr lang="it-IT" sz="2400" dirty="0" err="1"/>
              <a:t>floor</a:t>
            </a:r>
            <a:r>
              <a:rPr lang="it-IT" sz="2400" dirty="0"/>
              <a:t>, </a:t>
            </a:r>
            <a:r>
              <a:rPr lang="it-IT" sz="2400" dirty="0" err="1"/>
              <a:t>six</a:t>
            </a:r>
            <a:r>
              <a:rPr lang="it-IT" sz="2400" dirty="0"/>
              <a:t> </a:t>
            </a:r>
            <a:r>
              <a:rPr lang="it-IT" sz="2400" dirty="0" err="1"/>
              <a:t>modern</a:t>
            </a:r>
            <a:r>
              <a:rPr lang="it-IT" sz="2400" dirty="0"/>
              <a:t> </a:t>
            </a:r>
            <a:r>
              <a:rPr lang="it-IT" sz="2400" dirty="0" err="1"/>
              <a:t>chairs</a:t>
            </a:r>
            <a:r>
              <a:rPr lang="it-IT" sz="2400" dirty="0"/>
              <a:t>, with a </a:t>
            </a:r>
            <a:r>
              <a:rPr lang="it-IT" sz="2400" dirty="0" err="1"/>
              <a:t>steel</a:t>
            </a:r>
            <a:r>
              <a:rPr lang="it-IT" sz="2400" dirty="0"/>
              <a:t> shell and a full leather </a:t>
            </a:r>
            <a:r>
              <a:rPr lang="it-IT" sz="2400" dirty="0" err="1"/>
              <a:t>backrest</a:t>
            </a:r>
            <a:r>
              <a:rPr lang="it-IT" sz="2400" dirty="0"/>
              <a:t>. On the </a:t>
            </a:r>
            <a:r>
              <a:rPr lang="it-IT" sz="2400" dirty="0" err="1"/>
              <a:t>table</a:t>
            </a:r>
            <a:r>
              <a:rPr lang="it-IT" sz="2400" dirty="0"/>
              <a:t> </a:t>
            </a:r>
            <a:r>
              <a:rPr lang="it-IT" sz="2400" dirty="0" err="1"/>
              <a:t>is</a:t>
            </a:r>
            <a:r>
              <a:rPr lang="it-IT" sz="2400" dirty="0"/>
              <a:t> a blue </a:t>
            </a:r>
            <a:r>
              <a:rPr lang="it-IT" sz="2400" dirty="0" err="1"/>
              <a:t>vase</a:t>
            </a:r>
            <a:r>
              <a:rPr lang="it-IT" sz="2400" dirty="0"/>
              <a:t> with red </a:t>
            </a:r>
            <a:r>
              <a:rPr lang="it-IT" sz="2400" dirty="0" err="1"/>
              <a:t>tulips</a:t>
            </a:r>
            <a:r>
              <a:rPr lang="it-IT" sz="2400" dirty="0"/>
              <a:t>. A large Bernese Mountain Dog </a:t>
            </a:r>
            <a:r>
              <a:rPr lang="it-IT" sz="2400" dirty="0" err="1"/>
              <a:t>is</a:t>
            </a:r>
            <a:r>
              <a:rPr lang="it-IT" sz="2400" dirty="0"/>
              <a:t> </a:t>
            </a:r>
            <a:r>
              <a:rPr lang="it-IT" sz="2400" dirty="0" err="1"/>
              <a:t>lying</a:t>
            </a:r>
            <a:r>
              <a:rPr lang="it-IT" sz="2400" dirty="0"/>
              <a:t> on the ground. The </a:t>
            </a:r>
            <a:r>
              <a:rPr lang="it-IT" sz="2400" dirty="0" err="1"/>
              <a:t>tents</a:t>
            </a:r>
            <a:r>
              <a:rPr lang="it-IT" sz="2400" dirty="0"/>
              <a:t> are </a:t>
            </a:r>
            <a:r>
              <a:rPr lang="it-IT" sz="2400" dirty="0" err="1"/>
              <a:t>ecru</a:t>
            </a:r>
            <a:r>
              <a:rPr lang="it-IT" sz="2400" dirty="0"/>
              <a:t>, </a:t>
            </a:r>
            <a:r>
              <a:rPr lang="it-IT" sz="2400" dirty="0" err="1"/>
              <a:t>resting</a:t>
            </a:r>
            <a:r>
              <a:rPr lang="it-IT" sz="2400" dirty="0"/>
              <a:t> on the ground."</a:t>
            </a:r>
          </a:p>
        </p:txBody>
      </p:sp>
      <p:sp>
        <p:nvSpPr>
          <p:cNvPr id="4" name="Segnaposto data 3">
            <a:extLst>
              <a:ext uri="{FF2B5EF4-FFF2-40B4-BE49-F238E27FC236}">
                <a16:creationId xmlns:a16="http://schemas.microsoft.com/office/drawing/2014/main" id="{BE622C01-A85B-3845-B8A1-37F3AF851CBC}"/>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B1BFD732-65E7-7545-A6E5-40EF533E4E24}"/>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46A03C42-BBB7-E548-9634-2FDB75CB5D32}"/>
              </a:ext>
            </a:extLst>
          </p:cNvPr>
          <p:cNvSpPr>
            <a:spLocks noGrp="1"/>
          </p:cNvSpPr>
          <p:nvPr>
            <p:ph type="sldNum" sz="quarter" idx="12"/>
          </p:nvPr>
        </p:nvSpPr>
        <p:spPr/>
        <p:txBody>
          <a:bodyPr/>
          <a:lstStyle/>
          <a:p>
            <a:pPr>
              <a:defRPr/>
            </a:pPr>
            <a:fld id="{43CD341D-7438-4FA4-973F-6F9EECBD14B9}" type="slidenum">
              <a:rPr lang="it-IT" altLang="it-IT" smtClean="0"/>
              <a:pPr>
                <a:defRPr/>
              </a:pPr>
              <a:t>8</a:t>
            </a:fld>
            <a:endParaRPr lang="it-IT" altLang="it-IT"/>
          </a:p>
        </p:txBody>
      </p:sp>
    </p:spTree>
    <p:extLst>
      <p:ext uri="{BB962C8B-B14F-4D97-AF65-F5344CB8AC3E}">
        <p14:creationId xmlns:p14="http://schemas.microsoft.com/office/powerpoint/2010/main" val="35544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5BB27C-EC2B-4B4E-AD1F-082AFBFC6CC5}"/>
              </a:ext>
            </a:extLst>
          </p:cNvPr>
          <p:cNvSpPr>
            <a:spLocks noGrp="1"/>
          </p:cNvSpPr>
          <p:nvPr>
            <p:ph type="title"/>
          </p:nvPr>
        </p:nvSpPr>
        <p:spPr/>
        <p:txBody>
          <a:bodyPr/>
          <a:lstStyle/>
          <a:p>
            <a:r>
              <a:rPr lang="it-IT"/>
              <a:t>ANALYTICAL EXAMPLE</a:t>
            </a:r>
            <a:endParaRPr lang="it-IT" dirty="0"/>
          </a:p>
        </p:txBody>
      </p:sp>
      <p:sp>
        <p:nvSpPr>
          <p:cNvPr id="3" name="Segnaposto contenuto 2">
            <a:extLst>
              <a:ext uri="{FF2B5EF4-FFF2-40B4-BE49-F238E27FC236}">
                <a16:creationId xmlns:a16="http://schemas.microsoft.com/office/drawing/2014/main" id="{42E47FBA-58FB-4440-B197-B43ECBF0467C}"/>
              </a:ext>
            </a:extLst>
          </p:cNvPr>
          <p:cNvSpPr>
            <a:spLocks noGrp="1"/>
          </p:cNvSpPr>
          <p:nvPr>
            <p:ph idx="1"/>
          </p:nvPr>
        </p:nvSpPr>
        <p:spPr/>
        <p:txBody>
          <a:bodyPr/>
          <a:lstStyle/>
          <a:p>
            <a:r>
              <a:rPr lang="it-IT" dirty="0"/>
              <a:t>A </a:t>
            </a:r>
            <a:r>
              <a:rPr lang="it-IT" dirty="0" err="1"/>
              <a:t>real</a:t>
            </a:r>
            <a:r>
              <a:rPr lang="it-IT" dirty="0"/>
              <a:t> estate agent </a:t>
            </a:r>
            <a:r>
              <a:rPr lang="it-IT" dirty="0" err="1"/>
              <a:t>enters</a:t>
            </a:r>
            <a:r>
              <a:rPr lang="it-IT" dirty="0"/>
              <a:t> the room and </a:t>
            </a:r>
            <a:r>
              <a:rPr lang="it-IT" dirty="0" err="1"/>
              <a:t>writes</a:t>
            </a:r>
            <a:r>
              <a:rPr lang="it-IT" dirty="0"/>
              <a:t> a small report.
"The room </a:t>
            </a:r>
            <a:r>
              <a:rPr lang="it-IT" dirty="0" err="1"/>
              <a:t>is</a:t>
            </a:r>
            <a:r>
              <a:rPr lang="it-IT" dirty="0"/>
              <a:t> </a:t>
            </a:r>
            <a:r>
              <a:rPr lang="it-IT" dirty="0" err="1"/>
              <a:t>rectangular</a:t>
            </a:r>
            <a:r>
              <a:rPr lang="it-IT" dirty="0"/>
              <a:t>, with a </a:t>
            </a:r>
            <a:r>
              <a:rPr lang="it-IT" dirty="0" err="1"/>
              <a:t>modestly</a:t>
            </a:r>
            <a:r>
              <a:rPr lang="it-IT" dirty="0"/>
              <a:t> </a:t>
            </a:r>
            <a:r>
              <a:rPr lang="it-IT" dirty="0" err="1"/>
              <a:t>sized</a:t>
            </a:r>
            <a:r>
              <a:rPr lang="it-IT" dirty="0"/>
              <a:t> </a:t>
            </a:r>
            <a:r>
              <a:rPr lang="it-IT" dirty="0" err="1"/>
              <a:t>centered</a:t>
            </a:r>
            <a:r>
              <a:rPr lang="it-IT" dirty="0"/>
              <a:t> window, a beautiful </a:t>
            </a:r>
            <a:r>
              <a:rPr lang="it-IT" dirty="0" err="1"/>
              <a:t>wooden</a:t>
            </a:r>
            <a:r>
              <a:rPr lang="it-IT" dirty="0"/>
              <a:t> </a:t>
            </a:r>
            <a:r>
              <a:rPr lang="it-IT" dirty="0" err="1"/>
              <a:t>floor</a:t>
            </a:r>
            <a:r>
              <a:rPr lang="it-IT" dirty="0"/>
              <a:t> and beautiful stucco. The front door </a:t>
            </a:r>
            <a:r>
              <a:rPr lang="it-IT" dirty="0" err="1"/>
              <a:t>is</a:t>
            </a:r>
            <a:r>
              <a:rPr lang="it-IT" dirty="0"/>
              <a:t> </a:t>
            </a:r>
            <a:r>
              <a:rPr lang="it-IT" dirty="0" err="1"/>
              <a:t>topped</a:t>
            </a:r>
            <a:r>
              <a:rPr lang="it-IT" dirty="0"/>
              <a:t> with a </a:t>
            </a:r>
            <a:r>
              <a:rPr lang="it-IT" dirty="0" err="1"/>
              <a:t>painted</a:t>
            </a:r>
            <a:r>
              <a:rPr lang="it-IT" dirty="0"/>
              <a:t> </a:t>
            </a:r>
            <a:r>
              <a:rPr lang="it-IT" dirty="0" err="1"/>
              <a:t>wooden</a:t>
            </a:r>
            <a:r>
              <a:rPr lang="it-IT" dirty="0"/>
              <a:t> </a:t>
            </a:r>
            <a:r>
              <a:rPr lang="it-IT" dirty="0" err="1"/>
              <a:t>joist</a:t>
            </a:r>
            <a:r>
              <a:rPr lang="it-IT" dirty="0"/>
              <a:t>."</a:t>
            </a:r>
          </a:p>
        </p:txBody>
      </p:sp>
      <p:sp>
        <p:nvSpPr>
          <p:cNvPr id="4" name="Segnaposto data 3">
            <a:extLst>
              <a:ext uri="{FF2B5EF4-FFF2-40B4-BE49-F238E27FC236}">
                <a16:creationId xmlns:a16="http://schemas.microsoft.com/office/drawing/2014/main" id="{1B636BB6-1D7B-EE45-9825-02313DE05782}"/>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5EAF5683-F80F-4F4E-B849-728D8A346850}"/>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41A9B38F-0281-F749-96CC-08BBBC19D2FB}"/>
              </a:ext>
            </a:extLst>
          </p:cNvPr>
          <p:cNvSpPr>
            <a:spLocks noGrp="1"/>
          </p:cNvSpPr>
          <p:nvPr>
            <p:ph type="sldNum" sz="quarter" idx="12"/>
          </p:nvPr>
        </p:nvSpPr>
        <p:spPr/>
        <p:txBody>
          <a:bodyPr/>
          <a:lstStyle/>
          <a:p>
            <a:pPr>
              <a:defRPr/>
            </a:pPr>
            <a:fld id="{43CD341D-7438-4FA4-973F-6F9EECBD14B9}" type="slidenum">
              <a:rPr lang="it-IT" altLang="it-IT" smtClean="0"/>
              <a:pPr>
                <a:defRPr/>
              </a:pPr>
              <a:t>9</a:t>
            </a:fld>
            <a:endParaRPr lang="it-IT" altLang="it-IT"/>
          </a:p>
        </p:txBody>
      </p:sp>
    </p:spTree>
    <p:extLst>
      <p:ext uri="{BB962C8B-B14F-4D97-AF65-F5344CB8AC3E}">
        <p14:creationId xmlns:p14="http://schemas.microsoft.com/office/powerpoint/2010/main" val="3110564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119190-11DB-4A4A-9C9D-9936C08617FD}"/>
              </a:ext>
            </a:extLst>
          </p:cNvPr>
          <p:cNvSpPr>
            <a:spLocks noGrp="1"/>
          </p:cNvSpPr>
          <p:nvPr>
            <p:ph type="title"/>
          </p:nvPr>
        </p:nvSpPr>
        <p:spPr/>
        <p:txBody>
          <a:bodyPr/>
          <a:lstStyle/>
          <a:p>
            <a:r>
              <a:rPr lang="it-IT"/>
              <a:t>ASPECTS, CONTEXTS, POINTS OF VIEW</a:t>
            </a:r>
            <a:endParaRPr lang="it-IT" dirty="0"/>
          </a:p>
        </p:txBody>
      </p:sp>
      <p:sp>
        <p:nvSpPr>
          <p:cNvPr id="3" name="Segnaposto contenuto 2">
            <a:extLst>
              <a:ext uri="{FF2B5EF4-FFF2-40B4-BE49-F238E27FC236}">
                <a16:creationId xmlns:a16="http://schemas.microsoft.com/office/drawing/2014/main" id="{D409C5DF-6011-EF4A-9F20-F32E526CF05C}"/>
              </a:ext>
            </a:extLst>
          </p:cNvPr>
          <p:cNvSpPr>
            <a:spLocks noGrp="1"/>
          </p:cNvSpPr>
          <p:nvPr>
            <p:ph idx="1"/>
          </p:nvPr>
        </p:nvSpPr>
        <p:spPr/>
        <p:txBody>
          <a:bodyPr/>
          <a:lstStyle/>
          <a:p>
            <a:r>
              <a:rPr lang="it-IT" dirty="0"/>
              <a:t>The </a:t>
            </a:r>
            <a:r>
              <a:rPr lang="it-IT" dirty="0" err="1"/>
              <a:t>variants</a:t>
            </a:r>
            <a:r>
              <a:rPr lang="it-IT" dirty="0"/>
              <a:t> are </a:t>
            </a:r>
          </a:p>
          <a:p>
            <a:pPr lvl="1"/>
            <a:r>
              <a:rPr lang="it-IT" dirty="0"/>
              <a:t>The </a:t>
            </a:r>
            <a:r>
              <a:rPr lang="it-IT" dirty="0" err="1"/>
              <a:t>purpose</a:t>
            </a:r>
            <a:r>
              <a:rPr lang="it-IT" dirty="0"/>
              <a:t> for </a:t>
            </a:r>
            <a:r>
              <a:rPr lang="it-IT" dirty="0" err="1"/>
              <a:t>which</a:t>
            </a:r>
            <a:r>
              <a:rPr lang="it-IT" dirty="0"/>
              <a:t> knowledge </a:t>
            </a:r>
            <a:r>
              <a:rPr lang="it-IT" dirty="0" err="1"/>
              <a:t>is</a:t>
            </a:r>
            <a:r>
              <a:rPr lang="it-IT" dirty="0"/>
              <a:t> </a:t>
            </a:r>
            <a:r>
              <a:rPr lang="it-IT" dirty="0" err="1"/>
              <a:t>represented</a:t>
            </a:r>
            <a:r>
              <a:rPr lang="it-IT" dirty="0"/>
              <a:t>;
Who </a:t>
            </a:r>
            <a:r>
              <a:rPr lang="it-IT" dirty="0" err="1"/>
              <a:t>receives</a:t>
            </a:r>
            <a:r>
              <a:rPr lang="it-IT" dirty="0"/>
              <a:t> the information, and </a:t>
            </a:r>
            <a:r>
              <a:rPr lang="it-IT" dirty="0" err="1"/>
              <a:t>therefore</a:t>
            </a:r>
            <a:r>
              <a:rPr lang="it-IT" dirty="0"/>
              <a:t> </a:t>
            </a:r>
            <a:r>
              <a:rPr lang="it-IT" dirty="0" err="1"/>
              <a:t>what</a:t>
            </a:r>
            <a:r>
              <a:rPr lang="it-IT" dirty="0"/>
              <a:t> </a:t>
            </a:r>
            <a:r>
              <a:rPr lang="it-IT" dirty="0" err="1"/>
              <a:t>she</a:t>
            </a:r>
            <a:r>
              <a:rPr lang="it-IT" dirty="0"/>
              <a:t> </a:t>
            </a:r>
            <a:r>
              <a:rPr lang="it-IT" dirty="0" err="1"/>
              <a:t>already</a:t>
            </a:r>
            <a:r>
              <a:rPr lang="it-IT" dirty="0"/>
              <a:t> </a:t>
            </a:r>
            <a:r>
              <a:rPr lang="it-IT" dirty="0" err="1"/>
              <a:t>knows</a:t>
            </a:r>
            <a:r>
              <a:rPr lang="it-IT" dirty="0"/>
              <a:t> </a:t>
            </a:r>
            <a:r>
              <a:rPr lang="it-IT" dirty="0" err="1"/>
              <a:t>about</a:t>
            </a:r>
            <a:r>
              <a:rPr lang="it-IT" dirty="0"/>
              <a:t> the </a:t>
            </a:r>
            <a:r>
              <a:rPr lang="it-IT" dirty="0" err="1"/>
              <a:t>context</a:t>
            </a:r>
            <a:r>
              <a:rPr lang="it-IT" dirty="0"/>
              <a:t>;
</a:t>
            </a:r>
            <a:r>
              <a:rPr lang="it-IT" dirty="0" err="1"/>
              <a:t>Hypotheses</a:t>
            </a:r>
            <a:r>
              <a:rPr lang="it-IT" dirty="0"/>
              <a:t> </a:t>
            </a:r>
            <a:r>
              <a:rPr lang="it-IT" dirty="0" err="1"/>
              <a:t>about</a:t>
            </a:r>
            <a:r>
              <a:rPr lang="it-IT" dirty="0"/>
              <a:t> </a:t>
            </a:r>
            <a:r>
              <a:rPr lang="it-IT" dirty="0" err="1"/>
              <a:t>that</a:t>
            </a:r>
            <a:r>
              <a:rPr lang="it-IT" dirty="0"/>
              <a:t> </a:t>
            </a:r>
            <a:r>
              <a:rPr lang="it-IT" dirty="0" err="1"/>
              <a:t>particular</a:t>
            </a:r>
            <a:r>
              <a:rPr lang="it-IT" dirty="0"/>
              <a:t> </a:t>
            </a:r>
            <a:r>
              <a:rPr lang="it-IT" dirty="0" err="1"/>
              <a:t>context</a:t>
            </a:r>
            <a:r>
              <a:rPr lang="it-IT" dirty="0"/>
              <a:t>.</a:t>
            </a:r>
          </a:p>
        </p:txBody>
      </p:sp>
      <p:sp>
        <p:nvSpPr>
          <p:cNvPr id="4" name="Segnaposto data 3">
            <a:extLst>
              <a:ext uri="{FF2B5EF4-FFF2-40B4-BE49-F238E27FC236}">
                <a16:creationId xmlns:a16="http://schemas.microsoft.com/office/drawing/2014/main" id="{586C4731-73E9-6E44-A5AA-B82A087861A4}"/>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BBBC9C9D-F985-D249-8B8B-02DE29E69165}"/>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915A3E37-5F54-BF47-9493-6C4E9BFB48F6}"/>
              </a:ext>
            </a:extLst>
          </p:cNvPr>
          <p:cNvSpPr>
            <a:spLocks noGrp="1"/>
          </p:cNvSpPr>
          <p:nvPr>
            <p:ph type="sldNum" sz="quarter" idx="12"/>
          </p:nvPr>
        </p:nvSpPr>
        <p:spPr/>
        <p:txBody>
          <a:bodyPr/>
          <a:lstStyle/>
          <a:p>
            <a:pPr>
              <a:defRPr/>
            </a:pPr>
            <a:fld id="{43CD341D-7438-4FA4-973F-6F9EECBD14B9}" type="slidenum">
              <a:rPr lang="it-IT" altLang="it-IT" smtClean="0"/>
              <a:pPr>
                <a:defRPr/>
              </a:pPr>
              <a:t>10</a:t>
            </a:fld>
            <a:endParaRPr lang="it-IT" altLang="it-IT"/>
          </a:p>
        </p:txBody>
      </p:sp>
    </p:spTree>
    <p:extLst>
      <p:ext uri="{BB962C8B-B14F-4D97-AF65-F5344CB8AC3E}">
        <p14:creationId xmlns:p14="http://schemas.microsoft.com/office/powerpoint/2010/main" val="678664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7B0712D3-9440-544A-91C5-656C61BFD037}"/>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Knowledge Engineering</a:t>
            </a:r>
            <a:endParaRPr lang="it-IT" dirty="0"/>
          </a:p>
        </p:txBody>
      </p:sp>
      <p:sp>
        <p:nvSpPr>
          <p:cNvPr id="145411" name="Rectangle 3">
            <a:extLst>
              <a:ext uri="{FF2B5EF4-FFF2-40B4-BE49-F238E27FC236}">
                <a16:creationId xmlns:a16="http://schemas.microsoft.com/office/drawing/2014/main" id="{96D368CF-F318-0142-AEA3-FBCC42DCBA86}"/>
              </a:ext>
            </a:extLst>
          </p:cNvPr>
          <p:cNvSpPr>
            <a:spLocks noGrp="1" noChangeArrowheads="1"/>
          </p:cNvSpPr>
          <p:nvPr>
            <p:ph type="body"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lnSpc>
                <a:spcPct val="90000"/>
              </a:lnSpc>
            </a:pPr>
            <a:r>
              <a:rPr lang="en-US" altLang="it-IT" sz="2400" dirty="0"/>
              <a:t>Among the various problems of representation</a:t>
            </a:r>
            <a:endParaRPr lang="en-US" altLang="it-IT" sz="1800" dirty="0"/>
          </a:p>
          <a:p>
            <a:pPr lvl="1">
              <a:lnSpc>
                <a:spcPct val="90000"/>
              </a:lnSpc>
            </a:pPr>
            <a:r>
              <a:rPr lang="en-US" altLang="it-IT" sz="1800" dirty="0"/>
              <a:t>General ontologies and categories
Physical Objects and Substances
Actions &amp; Change, Events, Weather
knowledge, beliefs... Mental aptitudes
Reasoning Not Monotonous
Uncertain, probabilistic reasoning.</a:t>
            </a:r>
          </a:p>
          <a:p>
            <a:pPr>
              <a:lnSpc>
                <a:spcPct val="90000"/>
              </a:lnSpc>
            </a:pPr>
            <a:r>
              <a:rPr lang="en-US" altLang="it-IT" sz="2400" dirty="0"/>
              <a:t>We’ll look at two of them:</a:t>
            </a:r>
          </a:p>
          <a:p>
            <a:pPr lvl="1">
              <a:lnSpc>
                <a:spcPct val="90000"/>
              </a:lnSpc>
            </a:pPr>
            <a:r>
              <a:rPr lang="en-US" altLang="it-IT" sz="1800" dirty="0"/>
              <a:t>Reasoning about categories (semantic networks, frames... terminological or descriptive logics)</a:t>
            </a:r>
          </a:p>
          <a:p>
            <a:pPr lvl="1">
              <a:lnSpc>
                <a:spcPct val="90000"/>
              </a:lnSpc>
            </a:pPr>
            <a:r>
              <a:rPr lang="en-US" altLang="it-IT" sz="1800" dirty="0"/>
              <a:t>Probabilistic reasoning</a:t>
            </a:r>
            <a:endParaRPr lang="en-US" altLang="it-IT" sz="1400" dirty="0"/>
          </a:p>
        </p:txBody>
      </p:sp>
      <p:sp>
        <p:nvSpPr>
          <p:cNvPr id="2" name="Segnaposto data 1">
            <a:extLst>
              <a:ext uri="{FF2B5EF4-FFF2-40B4-BE49-F238E27FC236}">
                <a16:creationId xmlns:a16="http://schemas.microsoft.com/office/drawing/2014/main" id="{57EDF1B8-F758-9CA3-B393-D3EA6A12DA1C}"/>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D9E96174-C59E-5D71-C24C-ADDCA3D6C7AF}"/>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A8E11CC5-D0D6-DC57-9E50-D381DF27CA8D}"/>
              </a:ext>
            </a:extLst>
          </p:cNvPr>
          <p:cNvSpPr>
            <a:spLocks noGrp="1"/>
          </p:cNvSpPr>
          <p:nvPr>
            <p:ph type="sldNum" sz="quarter" idx="12"/>
          </p:nvPr>
        </p:nvSpPr>
        <p:spPr/>
        <p:txBody>
          <a:bodyPr/>
          <a:lstStyle/>
          <a:p>
            <a:pPr>
              <a:defRPr/>
            </a:pPr>
            <a:fld id="{43CD341D-7438-4FA4-973F-6F9EECBD14B9}" type="slidenum">
              <a:rPr lang="it-IT" altLang="it-IT" smtClean="0"/>
              <a:pPr>
                <a:defRPr/>
              </a:pPr>
              <a:t>11</a:t>
            </a:fld>
            <a:endParaRPr lang="it-IT" altLang="it-IT"/>
          </a:p>
        </p:txBody>
      </p:sp>
    </p:spTree>
    <p:extLst>
      <p:ext uri="{BB962C8B-B14F-4D97-AF65-F5344CB8AC3E}">
        <p14:creationId xmlns:p14="http://schemas.microsoft.com/office/powerpoint/2010/main" val="1222673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6B484930-F6CD-5E45-8016-1543D5CD2036}"/>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General or Higher Ontology</a:t>
            </a:r>
            <a:endParaRPr lang="it-IT" dirty="0"/>
          </a:p>
        </p:txBody>
      </p:sp>
      <p:graphicFrame>
        <p:nvGraphicFramePr>
          <p:cNvPr id="19458" name="Object 4">
            <a:extLst>
              <a:ext uri="{FF2B5EF4-FFF2-40B4-BE49-F238E27FC236}">
                <a16:creationId xmlns:a16="http://schemas.microsoft.com/office/drawing/2014/main" id="{AE3703EA-427B-3644-8610-F340A73BF81B}"/>
              </a:ext>
            </a:extLst>
          </p:cNvPr>
          <p:cNvGraphicFramePr>
            <a:graphicFrameLocks noGrp="1" noChangeAspect="1"/>
          </p:cNvGraphicFramePr>
          <p:nvPr>
            <p:ph idx="1"/>
          </p:nvPr>
        </p:nvGraphicFramePr>
        <p:xfrm>
          <a:off x="1494235" y="1275160"/>
          <a:ext cx="6210300" cy="2871788"/>
        </p:xfrm>
        <a:graphic>
          <a:graphicData uri="http://schemas.openxmlformats.org/presentationml/2006/ole">
            <mc:AlternateContent xmlns:mc="http://schemas.openxmlformats.org/markup-compatibility/2006">
              <mc:Choice xmlns:v="urn:schemas-microsoft-com:vml" Requires="v">
                <p:oleObj name="Image" r:id="rId3" imgW="5080000" imgH="2349500" progId="Photoshop.Image.6">
                  <p:embed/>
                </p:oleObj>
              </mc:Choice>
              <mc:Fallback>
                <p:oleObj name="Image" r:id="rId3" imgW="5080000" imgH="2349500" progId="Photoshop.Image.6">
                  <p:embed/>
                  <p:pic>
                    <p:nvPicPr>
                      <p:cNvPr id="19458" name="Object 4">
                        <a:extLst>
                          <a:ext uri="{FF2B5EF4-FFF2-40B4-BE49-F238E27FC236}">
                            <a16:creationId xmlns:a16="http://schemas.microsoft.com/office/drawing/2014/main" id="{AE3703EA-427B-3644-8610-F340A73BF8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4235" y="1275160"/>
                        <a:ext cx="6210300" cy="287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Segnaposto data 1">
            <a:extLst>
              <a:ext uri="{FF2B5EF4-FFF2-40B4-BE49-F238E27FC236}">
                <a16:creationId xmlns:a16="http://schemas.microsoft.com/office/drawing/2014/main" id="{57BFA64B-0FD9-D6CE-A140-ED0DC4497CE1}"/>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476B8FD3-8D72-4FCF-28CA-67C285B26A41}"/>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59137A07-6264-717D-6CE0-5D1924976755}"/>
              </a:ext>
            </a:extLst>
          </p:cNvPr>
          <p:cNvSpPr>
            <a:spLocks noGrp="1"/>
          </p:cNvSpPr>
          <p:nvPr>
            <p:ph type="sldNum" sz="quarter" idx="12"/>
          </p:nvPr>
        </p:nvSpPr>
        <p:spPr/>
        <p:txBody>
          <a:bodyPr/>
          <a:lstStyle/>
          <a:p>
            <a:pPr>
              <a:defRPr/>
            </a:pPr>
            <a:fld id="{43CD341D-7438-4FA4-973F-6F9EECBD14B9}" type="slidenum">
              <a:rPr lang="it-IT" altLang="it-IT" smtClean="0"/>
              <a:pPr>
                <a:defRPr/>
              </a:pPr>
              <a:t>12</a:t>
            </a:fld>
            <a:endParaRPr lang="it-IT" altLang="it-IT"/>
          </a:p>
        </p:txBody>
      </p:sp>
    </p:spTree>
    <p:extLst>
      <p:ext uri="{BB962C8B-B14F-4D97-AF65-F5344CB8AC3E}">
        <p14:creationId xmlns:p14="http://schemas.microsoft.com/office/powerpoint/2010/main" val="2846203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40EE5393-CDE1-6549-B76C-5F46677C5F4C}"/>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sz="3000"/>
              <a:t>Psychological-linguistic approach to R.C.</a:t>
            </a:r>
            <a:endParaRPr lang="en-GB" sz="3000" dirty="0"/>
          </a:p>
        </p:txBody>
      </p:sp>
      <p:sp>
        <p:nvSpPr>
          <p:cNvPr id="106499" name="Rectangle 3">
            <a:extLst>
              <a:ext uri="{FF2B5EF4-FFF2-40B4-BE49-F238E27FC236}">
                <a16:creationId xmlns:a16="http://schemas.microsoft.com/office/drawing/2014/main" id="{28FD8B2B-6D61-0F4E-8F44-B009D5D8F638}"/>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lnSpc>
                <a:spcPct val="90000"/>
              </a:lnSpc>
            </a:pPr>
            <a:r>
              <a:rPr lang="it-IT" altLang="it-IT" sz="2800" dirty="0"/>
              <a:t>The </a:t>
            </a:r>
            <a:r>
              <a:rPr lang="it-IT" altLang="it-IT" sz="2800" dirty="0" err="1"/>
              <a:t>Logical</a:t>
            </a:r>
            <a:r>
              <a:rPr lang="it-IT" altLang="it-IT" sz="2800" dirty="0"/>
              <a:t> </a:t>
            </a:r>
            <a:r>
              <a:rPr lang="it-IT" altLang="it-IT" sz="2800" dirty="0" err="1"/>
              <a:t>Approach</a:t>
            </a:r>
            <a:r>
              <a:rPr lang="it-IT" altLang="it-IT" sz="2800" dirty="0"/>
              <a:t>: To </a:t>
            </a:r>
            <a:r>
              <a:rPr lang="it-IT" altLang="it-IT" sz="2800" dirty="0" err="1"/>
              <a:t>Formalize</a:t>
            </a:r>
            <a:r>
              <a:rPr lang="it-IT" altLang="it-IT" sz="2800" dirty="0"/>
              <a:t> </a:t>
            </a:r>
            <a:r>
              <a:rPr lang="it-IT" altLang="it-IT" sz="2800" dirty="0" err="1"/>
              <a:t>Valid</a:t>
            </a:r>
            <a:r>
              <a:rPr lang="it-IT" altLang="it-IT" sz="2800" dirty="0"/>
              <a:t> </a:t>
            </a:r>
            <a:r>
              <a:rPr lang="it-IT" altLang="it-IT" sz="2800" dirty="0" err="1"/>
              <a:t>Reasoning</a:t>
            </a:r>
            <a:endParaRPr lang="it-IT" altLang="it-IT" sz="2800" dirty="0"/>
          </a:p>
          <a:p>
            <a:pPr lvl="1">
              <a:lnSpc>
                <a:spcPct val="90000"/>
              </a:lnSpc>
            </a:pPr>
            <a:r>
              <a:rPr lang="it-IT" altLang="it-IT" sz="2000" dirty="0"/>
              <a:t>Born for </a:t>
            </a:r>
            <a:r>
              <a:rPr lang="it-IT" altLang="it-IT" sz="2000" dirty="0" err="1"/>
              <a:t>mathematics</a:t>
            </a:r>
            <a:r>
              <a:rPr lang="it-IT" altLang="it-IT" sz="2000" dirty="0"/>
              <a:t> and </a:t>
            </a:r>
            <a:r>
              <a:rPr lang="it-IT" altLang="it-IT" sz="2000" dirty="0" err="1"/>
              <a:t>then</a:t>
            </a:r>
            <a:r>
              <a:rPr lang="it-IT" altLang="it-IT" sz="2000" dirty="0"/>
              <a:t> </a:t>
            </a:r>
            <a:r>
              <a:rPr lang="it-IT" altLang="it-IT" sz="2000" dirty="0" err="1"/>
              <a:t>extended</a:t>
            </a:r>
            <a:r>
              <a:rPr lang="it-IT" altLang="it-IT" sz="2000" dirty="0"/>
              <a:t> to "common </a:t>
            </a:r>
            <a:r>
              <a:rPr lang="it-IT" altLang="it-IT" sz="2000" dirty="0" err="1"/>
              <a:t>sense</a:t>
            </a:r>
            <a:r>
              <a:rPr lang="it-IT" altLang="it-IT" sz="2000" dirty="0"/>
              <a:t>" </a:t>
            </a:r>
            <a:r>
              <a:rPr lang="it-IT" altLang="it-IT" sz="2000" dirty="0" err="1"/>
              <a:t>reasoning</a:t>
            </a:r>
            <a:r>
              <a:rPr lang="it-IT" altLang="it-IT" sz="2000" dirty="0"/>
              <a:t>.</a:t>
            </a:r>
          </a:p>
          <a:p>
            <a:pPr marL="457200" lvl="1" indent="0">
              <a:lnSpc>
                <a:spcPct val="90000"/>
              </a:lnSpc>
              <a:buNone/>
            </a:pPr>
            <a:endParaRPr lang="it-IT" altLang="it-IT" sz="2000" dirty="0"/>
          </a:p>
          <a:p>
            <a:pPr>
              <a:lnSpc>
                <a:spcPct val="90000"/>
              </a:lnSpc>
            </a:pPr>
            <a:r>
              <a:rPr lang="it-IT" altLang="it-IT" sz="2800" dirty="0"/>
              <a:t>The cognitive-</a:t>
            </a:r>
            <a:r>
              <a:rPr lang="it-IT" altLang="it-IT" sz="2800" dirty="0" err="1"/>
              <a:t>linguistic</a:t>
            </a:r>
            <a:r>
              <a:rPr lang="it-IT" altLang="it-IT" sz="2800" dirty="0"/>
              <a:t> </a:t>
            </a:r>
            <a:r>
              <a:rPr lang="it-IT" altLang="it-IT" sz="2800" dirty="0" err="1"/>
              <a:t>approach</a:t>
            </a:r>
            <a:r>
              <a:rPr lang="it-IT" altLang="it-IT" sz="2800" dirty="0"/>
              <a:t>: </a:t>
            </a:r>
            <a:r>
              <a:rPr lang="it-IT" altLang="it-IT" sz="2800" dirty="0" err="1"/>
              <a:t>emphasizes</a:t>
            </a:r>
            <a:r>
              <a:rPr lang="it-IT" altLang="it-IT" sz="2800" dirty="0"/>
              <a:t> the </a:t>
            </a:r>
            <a:r>
              <a:rPr lang="it-IT" altLang="it-IT" sz="2800" dirty="0" err="1"/>
              <a:t>mechanisms</a:t>
            </a:r>
            <a:r>
              <a:rPr lang="it-IT" altLang="it-IT" sz="2800" dirty="0"/>
              <a:t> for the </a:t>
            </a:r>
            <a:r>
              <a:rPr lang="it-IT" altLang="it-IT" sz="2800" dirty="0" err="1"/>
              <a:t>acquisition</a:t>
            </a:r>
            <a:r>
              <a:rPr lang="it-IT" altLang="it-IT" sz="2800" dirty="0"/>
              <a:t>, </a:t>
            </a:r>
            <a:r>
              <a:rPr lang="it-IT" altLang="it-IT" sz="2800" dirty="0" err="1"/>
              <a:t>structuring</a:t>
            </a:r>
            <a:r>
              <a:rPr lang="it-IT" altLang="it-IT" sz="2800" dirty="0"/>
              <a:t> and use of knowledge</a:t>
            </a:r>
          </a:p>
          <a:p>
            <a:pPr lvl="1">
              <a:lnSpc>
                <a:spcPct val="90000"/>
              </a:lnSpc>
            </a:pPr>
            <a:r>
              <a:rPr lang="it-IT" altLang="it-IT" sz="2000" dirty="0"/>
              <a:t>Strong </a:t>
            </a:r>
            <a:r>
              <a:rPr lang="it-IT" altLang="it-IT" sz="2000" dirty="0" err="1"/>
              <a:t>synergies</a:t>
            </a:r>
            <a:r>
              <a:rPr lang="it-IT" altLang="it-IT" sz="2000" dirty="0"/>
              <a:t> with:
Cognitive </a:t>
            </a:r>
            <a:r>
              <a:rPr lang="it-IT" altLang="it-IT" sz="2000" dirty="0" err="1"/>
              <a:t>Psychology</a:t>
            </a:r>
            <a:r>
              <a:rPr lang="it-IT" altLang="it-IT" sz="2000" dirty="0"/>
              <a:t> Studies
Natural Language Studies</a:t>
            </a:r>
            <a:endParaRPr lang="en-GB" altLang="it-IT" sz="2000" dirty="0"/>
          </a:p>
        </p:txBody>
      </p:sp>
      <p:sp>
        <p:nvSpPr>
          <p:cNvPr id="2" name="Segnaposto data 1">
            <a:extLst>
              <a:ext uri="{FF2B5EF4-FFF2-40B4-BE49-F238E27FC236}">
                <a16:creationId xmlns:a16="http://schemas.microsoft.com/office/drawing/2014/main" id="{FE733E79-81D8-9C05-7410-06306083A002}"/>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F97285B8-8EA4-031B-92DA-431436F29654}"/>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E867C585-3985-88C8-D8BA-AEE8E7E78169}"/>
              </a:ext>
            </a:extLst>
          </p:cNvPr>
          <p:cNvSpPr>
            <a:spLocks noGrp="1"/>
          </p:cNvSpPr>
          <p:nvPr>
            <p:ph type="sldNum" sz="quarter" idx="12"/>
          </p:nvPr>
        </p:nvSpPr>
        <p:spPr/>
        <p:txBody>
          <a:bodyPr/>
          <a:lstStyle/>
          <a:p>
            <a:pPr>
              <a:defRPr/>
            </a:pPr>
            <a:fld id="{43CD341D-7438-4FA4-973F-6F9EECBD14B9}" type="slidenum">
              <a:rPr lang="it-IT" altLang="it-IT" smtClean="0"/>
              <a:pPr>
                <a:defRPr/>
              </a:pPr>
              <a:t>13</a:t>
            </a:fld>
            <a:endParaRPr lang="it-IT" altLang="it-IT"/>
          </a:p>
        </p:txBody>
      </p:sp>
    </p:spTree>
    <p:extLst>
      <p:ext uri="{BB962C8B-B14F-4D97-AF65-F5344CB8AC3E}">
        <p14:creationId xmlns:p14="http://schemas.microsoft.com/office/powerpoint/2010/main" val="1194595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43CE79D6-F425-2D44-A7E2-CC959842698F}"/>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r>
              <a:rPr lang="en-US" dirty="0"/>
              <a:t>Graphs</a:t>
            </a:r>
            <a:endParaRPr lang="en-GB" dirty="0"/>
          </a:p>
        </p:txBody>
      </p:sp>
      <p:sp>
        <p:nvSpPr>
          <p:cNvPr id="107523" name="Rectangle 3">
            <a:extLst>
              <a:ext uri="{FF2B5EF4-FFF2-40B4-BE49-F238E27FC236}">
                <a16:creationId xmlns:a16="http://schemas.microsoft.com/office/drawing/2014/main" id="{AC44D610-2055-BC46-8E06-58B11592819D}"/>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marL="400050" indent="-400050"/>
            <a:r>
              <a:rPr lang="it-IT" altLang="it-IT" sz="2400" dirty="0"/>
              <a:t>Precursor: </a:t>
            </a:r>
            <a:r>
              <a:rPr lang="it-IT" altLang="it-IT" sz="2400" dirty="0" err="1"/>
              <a:t>Existential</a:t>
            </a:r>
            <a:r>
              <a:rPr lang="it-IT" altLang="it-IT" sz="2400" dirty="0"/>
              <a:t> </a:t>
            </a:r>
            <a:r>
              <a:rPr lang="it-IT" altLang="it-IT" sz="2400" dirty="0" err="1"/>
              <a:t>Graphs</a:t>
            </a:r>
            <a:r>
              <a:rPr lang="it-IT" altLang="it-IT" sz="2400" dirty="0"/>
              <a:t> by Charles Pierce (1909)</a:t>
            </a:r>
          </a:p>
          <a:p>
            <a:pPr marL="800100" lvl="1" indent="-400050"/>
            <a:r>
              <a:rPr lang="it-IT" altLang="it-IT" sz="1800" dirty="0">
                <a:sym typeface="Symbol" pitchFamily="2" charset="2"/>
              </a:rPr>
              <a:t></a:t>
            </a:r>
            <a:r>
              <a:rPr lang="it-IT" altLang="it-IT" sz="1800" dirty="0"/>
              <a:t>x  </a:t>
            </a:r>
            <a:r>
              <a:rPr lang="it-IT" altLang="it-IT" sz="1800" dirty="0" err="1"/>
              <a:t>Strawbeery</a:t>
            </a:r>
            <a:r>
              <a:rPr lang="it-IT" altLang="it-IT" sz="1800" dirty="0"/>
              <a:t>(x) </a:t>
            </a:r>
            <a:r>
              <a:rPr lang="it-IT" altLang="it-IT" sz="1800" dirty="0">
                <a:sym typeface="Symbol" pitchFamily="2" charset="2"/>
              </a:rPr>
              <a:t></a:t>
            </a:r>
            <a:r>
              <a:rPr lang="it-IT" altLang="it-IT" sz="1800" dirty="0"/>
              <a:t> Red(x)</a:t>
            </a:r>
          </a:p>
          <a:p>
            <a:pPr marL="400050" lvl="1" indent="0">
              <a:buNone/>
            </a:pPr>
            <a:endParaRPr lang="it-IT" altLang="it-IT" sz="1800" dirty="0"/>
          </a:p>
          <a:p>
            <a:pPr marL="400050" indent="-400050"/>
            <a:r>
              <a:rPr lang="it-IT" altLang="it-IT" sz="2400" dirty="0"/>
              <a:t>In </a:t>
            </a:r>
            <a:r>
              <a:rPr lang="it-IT" altLang="it-IT" sz="2400" dirty="0" err="1"/>
              <a:t>logic</a:t>
            </a:r>
            <a:r>
              <a:rPr lang="it-IT" altLang="it-IT" sz="2400" dirty="0"/>
              <a:t>, symbols are </a:t>
            </a:r>
            <a:r>
              <a:rPr lang="it-IT" altLang="it-IT" sz="2400" dirty="0" err="1"/>
              <a:t>syntactically</a:t>
            </a:r>
            <a:r>
              <a:rPr lang="it-IT" altLang="it-IT" sz="2400" dirty="0"/>
              <a:t> </a:t>
            </a:r>
            <a:r>
              <a:rPr lang="it-IT" altLang="it-IT" sz="2400" dirty="0" err="1"/>
              <a:t>manipulated</a:t>
            </a:r>
            <a:r>
              <a:rPr lang="it-IT" altLang="it-IT" sz="2400" dirty="0"/>
              <a:t> </a:t>
            </a:r>
            <a:r>
              <a:rPr lang="it-IT" altLang="it-IT" sz="2400" dirty="0" err="1"/>
              <a:t>regardless</a:t>
            </a:r>
            <a:r>
              <a:rPr lang="it-IT" altLang="it-IT" sz="2400" dirty="0"/>
              <a:t> of </a:t>
            </a:r>
            <a:r>
              <a:rPr lang="it-IT" altLang="it-IT" sz="2400" dirty="0" err="1"/>
              <a:t>their</a:t>
            </a:r>
            <a:r>
              <a:rPr lang="it-IT" altLang="it-IT" sz="2400" dirty="0"/>
              <a:t> </a:t>
            </a:r>
            <a:r>
              <a:rPr lang="it-IT" altLang="it-IT" sz="2400" dirty="0" err="1"/>
              <a:t>meaning</a:t>
            </a:r>
            <a:r>
              <a:rPr lang="it-IT" altLang="it-IT" sz="2400" dirty="0"/>
              <a:t>
The truth of a formula </a:t>
            </a:r>
            <a:r>
              <a:rPr lang="it-IT" altLang="it-IT" sz="2400" dirty="0" err="1"/>
              <a:t>depends</a:t>
            </a:r>
            <a:r>
              <a:rPr lang="it-IT" altLang="it-IT" sz="2400" dirty="0"/>
              <a:t> </a:t>
            </a:r>
            <a:r>
              <a:rPr lang="it-IT" altLang="it-IT" sz="2400" dirty="0" err="1"/>
              <a:t>solely</a:t>
            </a:r>
            <a:r>
              <a:rPr lang="it-IT" altLang="it-IT" sz="2400" dirty="0"/>
              <a:t> on the truth of </a:t>
            </a:r>
            <a:r>
              <a:rPr lang="it-IT" altLang="it-IT" sz="2400" dirty="0" err="1"/>
              <a:t>its</a:t>
            </a:r>
            <a:r>
              <a:rPr lang="it-IT" altLang="it-IT" sz="2400" dirty="0"/>
              <a:t> sub-</a:t>
            </a:r>
            <a:r>
              <a:rPr lang="it-IT" altLang="it-IT" sz="2400" dirty="0" err="1"/>
              <a:t>formulas</a:t>
            </a:r>
            <a:r>
              <a:rPr lang="it-IT" altLang="it-IT" sz="2400" dirty="0"/>
              <a:t> and on the </a:t>
            </a:r>
            <a:r>
              <a:rPr lang="it-IT" altLang="it-IT" sz="2400" dirty="0" err="1"/>
              <a:t>interpretation</a:t>
            </a:r>
            <a:r>
              <a:rPr lang="it-IT" altLang="it-IT" sz="2400" dirty="0"/>
              <a:t> </a:t>
            </a:r>
            <a:r>
              <a:rPr lang="it-IT" altLang="it-IT" sz="2400" dirty="0" err="1"/>
              <a:t>we</a:t>
            </a:r>
            <a:r>
              <a:rPr lang="it-IT" altLang="it-IT" sz="2400" dirty="0"/>
              <a:t> </a:t>
            </a:r>
            <a:r>
              <a:rPr lang="it-IT" altLang="it-IT" sz="2400" dirty="0" err="1"/>
              <a:t>give</a:t>
            </a:r>
            <a:r>
              <a:rPr lang="it-IT" altLang="it-IT" sz="2400" dirty="0"/>
              <a:t> to primitive symbols </a:t>
            </a:r>
          </a:p>
          <a:p>
            <a:pPr marL="800100" lvl="1" indent="-400050"/>
            <a:r>
              <a:rPr lang="it-IT" altLang="it-IT" sz="2000" dirty="0"/>
              <a:t>But the use of symbols (and the concepts </a:t>
            </a:r>
            <a:r>
              <a:rPr lang="it-IT" altLang="it-IT" sz="2000" dirty="0" err="1"/>
              <a:t>they</a:t>
            </a:r>
            <a:r>
              <a:rPr lang="it-IT" altLang="it-IT" sz="2000" dirty="0"/>
              <a:t> </a:t>
            </a:r>
            <a:r>
              <a:rPr lang="it-IT" altLang="it-IT" sz="2000" dirty="0" err="1"/>
              <a:t>represent</a:t>
            </a:r>
            <a:r>
              <a:rPr lang="it-IT" altLang="it-IT" sz="2000" dirty="0"/>
              <a:t>) </a:t>
            </a:r>
            <a:r>
              <a:rPr lang="it-IT" altLang="it-IT" sz="2000" dirty="0" err="1"/>
              <a:t>is</a:t>
            </a:r>
            <a:r>
              <a:rPr lang="it-IT" altLang="it-IT" sz="2000" dirty="0"/>
              <a:t> </a:t>
            </a:r>
            <a:r>
              <a:rPr lang="it-IT" altLang="it-IT" sz="2000" dirty="0" err="1"/>
              <a:t>arbitrary</a:t>
            </a:r>
            <a:r>
              <a:rPr lang="it-IT" altLang="it-IT" sz="2000" dirty="0"/>
              <a:t> and </a:t>
            </a:r>
            <a:r>
              <a:rPr lang="it-IT" altLang="it-IT" sz="2000" dirty="0" err="1"/>
              <a:t>independent</a:t>
            </a:r>
            <a:r>
              <a:rPr lang="it-IT" altLang="it-IT" sz="2000" dirty="0"/>
              <a:t> of the symbol </a:t>
            </a:r>
            <a:r>
              <a:rPr lang="it-IT" altLang="it-IT" sz="2000" dirty="0" err="1"/>
              <a:t>used</a:t>
            </a:r>
            <a:endParaRPr lang="en-GB" altLang="it-IT" sz="1600" dirty="0"/>
          </a:p>
        </p:txBody>
      </p:sp>
      <p:sp>
        <p:nvSpPr>
          <p:cNvPr id="2" name="Segnaposto data 1">
            <a:extLst>
              <a:ext uri="{FF2B5EF4-FFF2-40B4-BE49-F238E27FC236}">
                <a16:creationId xmlns:a16="http://schemas.microsoft.com/office/drawing/2014/main" id="{CCAC3BE1-D732-4682-0DED-958DCA191F52}"/>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CFCB4232-683D-2EB0-17D0-C363062D99EA}"/>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A50E099A-92B4-106D-2A9E-3EA3BF25FA75}"/>
              </a:ext>
            </a:extLst>
          </p:cNvPr>
          <p:cNvSpPr>
            <a:spLocks noGrp="1"/>
          </p:cNvSpPr>
          <p:nvPr>
            <p:ph type="sldNum" sz="quarter" idx="12"/>
          </p:nvPr>
        </p:nvSpPr>
        <p:spPr/>
        <p:txBody>
          <a:bodyPr/>
          <a:lstStyle/>
          <a:p>
            <a:pPr>
              <a:defRPr/>
            </a:pPr>
            <a:fld id="{43CD341D-7438-4FA4-973F-6F9EECBD14B9}" type="slidenum">
              <a:rPr lang="it-IT" altLang="it-IT" smtClean="0"/>
              <a:pPr>
                <a:defRPr/>
              </a:pPr>
              <a:t>14</a:t>
            </a:fld>
            <a:endParaRPr lang="it-IT" altLang="it-IT"/>
          </a:p>
        </p:txBody>
      </p:sp>
    </p:spTree>
    <p:extLst>
      <p:ext uri="{BB962C8B-B14F-4D97-AF65-F5344CB8AC3E}">
        <p14:creationId xmlns:p14="http://schemas.microsoft.com/office/powerpoint/2010/main" val="2219423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C684D75-07B0-E742-B9AC-241FD0FD1C9B}"/>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Associationist theories</a:t>
            </a:r>
            <a:endParaRPr lang="en-GB" dirty="0"/>
          </a:p>
        </p:txBody>
      </p:sp>
      <p:sp>
        <p:nvSpPr>
          <p:cNvPr id="5" name="Segnaposto contenuto 4">
            <a:extLst>
              <a:ext uri="{FF2B5EF4-FFF2-40B4-BE49-F238E27FC236}">
                <a16:creationId xmlns:a16="http://schemas.microsoft.com/office/drawing/2014/main" id="{E9F1527C-A85F-C1B5-F383-3380FFE95BAF}"/>
              </a:ext>
            </a:extLst>
          </p:cNvPr>
          <p:cNvSpPr>
            <a:spLocks noGrp="1"/>
          </p:cNvSpPr>
          <p:nvPr>
            <p:ph idx="1"/>
          </p:nvPr>
        </p:nvSpPr>
        <p:spPr>
          <a:xfrm>
            <a:off x="457200" y="866775"/>
            <a:ext cx="8229600" cy="1610878"/>
          </a:xfrm>
        </p:spPr>
        <p:txBody>
          <a:bodyPr/>
          <a:lstStyle/>
          <a:p>
            <a:r>
              <a:rPr lang="it-IT" dirty="0" err="1">
                <a:latin typeface="Tw Cen MT" charset="0"/>
                <a:ea typeface="ＭＳ Ｐゴシック" charset="0"/>
                <a:cs typeface="Times New Roman" charset="0"/>
              </a:rPr>
              <a:t>Associationist</a:t>
            </a:r>
            <a:r>
              <a:rPr lang="it-IT" dirty="0">
                <a:latin typeface="Tw Cen MT" charset="0"/>
                <a:ea typeface="ＭＳ Ｐゴシック" charset="0"/>
                <a:cs typeface="Times New Roman" charset="0"/>
              </a:rPr>
              <a:t> theories are </a:t>
            </a:r>
            <a:r>
              <a:rPr lang="it-IT" dirty="0" err="1">
                <a:latin typeface="Tw Cen MT" charset="0"/>
                <a:ea typeface="ＭＳ Ｐゴシック" charset="0"/>
                <a:cs typeface="Times New Roman" charset="0"/>
              </a:rPr>
              <a:t>concerned</a:t>
            </a:r>
            <a:r>
              <a:rPr lang="it-IT" dirty="0">
                <a:latin typeface="Tw Cen MT" charset="0"/>
                <a:ea typeface="ＭＳ Ｐゴシック" charset="0"/>
                <a:cs typeface="Times New Roman" charset="0"/>
              </a:rPr>
              <a:t> with the </a:t>
            </a:r>
            <a:r>
              <a:rPr lang="it-IT" dirty="0" err="1">
                <a:latin typeface="Tw Cen MT" charset="0"/>
                <a:ea typeface="ＭＳ Ｐゴシック" charset="0"/>
                <a:cs typeface="Times New Roman" charset="0"/>
              </a:rPr>
              <a:t>relationships</a:t>
            </a:r>
            <a:r>
              <a:rPr lang="it-IT" dirty="0">
                <a:latin typeface="Tw Cen MT" charset="0"/>
                <a:ea typeface="ＭＳ Ｐゴシック" charset="0"/>
                <a:cs typeface="Times New Roman" charset="0"/>
              </a:rPr>
              <a:t> </a:t>
            </a:r>
            <a:r>
              <a:rPr lang="it-IT" dirty="0" err="1">
                <a:latin typeface="Tw Cen MT" charset="0"/>
                <a:ea typeface="ＭＳ Ｐゴシック" charset="0"/>
                <a:cs typeface="Times New Roman" charset="0"/>
              </a:rPr>
              <a:t>between</a:t>
            </a:r>
            <a:r>
              <a:rPr lang="it-IT" dirty="0">
                <a:latin typeface="Tw Cen MT" charset="0"/>
                <a:ea typeface="ＭＳ Ｐゴシック" charset="0"/>
                <a:cs typeface="Times New Roman" charset="0"/>
              </a:rPr>
              <a:t> symbols and the </a:t>
            </a:r>
            <a:r>
              <a:rPr lang="it-IT" dirty="0" err="1">
                <a:latin typeface="Tw Cen MT" charset="0"/>
                <a:ea typeface="ＭＳ Ｐゴシック" charset="0"/>
                <a:cs typeface="Times New Roman" charset="0"/>
              </a:rPr>
              <a:t>meaning</a:t>
            </a:r>
            <a:r>
              <a:rPr lang="it-IT" dirty="0">
                <a:latin typeface="Tw Cen MT" charset="0"/>
                <a:ea typeface="ＭＳ Ｐゴシック" charset="0"/>
                <a:cs typeface="Times New Roman" charset="0"/>
              </a:rPr>
              <a:t> </a:t>
            </a:r>
            <a:r>
              <a:rPr lang="it-IT" dirty="0" err="1">
                <a:latin typeface="Tw Cen MT" charset="0"/>
                <a:ea typeface="ＭＳ Ｐゴシック" charset="0"/>
                <a:cs typeface="Times New Roman" charset="0"/>
              </a:rPr>
              <a:t>that</a:t>
            </a:r>
            <a:r>
              <a:rPr lang="it-IT" dirty="0">
                <a:latin typeface="Tw Cen MT" charset="0"/>
                <a:ea typeface="ＭＳ Ｐゴシック" charset="0"/>
                <a:cs typeface="Times New Roman" charset="0"/>
              </a:rPr>
              <a:t> </a:t>
            </a:r>
            <a:r>
              <a:rPr lang="it-IT" dirty="0" err="1">
                <a:latin typeface="Tw Cen MT" charset="0"/>
                <a:ea typeface="ＭＳ Ｐゴシック" charset="0"/>
                <a:cs typeface="Times New Roman" charset="0"/>
              </a:rPr>
              <a:t>arises</a:t>
            </a:r>
            <a:r>
              <a:rPr lang="it-IT" dirty="0">
                <a:latin typeface="Tw Cen MT" charset="0"/>
                <a:ea typeface="ＭＳ Ｐゴシック" charset="0"/>
                <a:cs typeface="Times New Roman" charset="0"/>
              </a:rPr>
              <a:t> from </a:t>
            </a:r>
            <a:r>
              <a:rPr lang="it-IT" dirty="0" err="1">
                <a:latin typeface="Tw Cen MT" charset="0"/>
                <a:ea typeface="ＭＳ Ｐゴシック" charset="0"/>
                <a:cs typeface="Times New Roman" charset="0"/>
              </a:rPr>
              <a:t>those</a:t>
            </a:r>
            <a:r>
              <a:rPr lang="it-IT" dirty="0">
                <a:latin typeface="Tw Cen MT" charset="0"/>
                <a:ea typeface="ＭＳ Ｐゴシック" charset="0"/>
                <a:cs typeface="Times New Roman" charset="0"/>
              </a:rPr>
              <a:t> </a:t>
            </a:r>
            <a:r>
              <a:rPr lang="it-IT" dirty="0" err="1">
                <a:latin typeface="Tw Cen MT" charset="0"/>
                <a:ea typeface="ＭＳ Ｐゴシック" charset="0"/>
                <a:cs typeface="Times New Roman" charset="0"/>
              </a:rPr>
              <a:t>associations</a:t>
            </a:r>
            <a:endParaRPr lang="it-IT" dirty="0"/>
          </a:p>
        </p:txBody>
      </p:sp>
      <p:sp>
        <p:nvSpPr>
          <p:cNvPr id="2" name="Segnaposto data 1">
            <a:extLst>
              <a:ext uri="{FF2B5EF4-FFF2-40B4-BE49-F238E27FC236}">
                <a16:creationId xmlns:a16="http://schemas.microsoft.com/office/drawing/2014/main" id="{76709E9A-777E-D6CE-3E29-6B0D039E5977}"/>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8CBCC9FA-39F9-1BE2-1810-0B7F8BC6FFED}"/>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E4622179-F9F7-797D-31FC-9AFF2C7EC058}"/>
              </a:ext>
            </a:extLst>
          </p:cNvPr>
          <p:cNvSpPr>
            <a:spLocks noGrp="1"/>
          </p:cNvSpPr>
          <p:nvPr>
            <p:ph type="sldNum" sz="quarter" idx="12"/>
          </p:nvPr>
        </p:nvSpPr>
        <p:spPr/>
        <p:txBody>
          <a:bodyPr/>
          <a:lstStyle/>
          <a:p>
            <a:pPr>
              <a:defRPr/>
            </a:pPr>
            <a:fld id="{43CD341D-7438-4FA4-973F-6F9EECBD14B9}" type="slidenum">
              <a:rPr lang="it-IT" altLang="it-IT" smtClean="0"/>
              <a:pPr>
                <a:defRPr/>
              </a:pPr>
              <a:t>15</a:t>
            </a:fld>
            <a:endParaRPr lang="it-IT" altLang="it-IT"/>
          </a:p>
        </p:txBody>
      </p:sp>
      <p:sp>
        <p:nvSpPr>
          <p:cNvPr id="108549" name="Rectangle 5">
            <a:extLst>
              <a:ext uri="{FF2B5EF4-FFF2-40B4-BE49-F238E27FC236}">
                <a16:creationId xmlns:a16="http://schemas.microsoft.com/office/drawing/2014/main" id="{91D6C9DC-6781-6E47-8BB5-60D89627CFD0}"/>
              </a:ext>
            </a:extLst>
          </p:cNvPr>
          <p:cNvSpPr>
            <a:spLocks noChangeArrowheads="1"/>
          </p:cNvSpPr>
          <p:nvPr/>
        </p:nvSpPr>
        <p:spPr bwMode="auto">
          <a:xfrm>
            <a:off x="3757613" y="1960960"/>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6" name="CasellaDiTesto 5">
            <a:extLst>
              <a:ext uri="{FF2B5EF4-FFF2-40B4-BE49-F238E27FC236}">
                <a16:creationId xmlns:a16="http://schemas.microsoft.com/office/drawing/2014/main" id="{0B1D1129-DDA0-077E-0195-4AE6A383C2B6}"/>
              </a:ext>
            </a:extLst>
          </p:cNvPr>
          <p:cNvSpPr txBox="1"/>
          <p:nvPr/>
        </p:nvSpPr>
        <p:spPr>
          <a:xfrm>
            <a:off x="3206262" y="3068712"/>
            <a:ext cx="737702" cy="369332"/>
          </a:xfrm>
          <a:prstGeom prst="rect">
            <a:avLst/>
          </a:prstGeom>
          <a:noFill/>
        </p:spPr>
        <p:txBody>
          <a:bodyPr wrap="none" rtlCol="0">
            <a:spAutoFit/>
          </a:bodyPr>
          <a:lstStyle/>
          <a:p>
            <a:r>
              <a:rPr lang="it-IT" dirty="0"/>
              <a:t>Snow</a:t>
            </a:r>
          </a:p>
        </p:txBody>
      </p:sp>
      <p:sp>
        <p:nvSpPr>
          <p:cNvPr id="8" name="CasellaDiTesto 7">
            <a:extLst>
              <a:ext uri="{FF2B5EF4-FFF2-40B4-BE49-F238E27FC236}">
                <a16:creationId xmlns:a16="http://schemas.microsoft.com/office/drawing/2014/main" id="{8CF68FAC-752D-6F68-7FDD-59DE6F183949}"/>
              </a:ext>
            </a:extLst>
          </p:cNvPr>
          <p:cNvSpPr txBox="1"/>
          <p:nvPr/>
        </p:nvSpPr>
        <p:spPr>
          <a:xfrm>
            <a:off x="5681073" y="3078932"/>
            <a:ext cx="788421" cy="369332"/>
          </a:xfrm>
          <a:prstGeom prst="rect">
            <a:avLst/>
          </a:prstGeom>
          <a:noFill/>
        </p:spPr>
        <p:txBody>
          <a:bodyPr wrap="none" rtlCol="0">
            <a:spAutoFit/>
          </a:bodyPr>
          <a:lstStyle/>
          <a:p>
            <a:r>
              <a:rPr lang="it-IT" dirty="0"/>
              <a:t>Water</a:t>
            </a:r>
          </a:p>
        </p:txBody>
      </p:sp>
      <p:sp>
        <p:nvSpPr>
          <p:cNvPr id="9" name="CasellaDiTesto 8">
            <a:extLst>
              <a:ext uri="{FF2B5EF4-FFF2-40B4-BE49-F238E27FC236}">
                <a16:creationId xmlns:a16="http://schemas.microsoft.com/office/drawing/2014/main" id="{FDDC008A-37A1-83E8-A3E5-746FC620B312}"/>
              </a:ext>
            </a:extLst>
          </p:cNvPr>
          <p:cNvSpPr txBox="1"/>
          <p:nvPr/>
        </p:nvSpPr>
        <p:spPr>
          <a:xfrm>
            <a:off x="5610351" y="3448264"/>
            <a:ext cx="628698" cy="369332"/>
          </a:xfrm>
          <a:prstGeom prst="rect">
            <a:avLst/>
          </a:prstGeom>
          <a:noFill/>
        </p:spPr>
        <p:txBody>
          <a:bodyPr wrap="none" rtlCol="0">
            <a:spAutoFit/>
          </a:bodyPr>
          <a:lstStyle/>
          <a:p>
            <a:r>
              <a:rPr lang="it-IT" dirty="0" err="1"/>
              <a:t>Cold</a:t>
            </a:r>
            <a:endParaRPr lang="it-IT" dirty="0"/>
          </a:p>
        </p:txBody>
      </p:sp>
      <p:sp>
        <p:nvSpPr>
          <p:cNvPr id="10" name="CasellaDiTesto 9">
            <a:extLst>
              <a:ext uri="{FF2B5EF4-FFF2-40B4-BE49-F238E27FC236}">
                <a16:creationId xmlns:a16="http://schemas.microsoft.com/office/drawing/2014/main" id="{03A15CFC-BD1C-128C-3E9B-07F12A8EB5E7}"/>
              </a:ext>
            </a:extLst>
          </p:cNvPr>
          <p:cNvSpPr txBox="1"/>
          <p:nvPr/>
        </p:nvSpPr>
        <p:spPr>
          <a:xfrm>
            <a:off x="5771783" y="2773060"/>
            <a:ext cx="496033" cy="369332"/>
          </a:xfrm>
          <a:prstGeom prst="rect">
            <a:avLst/>
          </a:prstGeom>
          <a:noFill/>
        </p:spPr>
        <p:txBody>
          <a:bodyPr wrap="none" rtlCol="0">
            <a:spAutoFit/>
          </a:bodyPr>
          <a:lstStyle/>
          <a:p>
            <a:r>
              <a:rPr lang="it-IT" dirty="0" err="1"/>
              <a:t>Ice</a:t>
            </a:r>
            <a:endParaRPr lang="it-IT" dirty="0"/>
          </a:p>
        </p:txBody>
      </p:sp>
      <p:sp>
        <p:nvSpPr>
          <p:cNvPr id="11" name="CasellaDiTesto 10">
            <a:extLst>
              <a:ext uri="{FF2B5EF4-FFF2-40B4-BE49-F238E27FC236}">
                <a16:creationId xmlns:a16="http://schemas.microsoft.com/office/drawing/2014/main" id="{AD6A9250-C3B2-88CE-0D34-B04B24326D9E}"/>
              </a:ext>
            </a:extLst>
          </p:cNvPr>
          <p:cNvSpPr txBox="1"/>
          <p:nvPr/>
        </p:nvSpPr>
        <p:spPr>
          <a:xfrm>
            <a:off x="4800289" y="3907645"/>
            <a:ext cx="773417" cy="369332"/>
          </a:xfrm>
          <a:prstGeom prst="rect">
            <a:avLst/>
          </a:prstGeom>
          <a:noFill/>
        </p:spPr>
        <p:txBody>
          <a:bodyPr wrap="none" rtlCol="0">
            <a:spAutoFit/>
          </a:bodyPr>
          <a:lstStyle/>
          <a:p>
            <a:r>
              <a:rPr lang="it-IT" dirty="0"/>
              <a:t>White</a:t>
            </a:r>
          </a:p>
        </p:txBody>
      </p:sp>
      <p:sp>
        <p:nvSpPr>
          <p:cNvPr id="12" name="CasellaDiTesto 11">
            <a:extLst>
              <a:ext uri="{FF2B5EF4-FFF2-40B4-BE49-F238E27FC236}">
                <a16:creationId xmlns:a16="http://schemas.microsoft.com/office/drawing/2014/main" id="{5016DB2E-97A2-5F71-B00D-AA1395C41EE5}"/>
              </a:ext>
            </a:extLst>
          </p:cNvPr>
          <p:cNvSpPr txBox="1"/>
          <p:nvPr/>
        </p:nvSpPr>
        <p:spPr>
          <a:xfrm>
            <a:off x="3663462" y="3907645"/>
            <a:ext cx="856325" cy="369332"/>
          </a:xfrm>
          <a:prstGeom prst="rect">
            <a:avLst/>
          </a:prstGeom>
          <a:noFill/>
        </p:spPr>
        <p:txBody>
          <a:bodyPr wrap="none" rtlCol="0">
            <a:spAutoFit/>
          </a:bodyPr>
          <a:lstStyle/>
          <a:p>
            <a:r>
              <a:rPr lang="it-IT" dirty="0"/>
              <a:t>Winter</a:t>
            </a:r>
          </a:p>
        </p:txBody>
      </p:sp>
      <p:cxnSp>
        <p:nvCxnSpPr>
          <p:cNvPr id="14" name="Connettore 2 13">
            <a:extLst>
              <a:ext uri="{FF2B5EF4-FFF2-40B4-BE49-F238E27FC236}">
                <a16:creationId xmlns:a16="http://schemas.microsoft.com/office/drawing/2014/main" id="{50453EA9-7E25-5BC0-2C6D-D3B2D75D858B}"/>
              </a:ext>
            </a:extLst>
          </p:cNvPr>
          <p:cNvCxnSpPr>
            <a:stCxn id="6" idx="3"/>
            <a:endCxn id="8" idx="1"/>
          </p:cNvCxnSpPr>
          <p:nvPr/>
        </p:nvCxnSpPr>
        <p:spPr>
          <a:xfrm>
            <a:off x="3943964" y="3253378"/>
            <a:ext cx="1737109" cy="102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ttore 2 15">
            <a:extLst>
              <a:ext uri="{FF2B5EF4-FFF2-40B4-BE49-F238E27FC236}">
                <a16:creationId xmlns:a16="http://schemas.microsoft.com/office/drawing/2014/main" id="{EB5ECF35-78DF-D475-7FC2-4960DB68A69D}"/>
              </a:ext>
            </a:extLst>
          </p:cNvPr>
          <p:cNvCxnSpPr>
            <a:cxnSpLocks/>
            <a:stCxn id="6" idx="3"/>
            <a:endCxn id="9" idx="1"/>
          </p:cNvCxnSpPr>
          <p:nvPr/>
        </p:nvCxnSpPr>
        <p:spPr>
          <a:xfrm>
            <a:off x="3943964" y="3253378"/>
            <a:ext cx="1666387" cy="3795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ttore 2 18">
            <a:extLst>
              <a:ext uri="{FF2B5EF4-FFF2-40B4-BE49-F238E27FC236}">
                <a16:creationId xmlns:a16="http://schemas.microsoft.com/office/drawing/2014/main" id="{7AB59F79-5291-6E0D-6133-9D34F9E25121}"/>
              </a:ext>
            </a:extLst>
          </p:cNvPr>
          <p:cNvCxnSpPr>
            <a:stCxn id="6" idx="3"/>
            <a:endCxn id="10" idx="0"/>
          </p:cNvCxnSpPr>
          <p:nvPr/>
        </p:nvCxnSpPr>
        <p:spPr>
          <a:xfrm flipV="1">
            <a:off x="3943964" y="2773060"/>
            <a:ext cx="2075836" cy="4803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ttore 2 20">
            <a:extLst>
              <a:ext uri="{FF2B5EF4-FFF2-40B4-BE49-F238E27FC236}">
                <a16:creationId xmlns:a16="http://schemas.microsoft.com/office/drawing/2014/main" id="{DB548189-6C16-4713-1961-976A3B33D153}"/>
              </a:ext>
            </a:extLst>
          </p:cNvPr>
          <p:cNvCxnSpPr>
            <a:stCxn id="6" idx="3"/>
            <a:endCxn id="12" idx="0"/>
          </p:cNvCxnSpPr>
          <p:nvPr/>
        </p:nvCxnSpPr>
        <p:spPr>
          <a:xfrm>
            <a:off x="3943964" y="3253378"/>
            <a:ext cx="147661" cy="654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onnettore 2 23">
            <a:extLst>
              <a:ext uri="{FF2B5EF4-FFF2-40B4-BE49-F238E27FC236}">
                <a16:creationId xmlns:a16="http://schemas.microsoft.com/office/drawing/2014/main" id="{82F22283-9D95-0335-DF76-8B6DE067FA6E}"/>
              </a:ext>
            </a:extLst>
          </p:cNvPr>
          <p:cNvCxnSpPr>
            <a:cxnSpLocks/>
            <a:stCxn id="6" idx="3"/>
            <a:endCxn id="11" idx="0"/>
          </p:cNvCxnSpPr>
          <p:nvPr/>
        </p:nvCxnSpPr>
        <p:spPr>
          <a:xfrm>
            <a:off x="3943964" y="3253378"/>
            <a:ext cx="1243034" cy="654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671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ppt_x</p:attrName>
                                        </p:attrNameLst>
                                      </p:cBhvr>
                                      <p:tavLst>
                                        <p:tav tm="0">
                                          <p:val>
                                            <p:strVal val="#ppt_x"/>
                                          </p:val>
                                        </p:tav>
                                        <p:tav tm="100000">
                                          <p:val>
                                            <p:strVal val="#ppt_x"/>
                                          </p:val>
                                        </p:tav>
                                      </p:tavLst>
                                    </p:anim>
                                    <p:anim calcmode="lin" valueType="num">
                                      <p:cBhvr additive="base">
                                        <p:cTn id="5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3877CE74-D458-D54C-BA35-779B8C71880F}"/>
              </a:ext>
            </a:extLst>
          </p:cNvPr>
          <p:cNvSpPr>
            <a:spLocks noGrp="1" noChangeArrowheads="1"/>
          </p:cNvSpPr>
          <p:nvPr>
            <p:ph type="title"/>
          </p:nvPr>
        </p:nvSpPr>
        <p:spPr>
          <a:xfrm>
            <a:off x="736480" y="293847"/>
            <a:ext cx="7087678" cy="1084659"/>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sz="3300"/>
              <a:t>Hierarchical Organization of Concepts: Experiments (Collins, Quillian, 1969)</a:t>
            </a:r>
            <a:endParaRPr lang="en-GB" sz="3300" dirty="0"/>
          </a:p>
        </p:txBody>
      </p:sp>
      <p:sp>
        <p:nvSpPr>
          <p:cNvPr id="109571" name="Rectangle 3">
            <a:extLst>
              <a:ext uri="{FF2B5EF4-FFF2-40B4-BE49-F238E27FC236}">
                <a16:creationId xmlns:a16="http://schemas.microsoft.com/office/drawing/2014/main" id="{97FE066F-0B51-4641-8CEA-2D96F1C94ED0}"/>
              </a:ext>
            </a:extLst>
          </p:cNvPr>
          <p:cNvSpPr>
            <a:spLocks noGrp="1" noChangeArrowheads="1"/>
          </p:cNvSpPr>
          <p:nvPr>
            <p:ph type="body" idx="1"/>
          </p:nvPr>
        </p:nvSpPr>
        <p:spPr>
          <a:xfrm>
            <a:off x="571500" y="1428750"/>
            <a:ext cx="3886200" cy="3086100"/>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marL="0" indent="0">
              <a:buNone/>
            </a:pPr>
            <a:r>
              <a:rPr lang="it-IT" altLang="it-IT" sz="2100" dirty="0" err="1"/>
              <a:t>Questions</a:t>
            </a:r>
            <a:r>
              <a:rPr lang="it-IT" altLang="it-IT" sz="2100" dirty="0"/>
              <a:t>:</a:t>
            </a:r>
          </a:p>
          <a:p>
            <a:pPr marL="0" indent="0">
              <a:buNone/>
            </a:pPr>
            <a:r>
              <a:rPr lang="it-IT" altLang="it-IT" sz="2100" dirty="0"/>
              <a:t>	</a:t>
            </a:r>
            <a:r>
              <a:rPr lang="it-IT" altLang="it-IT" sz="1600" dirty="0"/>
              <a:t>1. "</a:t>
            </a:r>
            <a:r>
              <a:rPr lang="it-IT" altLang="it-IT" sz="1600" dirty="0" err="1"/>
              <a:t>Is</a:t>
            </a:r>
            <a:r>
              <a:rPr lang="it-IT" altLang="it-IT" sz="1600" dirty="0"/>
              <a:t> a </a:t>
            </a:r>
            <a:r>
              <a:rPr lang="it-IT" altLang="it-IT" sz="1600" dirty="0" err="1"/>
              <a:t>canary</a:t>
            </a:r>
            <a:r>
              <a:rPr lang="it-IT" altLang="it-IT" sz="1600" dirty="0"/>
              <a:t> a </a:t>
            </a:r>
            <a:r>
              <a:rPr lang="it-IT" altLang="it-IT" sz="1600" dirty="0" err="1"/>
              <a:t>bird</a:t>
            </a:r>
            <a:r>
              <a:rPr lang="it-IT" altLang="it-IT" sz="1600" dirty="0"/>
              <a:t>?"
	2. »Does a </a:t>
            </a:r>
            <a:r>
              <a:rPr lang="it-IT" altLang="it-IT" sz="1600" dirty="0" err="1"/>
              <a:t>canary</a:t>
            </a:r>
            <a:r>
              <a:rPr lang="it-IT" altLang="it-IT" sz="1600" dirty="0"/>
              <a:t> </a:t>
            </a:r>
            <a:r>
              <a:rPr lang="it-IT" altLang="it-IT" sz="1600" dirty="0" err="1"/>
              <a:t>flies</a:t>
            </a:r>
            <a:r>
              <a:rPr lang="it-IT" altLang="it-IT" sz="1600" dirty="0"/>
              <a:t>?"
	3. "Does a </a:t>
            </a:r>
            <a:r>
              <a:rPr lang="it-IT" altLang="it-IT" sz="1600" dirty="0" err="1"/>
              <a:t>canary</a:t>
            </a:r>
            <a:r>
              <a:rPr lang="it-IT" altLang="it-IT" sz="1600" dirty="0"/>
              <a:t> </a:t>
            </a:r>
            <a:r>
              <a:rPr lang="it-IT" altLang="it-IT" sz="1600" dirty="0" err="1"/>
              <a:t>breathe</a:t>
            </a:r>
            <a:r>
              <a:rPr lang="it-IT" altLang="it-IT" sz="1600" dirty="0"/>
              <a:t>? </a:t>
            </a:r>
            <a:r>
              <a:rPr lang="it-IT" altLang="it-IT" sz="2100" dirty="0"/>
              <a:t>
</a:t>
            </a:r>
            <a:r>
              <a:rPr lang="it-IT" altLang="it-IT" sz="2100" dirty="0" err="1"/>
              <a:t>Response</a:t>
            </a:r>
            <a:r>
              <a:rPr lang="it-IT" altLang="it-IT" sz="2100" dirty="0"/>
              <a:t> time:
	 </a:t>
            </a:r>
            <a:r>
              <a:rPr lang="it-IT" altLang="it-IT" sz="1600" dirty="0"/>
              <a:t>T1 &lt; T2 &lt; T3</a:t>
            </a:r>
            <a:r>
              <a:rPr lang="it-IT" altLang="it-IT" sz="2100" dirty="0"/>
              <a:t>
</a:t>
            </a:r>
            <a:r>
              <a:rPr lang="it-IT" altLang="it-IT" sz="1400" dirty="0" err="1"/>
              <a:t>Exceptions</a:t>
            </a:r>
            <a:r>
              <a:rPr lang="it-IT" altLang="it-IT" sz="1400" dirty="0"/>
              <a:t>
»Does an </a:t>
            </a:r>
            <a:r>
              <a:rPr lang="it-IT" altLang="it-IT" sz="1400" dirty="0" err="1"/>
              <a:t>ostrich</a:t>
            </a:r>
            <a:r>
              <a:rPr lang="it-IT" altLang="it-IT" sz="1400" dirty="0"/>
              <a:t> </a:t>
            </a:r>
            <a:r>
              <a:rPr lang="it-IT" altLang="it-IT" sz="1400" dirty="0" err="1"/>
              <a:t>flies</a:t>
            </a:r>
            <a:r>
              <a:rPr lang="it-IT" altLang="it-IT" sz="1400" dirty="0"/>
              <a:t>?"
Immediate </a:t>
            </a:r>
            <a:r>
              <a:rPr lang="it-IT" altLang="it-IT" sz="1400" dirty="0" err="1"/>
              <a:t>response</a:t>
            </a:r>
            <a:endParaRPr lang="en-GB" altLang="it-IT" sz="1800" dirty="0"/>
          </a:p>
        </p:txBody>
      </p:sp>
      <p:sp>
        <p:nvSpPr>
          <p:cNvPr id="109573" name="Rectangle 5">
            <a:extLst>
              <a:ext uri="{FF2B5EF4-FFF2-40B4-BE49-F238E27FC236}">
                <a16:creationId xmlns:a16="http://schemas.microsoft.com/office/drawing/2014/main" id="{7CE228F9-B483-734F-8782-6F157A1140AE}"/>
              </a:ext>
            </a:extLst>
          </p:cNvPr>
          <p:cNvSpPr>
            <a:spLocks noChangeArrowheads="1"/>
          </p:cNvSpPr>
          <p:nvPr/>
        </p:nvSpPr>
        <p:spPr bwMode="auto">
          <a:xfrm>
            <a:off x="3168254" y="1178719"/>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109576" name="Rectangle 8">
            <a:extLst>
              <a:ext uri="{FF2B5EF4-FFF2-40B4-BE49-F238E27FC236}">
                <a16:creationId xmlns:a16="http://schemas.microsoft.com/office/drawing/2014/main" id="{DCCC853C-4F07-E44D-A5A2-2753D98A6A4B}"/>
              </a:ext>
            </a:extLst>
          </p:cNvPr>
          <p:cNvSpPr>
            <a:spLocks noChangeArrowheads="1"/>
          </p:cNvSpPr>
          <p:nvPr/>
        </p:nvSpPr>
        <p:spPr bwMode="auto">
          <a:xfrm>
            <a:off x="3300413" y="1693069"/>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graphicFrame>
        <p:nvGraphicFramePr>
          <p:cNvPr id="27653" name="Object 7">
            <a:extLst>
              <a:ext uri="{FF2B5EF4-FFF2-40B4-BE49-F238E27FC236}">
                <a16:creationId xmlns:a16="http://schemas.microsoft.com/office/drawing/2014/main" id="{C7885420-2F73-B047-9ABC-FF1CDC05E2F4}"/>
              </a:ext>
            </a:extLst>
          </p:cNvPr>
          <p:cNvGraphicFramePr>
            <a:graphicFrameLocks noChangeAspect="1"/>
          </p:cNvGraphicFramePr>
          <p:nvPr/>
        </p:nvGraphicFramePr>
        <p:xfrm>
          <a:off x="4686302" y="2162889"/>
          <a:ext cx="3257550" cy="2251472"/>
        </p:xfrm>
        <a:graphic>
          <a:graphicData uri="http://schemas.openxmlformats.org/presentationml/2006/ole">
            <mc:AlternateContent xmlns:mc="http://schemas.openxmlformats.org/markup-compatibility/2006">
              <mc:Choice xmlns:v="urn:schemas-microsoft-com:vml" Requires="v">
                <p:oleObj r:id="rId3" imgW="3321050" imgH="2298700" progId="MSPhotoEd.3">
                  <p:embed/>
                </p:oleObj>
              </mc:Choice>
              <mc:Fallback>
                <p:oleObj r:id="rId3" imgW="3321050" imgH="2298700" progId="MSPhotoEd.3">
                  <p:embed/>
                  <p:pic>
                    <p:nvPicPr>
                      <p:cNvPr id="27653" name="Object 7">
                        <a:extLst>
                          <a:ext uri="{FF2B5EF4-FFF2-40B4-BE49-F238E27FC236}">
                            <a16:creationId xmlns:a16="http://schemas.microsoft.com/office/drawing/2014/main" id="{C7885420-2F73-B047-9ABC-FF1CDC05E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6302" y="2162889"/>
                        <a:ext cx="3257550" cy="2251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Segnaposto data 1">
            <a:extLst>
              <a:ext uri="{FF2B5EF4-FFF2-40B4-BE49-F238E27FC236}">
                <a16:creationId xmlns:a16="http://schemas.microsoft.com/office/drawing/2014/main" id="{4AC50EF1-0A05-CA16-0508-944ED0D4DFB2}"/>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11DEE5B7-9EC1-5613-B05D-D9FF5B7AB3F0}"/>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58E8301A-01B8-1027-FC00-C253132D0F50}"/>
              </a:ext>
            </a:extLst>
          </p:cNvPr>
          <p:cNvSpPr>
            <a:spLocks noGrp="1"/>
          </p:cNvSpPr>
          <p:nvPr>
            <p:ph type="sldNum" sz="quarter" idx="12"/>
          </p:nvPr>
        </p:nvSpPr>
        <p:spPr/>
        <p:txBody>
          <a:bodyPr/>
          <a:lstStyle/>
          <a:p>
            <a:pPr>
              <a:defRPr/>
            </a:pPr>
            <a:fld id="{43CD341D-7438-4FA4-973F-6F9EECBD14B9}" type="slidenum">
              <a:rPr lang="it-IT" altLang="it-IT" smtClean="0"/>
              <a:pPr>
                <a:defRPr/>
              </a:pPr>
              <a:t>16</a:t>
            </a:fld>
            <a:endParaRPr lang="it-IT" altLang="it-IT"/>
          </a:p>
        </p:txBody>
      </p:sp>
    </p:spTree>
    <p:extLst>
      <p:ext uri="{BB962C8B-B14F-4D97-AF65-F5344CB8AC3E}">
        <p14:creationId xmlns:p14="http://schemas.microsoft.com/office/powerpoint/2010/main" val="423563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EDDA3B24-4BF3-BE4E-8379-B035E04B0A0B}"/>
              </a:ext>
            </a:extLst>
          </p:cNvPr>
          <p:cNvSpPr>
            <a:spLocks noGrp="1" noChangeArrowheads="1"/>
          </p:cNvSpPr>
          <p:nvPr>
            <p:ph type="title"/>
          </p:nvPr>
        </p:nvSpPr>
        <p:spPr>
          <a:xfrm>
            <a:off x="465826" y="310754"/>
            <a:ext cx="7789653" cy="1084659"/>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sz="3300"/>
              <a:t>Hierarchical Organization of Concepts: Interpretation</a:t>
            </a:r>
            <a:endParaRPr lang="en-GB" sz="3300" dirty="0"/>
          </a:p>
        </p:txBody>
      </p:sp>
      <p:sp>
        <p:nvSpPr>
          <p:cNvPr id="110595" name="Rectangle 3">
            <a:extLst>
              <a:ext uri="{FF2B5EF4-FFF2-40B4-BE49-F238E27FC236}">
                <a16:creationId xmlns:a16="http://schemas.microsoft.com/office/drawing/2014/main" id="{BCF3E860-5E51-1644-BF17-0A8A9B35A6EC}"/>
              </a:ext>
            </a:extLst>
          </p:cNvPr>
          <p:cNvSpPr>
            <a:spLocks noGrp="1" noChangeArrowheads="1"/>
          </p:cNvSpPr>
          <p:nvPr>
            <p:ph type="body" idx="1"/>
          </p:nvPr>
        </p:nvSpPr>
        <p:spPr>
          <a:xfrm>
            <a:off x="952500" y="1433751"/>
            <a:ext cx="3200400" cy="3486150"/>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it-IT" altLang="it-IT" sz="1800" dirty="0" err="1"/>
              <a:t>Properties</a:t>
            </a:r>
            <a:r>
              <a:rPr lang="it-IT" altLang="it-IT" sz="1800" dirty="0"/>
              <a:t> are "</a:t>
            </a:r>
            <a:r>
              <a:rPr lang="it-IT" altLang="it-IT" sz="1800" dirty="0" err="1"/>
              <a:t>attached</a:t>
            </a:r>
            <a:r>
              <a:rPr lang="it-IT" altLang="it-IT" sz="1800" dirty="0"/>
              <a:t>" to the more general concept to </a:t>
            </a:r>
            <a:r>
              <a:rPr lang="it-IT" altLang="it-IT" sz="1800" dirty="0" err="1"/>
              <a:t>which</a:t>
            </a:r>
            <a:r>
              <a:rPr lang="it-IT" altLang="it-IT" sz="1800" dirty="0"/>
              <a:t> </a:t>
            </a:r>
            <a:r>
              <a:rPr lang="it-IT" altLang="it-IT" sz="1800" dirty="0" err="1"/>
              <a:t>they</a:t>
            </a:r>
            <a:r>
              <a:rPr lang="it-IT" altLang="it-IT" sz="1800" dirty="0"/>
              <a:t> </a:t>
            </a:r>
            <a:r>
              <a:rPr lang="it-IT" altLang="it-IT" sz="1800" dirty="0" err="1"/>
              <a:t>apply</a:t>
            </a:r>
            <a:r>
              <a:rPr lang="it-IT" altLang="it-IT" sz="1800" dirty="0"/>
              <a:t>
</a:t>
            </a:r>
            <a:r>
              <a:rPr lang="it-IT" altLang="it-IT" sz="1800" dirty="0" err="1"/>
              <a:t>Exception</a:t>
            </a:r>
            <a:r>
              <a:rPr lang="it-IT" altLang="it-IT" sz="1800" dirty="0"/>
              <a:t> Handling</a:t>
            </a:r>
          </a:p>
          <a:p>
            <a:pPr lvl="1"/>
            <a:r>
              <a:rPr lang="it-IT" altLang="it-IT" sz="1400" dirty="0" err="1"/>
              <a:t>Exceptions</a:t>
            </a:r>
            <a:r>
              <a:rPr lang="it-IT" altLang="it-IT" sz="1400" dirty="0"/>
              <a:t> are </a:t>
            </a:r>
            <a:r>
              <a:rPr lang="it-IT" altLang="it-IT" sz="1400" dirty="0" err="1"/>
              <a:t>stored</a:t>
            </a:r>
            <a:r>
              <a:rPr lang="it-IT" altLang="it-IT" sz="1400" dirty="0"/>
              <a:t> </a:t>
            </a:r>
            <a:r>
              <a:rPr lang="it-IT" altLang="it-IT" sz="1400" dirty="0" err="1"/>
              <a:t>directly</a:t>
            </a:r>
            <a:r>
              <a:rPr lang="it-IT" altLang="it-IT" sz="1400" dirty="0"/>
              <a:t> with the </a:t>
            </a:r>
            <a:r>
              <a:rPr lang="it-IT" altLang="it-IT" sz="1400" dirty="0" err="1"/>
              <a:t>object</a:t>
            </a:r>
            <a:endParaRPr lang="it-IT" altLang="it-IT" sz="1800" dirty="0"/>
          </a:p>
          <a:p>
            <a:r>
              <a:rPr lang="it-IT" altLang="it-IT" sz="1800" dirty="0" err="1"/>
              <a:t>Successful</a:t>
            </a:r>
            <a:r>
              <a:rPr lang="it-IT" altLang="it-IT" sz="1800" dirty="0"/>
              <a:t> </a:t>
            </a:r>
            <a:r>
              <a:rPr lang="it-IT" altLang="it-IT" sz="1800" dirty="0" err="1"/>
              <a:t>hierarchical</a:t>
            </a:r>
            <a:r>
              <a:rPr lang="it-IT" altLang="it-IT" sz="1800" dirty="0"/>
              <a:t> </a:t>
            </a:r>
            <a:r>
              <a:rPr lang="it-IT" altLang="it-IT" sz="1800" dirty="0" err="1"/>
              <a:t>structuring</a:t>
            </a:r>
            <a:r>
              <a:rPr lang="it-IT" altLang="it-IT" sz="1800" dirty="0"/>
              <a:t> of concepts in computer science and SW engineering: </a:t>
            </a:r>
            <a:r>
              <a:rPr lang="it-IT" altLang="it-IT" sz="1800" b="1" dirty="0"/>
              <a:t>OOL</a:t>
            </a:r>
            <a:endParaRPr lang="en-GB" altLang="it-IT" sz="1800" b="1" dirty="0"/>
          </a:p>
        </p:txBody>
      </p:sp>
      <p:sp>
        <p:nvSpPr>
          <p:cNvPr id="110596" name="Rectangle 4">
            <a:extLst>
              <a:ext uri="{FF2B5EF4-FFF2-40B4-BE49-F238E27FC236}">
                <a16:creationId xmlns:a16="http://schemas.microsoft.com/office/drawing/2014/main" id="{E3BCD438-F70B-A247-B660-4ADC84792870}"/>
              </a:ext>
            </a:extLst>
          </p:cNvPr>
          <p:cNvSpPr>
            <a:spLocks noChangeArrowheads="1"/>
          </p:cNvSpPr>
          <p:nvPr/>
        </p:nvSpPr>
        <p:spPr bwMode="auto">
          <a:xfrm>
            <a:off x="3168254" y="1178719"/>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graphicFrame>
        <p:nvGraphicFramePr>
          <p:cNvPr id="29700" name="Object 5">
            <a:extLst>
              <a:ext uri="{FF2B5EF4-FFF2-40B4-BE49-F238E27FC236}">
                <a16:creationId xmlns:a16="http://schemas.microsoft.com/office/drawing/2014/main" id="{938BD15A-D70F-1743-8AF6-9AE3A7222E68}"/>
              </a:ext>
            </a:extLst>
          </p:cNvPr>
          <p:cNvGraphicFramePr>
            <a:graphicFrameLocks noChangeAspect="1"/>
          </p:cNvGraphicFramePr>
          <p:nvPr/>
        </p:nvGraphicFramePr>
        <p:xfrm>
          <a:off x="4686300" y="1566862"/>
          <a:ext cx="3143250" cy="3119438"/>
        </p:xfrm>
        <a:graphic>
          <a:graphicData uri="http://schemas.openxmlformats.org/presentationml/2006/ole">
            <mc:AlternateContent xmlns:mc="http://schemas.openxmlformats.org/markup-compatibility/2006">
              <mc:Choice xmlns:v="urn:schemas-microsoft-com:vml" Requires="v">
                <p:oleObj r:id="rId3" imgW="3511550" imgH="3492500" progId="MSPhotoEd.3">
                  <p:embed/>
                </p:oleObj>
              </mc:Choice>
              <mc:Fallback>
                <p:oleObj r:id="rId3" imgW="3511550" imgH="3492500" progId="MSPhotoEd.3">
                  <p:embed/>
                  <p:pic>
                    <p:nvPicPr>
                      <p:cNvPr id="29700" name="Object 5">
                        <a:extLst>
                          <a:ext uri="{FF2B5EF4-FFF2-40B4-BE49-F238E27FC236}">
                            <a16:creationId xmlns:a16="http://schemas.microsoft.com/office/drawing/2014/main" id="{938BD15A-D70F-1743-8AF6-9AE3A7222E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6300" y="1566862"/>
                        <a:ext cx="3143250" cy="311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Segnaposto data 1">
            <a:extLst>
              <a:ext uri="{FF2B5EF4-FFF2-40B4-BE49-F238E27FC236}">
                <a16:creationId xmlns:a16="http://schemas.microsoft.com/office/drawing/2014/main" id="{D659C6A6-F657-8257-A94F-9A2FFAD92D09}"/>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F5BBB289-FABB-2376-5DD9-BBC02A89BB61}"/>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0F38660B-EA40-C355-86FE-AF3C614C5CBD}"/>
              </a:ext>
            </a:extLst>
          </p:cNvPr>
          <p:cNvSpPr>
            <a:spLocks noGrp="1"/>
          </p:cNvSpPr>
          <p:nvPr>
            <p:ph type="sldNum" sz="quarter" idx="12"/>
          </p:nvPr>
        </p:nvSpPr>
        <p:spPr/>
        <p:txBody>
          <a:bodyPr/>
          <a:lstStyle/>
          <a:p>
            <a:pPr>
              <a:defRPr/>
            </a:pPr>
            <a:fld id="{43CD341D-7438-4FA4-973F-6F9EECBD14B9}" type="slidenum">
              <a:rPr lang="it-IT" altLang="it-IT" smtClean="0"/>
              <a:pPr>
                <a:defRPr/>
              </a:pPr>
              <a:t>17</a:t>
            </a:fld>
            <a:endParaRPr lang="it-IT" altLang="it-IT"/>
          </a:p>
        </p:txBody>
      </p:sp>
    </p:spTree>
    <p:extLst>
      <p:ext uri="{BB962C8B-B14F-4D97-AF65-F5344CB8AC3E}">
        <p14:creationId xmlns:p14="http://schemas.microsoft.com/office/powerpoint/2010/main" val="113110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0AD5941C-7473-074D-B53E-177E9D8EFB75}"/>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Definition of Semantic Network</a:t>
            </a:r>
            <a:endParaRPr lang="en-GB" dirty="0"/>
          </a:p>
        </p:txBody>
      </p:sp>
      <p:sp>
        <p:nvSpPr>
          <p:cNvPr id="111619" name="Rectangle 3">
            <a:extLst>
              <a:ext uri="{FF2B5EF4-FFF2-40B4-BE49-F238E27FC236}">
                <a16:creationId xmlns:a16="http://schemas.microsoft.com/office/drawing/2014/main" id="{0B7BDB29-84F5-2B4B-A27F-78709711B5B8}"/>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lnSpc>
                <a:spcPct val="90000"/>
              </a:lnSpc>
            </a:pPr>
            <a:r>
              <a:rPr lang="it-IT" altLang="it-IT" sz="2400" dirty="0"/>
              <a:t>Semantic networks are a large family of "</a:t>
            </a:r>
            <a:r>
              <a:rPr lang="it-IT" altLang="it-IT" sz="2400" dirty="0" err="1"/>
              <a:t>graph</a:t>
            </a:r>
            <a:r>
              <a:rPr lang="it-IT" altLang="it-IT" sz="2400" dirty="0"/>
              <a:t>" </a:t>
            </a:r>
            <a:r>
              <a:rPr lang="it-IT" altLang="it-IT" sz="2400" dirty="0" err="1"/>
              <a:t>representation</a:t>
            </a:r>
            <a:r>
              <a:rPr lang="it-IT" altLang="it-IT" sz="2400" dirty="0"/>
              <a:t> </a:t>
            </a:r>
            <a:r>
              <a:rPr lang="it-IT" altLang="it-IT" sz="2400" dirty="0" err="1"/>
              <a:t>schemes</a:t>
            </a:r>
            <a:r>
              <a:rPr lang="it-IT" altLang="it-IT" sz="2400" dirty="0"/>
              <a:t>.
A semantic network </a:t>
            </a:r>
            <a:r>
              <a:rPr lang="it-IT" altLang="it-IT" sz="2400" dirty="0" err="1"/>
              <a:t>is</a:t>
            </a:r>
            <a:r>
              <a:rPr lang="it-IT" altLang="it-IT" sz="2400" dirty="0"/>
              <a:t> a </a:t>
            </a:r>
            <a:r>
              <a:rPr lang="it-IT" altLang="it-IT" sz="2400" dirty="0" err="1"/>
              <a:t>graph</a:t>
            </a:r>
            <a:r>
              <a:rPr lang="it-IT" altLang="it-IT" sz="2400" dirty="0"/>
              <a:t> in </a:t>
            </a:r>
            <a:r>
              <a:rPr lang="it-IT" altLang="it-IT" sz="2400" dirty="0" err="1"/>
              <a:t>which</a:t>
            </a:r>
            <a:r>
              <a:rPr lang="it-IT" altLang="it-IT" sz="2400" dirty="0"/>
              <a:t>:</a:t>
            </a:r>
          </a:p>
          <a:p>
            <a:pPr lvl="1">
              <a:lnSpc>
                <a:spcPct val="90000"/>
              </a:lnSpc>
            </a:pPr>
            <a:r>
              <a:rPr lang="it-IT" altLang="it-IT" sz="1800" dirty="0" err="1"/>
              <a:t>Nodes</a:t>
            </a:r>
            <a:r>
              <a:rPr lang="it-IT" altLang="it-IT" sz="1800" dirty="0"/>
              <a:t>, </a:t>
            </a:r>
            <a:r>
              <a:rPr lang="it-IT" altLang="it-IT" sz="1800" dirty="0" err="1"/>
              <a:t>labeled</a:t>
            </a:r>
            <a:r>
              <a:rPr lang="it-IT" altLang="it-IT" sz="1800" dirty="0"/>
              <a:t>, </a:t>
            </a:r>
            <a:r>
              <a:rPr lang="it-IT" altLang="it-IT" sz="1800" dirty="0" err="1"/>
              <a:t>correspond</a:t>
            </a:r>
            <a:r>
              <a:rPr lang="it-IT" altLang="it-IT" sz="1800" dirty="0"/>
              <a:t> to concepts (</a:t>
            </a:r>
            <a:r>
              <a:rPr lang="it-IT" altLang="it-IT" sz="1800" dirty="0" err="1"/>
              <a:t>individuals</a:t>
            </a:r>
            <a:r>
              <a:rPr lang="it-IT" altLang="it-IT" sz="1800" dirty="0"/>
              <a:t> or classes)
The </a:t>
            </a:r>
            <a:r>
              <a:rPr lang="it-IT" altLang="it-IT" sz="1800" dirty="0" err="1"/>
              <a:t>arcs</a:t>
            </a:r>
            <a:r>
              <a:rPr lang="it-IT" altLang="it-IT" sz="1800" dirty="0"/>
              <a:t>, </a:t>
            </a:r>
            <a:r>
              <a:rPr lang="it-IT" altLang="it-IT" sz="1800" dirty="0" err="1"/>
              <a:t>labeled</a:t>
            </a:r>
            <a:r>
              <a:rPr lang="it-IT" altLang="it-IT" sz="1800" dirty="0"/>
              <a:t> and </a:t>
            </a:r>
            <a:r>
              <a:rPr lang="it-IT" altLang="it-IT" sz="1800" dirty="0" err="1"/>
              <a:t>oriented</a:t>
            </a:r>
            <a:r>
              <a:rPr lang="it-IT" altLang="it-IT" sz="1800" dirty="0"/>
              <a:t>, to </a:t>
            </a:r>
            <a:r>
              <a:rPr lang="it-IT" altLang="it-IT" sz="1800" dirty="0" err="1"/>
              <a:t>binary</a:t>
            </a:r>
            <a:r>
              <a:rPr lang="it-IT" altLang="it-IT" sz="1800" dirty="0"/>
              <a:t> </a:t>
            </a:r>
            <a:r>
              <a:rPr lang="it-IT" altLang="it-IT" sz="1800" dirty="0" err="1"/>
              <a:t>relationships</a:t>
            </a:r>
            <a:r>
              <a:rPr lang="it-IT" altLang="it-IT" sz="1800" dirty="0"/>
              <a:t> </a:t>
            </a:r>
            <a:r>
              <a:rPr lang="it-IT" altLang="it-IT" sz="1800" dirty="0" err="1"/>
              <a:t>between</a:t>
            </a:r>
            <a:r>
              <a:rPr lang="it-IT" altLang="it-IT" sz="1800" dirty="0"/>
              <a:t> concepts (</a:t>
            </a:r>
            <a:r>
              <a:rPr lang="it-IT" altLang="it-IT" sz="1800" dirty="0" err="1"/>
              <a:t>also</a:t>
            </a:r>
            <a:r>
              <a:rPr lang="it-IT" altLang="it-IT" sz="1800" dirty="0"/>
              <a:t> </a:t>
            </a:r>
            <a:r>
              <a:rPr lang="it-IT" altLang="it-IT" sz="1800" dirty="0" err="1"/>
              <a:t>called</a:t>
            </a:r>
            <a:r>
              <a:rPr lang="it-IT" altLang="it-IT" sz="1800" dirty="0"/>
              <a:t> </a:t>
            </a:r>
            <a:r>
              <a:rPr lang="it-IT" altLang="it-IT" sz="1800" dirty="0" err="1"/>
              <a:t>roles</a:t>
            </a:r>
            <a:r>
              <a:rPr lang="it-IT" altLang="it-IT" sz="1800" dirty="0"/>
              <a:t>).</a:t>
            </a:r>
          </a:p>
          <a:p>
            <a:pPr>
              <a:lnSpc>
                <a:spcPct val="90000"/>
              </a:lnSpc>
            </a:pPr>
            <a:r>
              <a:rPr lang="it-IT" altLang="it-IT" sz="2400" dirty="0"/>
              <a:t>Two </a:t>
            </a:r>
            <a:r>
              <a:rPr lang="it-IT" altLang="it-IT" sz="2400" dirty="0" err="1"/>
              <a:t>particular</a:t>
            </a:r>
            <a:r>
              <a:rPr lang="it-IT" altLang="it-IT" sz="2400" dirty="0"/>
              <a:t> "primitive" </a:t>
            </a:r>
            <a:r>
              <a:rPr lang="it-IT" altLang="it-IT" sz="2400" dirty="0" err="1"/>
              <a:t>relationships</a:t>
            </a:r>
            <a:r>
              <a:rPr lang="it-IT" altLang="it-IT" sz="2400" dirty="0"/>
              <a:t> are </a:t>
            </a:r>
            <a:r>
              <a:rPr lang="it-IT" altLang="it-IT" sz="2400" dirty="0" err="1"/>
              <a:t>always</a:t>
            </a:r>
            <a:r>
              <a:rPr lang="it-IT" altLang="it-IT" sz="2400" dirty="0"/>
              <a:t> </a:t>
            </a:r>
            <a:r>
              <a:rPr lang="it-IT" altLang="it-IT" sz="2400" dirty="0" err="1"/>
              <a:t>present</a:t>
            </a:r>
            <a:r>
              <a:rPr lang="it-IT" altLang="it-IT" sz="2400" dirty="0"/>
              <a:t>:</a:t>
            </a:r>
          </a:p>
          <a:p>
            <a:pPr lvl="1">
              <a:lnSpc>
                <a:spcPct val="90000"/>
              </a:lnSpc>
            </a:pPr>
            <a:r>
              <a:rPr lang="it-IT" altLang="it-IT" sz="1800" dirty="0"/>
              <a:t>IS, </a:t>
            </a:r>
            <a:r>
              <a:rPr lang="it-IT" altLang="it-IT" sz="1800" dirty="0" err="1"/>
              <a:t>subclass</a:t>
            </a:r>
            <a:r>
              <a:rPr lang="it-IT" altLang="it-IT" sz="1800" dirty="0"/>
              <a:t> relation ( )
IS-A, membership </a:t>
            </a:r>
            <a:r>
              <a:rPr lang="it-IT" altLang="it-IT" sz="1800" dirty="0" err="1"/>
              <a:t>relationship</a:t>
            </a:r>
            <a:r>
              <a:rPr lang="it-IT" altLang="it-IT" sz="1800" dirty="0"/>
              <a:t> ( )</a:t>
            </a:r>
            <a:endParaRPr lang="en-GB" altLang="it-IT" sz="1400" dirty="0"/>
          </a:p>
        </p:txBody>
      </p:sp>
      <p:sp>
        <p:nvSpPr>
          <p:cNvPr id="2" name="Segnaposto data 1">
            <a:extLst>
              <a:ext uri="{FF2B5EF4-FFF2-40B4-BE49-F238E27FC236}">
                <a16:creationId xmlns:a16="http://schemas.microsoft.com/office/drawing/2014/main" id="{C1C5D06A-9B9F-241C-CD03-5C6536920D20}"/>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A28966C0-B282-5192-7BF2-2AA9D2CD8D24}"/>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84BCE21C-0B36-ED81-7832-A77C4B8028B8}"/>
              </a:ext>
            </a:extLst>
          </p:cNvPr>
          <p:cNvSpPr>
            <a:spLocks noGrp="1"/>
          </p:cNvSpPr>
          <p:nvPr>
            <p:ph type="sldNum" sz="quarter" idx="12"/>
          </p:nvPr>
        </p:nvSpPr>
        <p:spPr/>
        <p:txBody>
          <a:bodyPr/>
          <a:lstStyle/>
          <a:p>
            <a:pPr>
              <a:defRPr/>
            </a:pPr>
            <a:fld id="{43CD341D-7438-4FA4-973F-6F9EECBD14B9}" type="slidenum">
              <a:rPr lang="it-IT" altLang="it-IT" smtClean="0"/>
              <a:pPr>
                <a:defRPr/>
              </a:pPr>
              <a:t>18</a:t>
            </a:fld>
            <a:endParaRPr lang="it-IT" altLang="it-IT"/>
          </a:p>
        </p:txBody>
      </p:sp>
    </p:spTree>
    <p:extLst>
      <p:ext uri="{BB962C8B-B14F-4D97-AF65-F5344CB8AC3E}">
        <p14:creationId xmlns:p14="http://schemas.microsoft.com/office/powerpoint/2010/main" val="321245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D133D-F915-1C4C-983A-CA58D147FF16}"/>
              </a:ext>
            </a:extLst>
          </p:cNvPr>
          <p:cNvSpPr>
            <a:spLocks noGrp="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An example of a semantic network</a:t>
            </a:r>
            <a:endParaRPr lang="en-US" dirty="0"/>
          </a:p>
        </p:txBody>
      </p:sp>
      <p:pic>
        <p:nvPicPr>
          <p:cNvPr id="4" name="Content Placeholder 3" descr="rete.tiff">
            <a:extLst>
              <a:ext uri="{FF2B5EF4-FFF2-40B4-BE49-F238E27FC236}">
                <a16:creationId xmlns:a16="http://schemas.microsoft.com/office/drawing/2014/main" id="{75A94975-0109-9044-B031-D86B791E5CA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0912" r="-10912"/>
          <a:stretch>
            <a:fillRect/>
          </a:stretch>
        </p:blipFill>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pic>
      <p:sp>
        <p:nvSpPr>
          <p:cNvPr id="3" name="Segnaposto data 2">
            <a:extLst>
              <a:ext uri="{FF2B5EF4-FFF2-40B4-BE49-F238E27FC236}">
                <a16:creationId xmlns:a16="http://schemas.microsoft.com/office/drawing/2014/main" id="{58814269-6514-CB4F-709A-05CD407D4318}"/>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B4535D47-7831-C2E5-9D4E-F09457C9B99C}"/>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C9F47EB0-080E-2982-1581-4AE3921EA425}"/>
              </a:ext>
            </a:extLst>
          </p:cNvPr>
          <p:cNvSpPr>
            <a:spLocks noGrp="1"/>
          </p:cNvSpPr>
          <p:nvPr>
            <p:ph type="sldNum" sz="quarter" idx="12"/>
          </p:nvPr>
        </p:nvSpPr>
        <p:spPr/>
        <p:txBody>
          <a:bodyPr/>
          <a:lstStyle/>
          <a:p>
            <a:pPr>
              <a:defRPr/>
            </a:pPr>
            <a:fld id="{43CD341D-7438-4FA4-973F-6F9EECBD14B9}" type="slidenum">
              <a:rPr lang="it-IT" altLang="it-IT" smtClean="0"/>
              <a:pPr>
                <a:defRPr/>
              </a:pPr>
              <a:t>19</a:t>
            </a:fld>
            <a:endParaRPr lang="it-IT" altLang="it-IT"/>
          </a:p>
        </p:txBody>
      </p:sp>
    </p:spTree>
    <p:extLst>
      <p:ext uri="{BB962C8B-B14F-4D97-AF65-F5344CB8AC3E}">
        <p14:creationId xmlns:p14="http://schemas.microsoft.com/office/powerpoint/2010/main" val="2363115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a:extLst>
              <a:ext uri="{FF2B5EF4-FFF2-40B4-BE49-F238E27FC236}">
                <a16:creationId xmlns:a16="http://schemas.microsoft.com/office/drawing/2014/main" id="{B0A869E2-212C-2846-9A09-67EADCF0814E}"/>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dirty="0"/>
              <a:t>An example of a network</a:t>
            </a:r>
          </a:p>
        </p:txBody>
      </p:sp>
      <p:sp>
        <p:nvSpPr>
          <p:cNvPr id="2" name="Segnaposto data 1">
            <a:extLst>
              <a:ext uri="{FF2B5EF4-FFF2-40B4-BE49-F238E27FC236}">
                <a16:creationId xmlns:a16="http://schemas.microsoft.com/office/drawing/2014/main" id="{13BA09E0-B721-ACCA-6866-16FD249C0CB0}"/>
              </a:ext>
            </a:extLst>
          </p:cNvPr>
          <p:cNvSpPr>
            <a:spLocks noGrp="1"/>
          </p:cNvSpPr>
          <p:nvPr>
            <p:ph type="dt" sz="half" idx="10"/>
          </p:nvPr>
        </p:nvSpPr>
        <p:spPr/>
        <p:txBody>
          <a:bodyPr/>
          <a:lstStyle/>
          <a:p>
            <a:pPr>
              <a:defRPr/>
            </a:pPr>
            <a:r>
              <a:rPr lang="it-IT"/>
              <a:t>Introduction to KR</a:t>
            </a:r>
            <a:endParaRPr lang="en-GB"/>
          </a:p>
        </p:txBody>
      </p:sp>
      <p:sp>
        <p:nvSpPr>
          <p:cNvPr id="3" name="Segnaposto piè di pagina 2">
            <a:extLst>
              <a:ext uri="{FF2B5EF4-FFF2-40B4-BE49-F238E27FC236}">
                <a16:creationId xmlns:a16="http://schemas.microsoft.com/office/drawing/2014/main" id="{E4ED7385-A395-187A-D399-20A6E5A40B0D}"/>
              </a:ext>
            </a:extLst>
          </p:cNvPr>
          <p:cNvSpPr>
            <a:spLocks noGrp="1"/>
          </p:cNvSpPr>
          <p:nvPr>
            <p:ph type="ftr" sz="quarter" idx="11"/>
          </p:nvPr>
        </p:nvSpPr>
        <p:spPr/>
        <p:txBody>
          <a:bodyPr/>
          <a:lstStyle/>
          <a:p>
            <a:pPr>
              <a:defRPr/>
            </a:pPr>
            <a:r>
              <a:rPr lang="en-GB"/>
              <a:t>KNOWLEDGE REPRESENTATION</a:t>
            </a:r>
          </a:p>
        </p:txBody>
      </p:sp>
      <p:sp>
        <p:nvSpPr>
          <p:cNvPr id="4" name="Segnaposto numero diapositiva 3">
            <a:extLst>
              <a:ext uri="{FF2B5EF4-FFF2-40B4-BE49-F238E27FC236}">
                <a16:creationId xmlns:a16="http://schemas.microsoft.com/office/drawing/2014/main" id="{DF7CDCF1-1C6C-D75B-9BE7-E6D4FC6E2B84}"/>
              </a:ext>
            </a:extLst>
          </p:cNvPr>
          <p:cNvSpPr>
            <a:spLocks noGrp="1"/>
          </p:cNvSpPr>
          <p:nvPr>
            <p:ph type="sldNum" sz="quarter" idx="12"/>
          </p:nvPr>
        </p:nvSpPr>
        <p:spPr/>
        <p:txBody>
          <a:bodyPr/>
          <a:lstStyle/>
          <a:p>
            <a:fld id="{D88B0945-733E-0A44-92BE-DC0150C935E3}" type="slidenum">
              <a:rPr lang="en-GB" altLang="it-IT" smtClean="0"/>
              <a:pPr/>
              <a:t>20</a:t>
            </a:fld>
            <a:endParaRPr lang="en-GB" altLang="it-IT"/>
          </a:p>
        </p:txBody>
      </p:sp>
      <p:pic>
        <p:nvPicPr>
          <p:cNvPr id="34818" name="Picture 7" descr="net">
            <a:extLst>
              <a:ext uri="{FF2B5EF4-FFF2-40B4-BE49-F238E27FC236}">
                <a16:creationId xmlns:a16="http://schemas.microsoft.com/office/drawing/2014/main" id="{DEBA58FD-6444-FD40-99B4-2C52B07AD4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143000"/>
            <a:ext cx="4800600" cy="3615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4124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8036220E-DC17-D043-A1B9-52E077217891}"/>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dirty="0">
                <a:latin typeface="Calibri" panose="020F0502020204030204" pitchFamily="34" charset="0"/>
                <a:cs typeface="Calibri" panose="020F0502020204030204" pitchFamily="34" charset="0"/>
              </a:rPr>
              <a:t>Inheritance in semantic networks</a:t>
            </a:r>
            <a:endParaRPr lang="en-GB" altLang="it-IT" dirty="0">
              <a:latin typeface="Calibri" panose="020F0502020204030204" pitchFamily="34" charset="0"/>
              <a:cs typeface="Calibri" panose="020F0502020204030204" pitchFamily="34" charset="0"/>
            </a:endParaRPr>
          </a:p>
        </p:txBody>
      </p:sp>
      <p:sp>
        <p:nvSpPr>
          <p:cNvPr id="112643" name="Rectangle 3">
            <a:extLst>
              <a:ext uri="{FF2B5EF4-FFF2-40B4-BE49-F238E27FC236}">
                <a16:creationId xmlns:a16="http://schemas.microsoft.com/office/drawing/2014/main" id="{B7EA3444-5E8E-7049-9449-91CF90802027}"/>
              </a:ext>
            </a:extLst>
          </p:cNvPr>
          <p:cNvSpPr>
            <a:spLocks noGrp="1" noChangeArrowheads="1"/>
          </p:cNvSpPr>
          <p:nvPr>
            <p:ph idx="1"/>
          </p:nvPr>
        </p:nvSpPr>
        <p:spPr>
          <a:xfrm>
            <a:off x="457200" y="866775"/>
            <a:ext cx="4114800" cy="3727450"/>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lnSpc>
                <a:spcPct val="90000"/>
              </a:lnSpc>
            </a:pPr>
            <a:r>
              <a:rPr lang="it-IT" altLang="it-IT" sz="2400" i="1" dirty="0" err="1">
                <a:solidFill>
                  <a:schemeClr val="tx2"/>
                </a:solidFill>
                <a:latin typeface="Calibri" panose="020F0502020204030204" pitchFamily="34" charset="0"/>
                <a:cs typeface="Calibri" panose="020F0502020204030204" pitchFamily="34" charset="0"/>
              </a:rPr>
              <a:t>Inheritance</a:t>
            </a:r>
            <a:r>
              <a:rPr lang="it-IT" altLang="it-IT" sz="2400" i="1" dirty="0">
                <a:solidFill>
                  <a:schemeClr val="tx2"/>
                </a:solidFill>
                <a:latin typeface="Calibri" panose="020F0502020204030204" pitchFamily="34" charset="0"/>
                <a:cs typeface="Calibri" panose="020F0502020204030204" pitchFamily="34" charset="0"/>
              </a:rPr>
              <a:t> </a:t>
            </a:r>
            <a:r>
              <a:rPr lang="it-IT" altLang="it-IT" sz="2400" dirty="0" err="1"/>
              <a:t>as</a:t>
            </a:r>
            <a:r>
              <a:rPr lang="it-IT" altLang="it-IT" sz="2400" dirty="0"/>
              <a:t> a </a:t>
            </a:r>
            <a:r>
              <a:rPr lang="it-IT" altLang="it-IT" sz="2400" dirty="0" err="1"/>
              <a:t>particular</a:t>
            </a:r>
            <a:r>
              <a:rPr lang="it-IT" altLang="it-IT" sz="2400" dirty="0"/>
              <a:t> </a:t>
            </a:r>
            <a:r>
              <a:rPr lang="it-IT" altLang="it-IT" sz="2400" dirty="0" err="1"/>
              <a:t>inference</a:t>
            </a:r>
            <a:r>
              <a:rPr lang="it-IT" altLang="it-IT" sz="2400" dirty="0"/>
              <a:t> </a:t>
            </a:r>
            <a:r>
              <a:rPr lang="it-IT" altLang="it-IT" sz="2400" dirty="0" err="1"/>
              <a:t>related</a:t>
            </a:r>
            <a:r>
              <a:rPr lang="it-IT" altLang="it-IT" sz="2400" dirty="0"/>
              <a:t> to the </a:t>
            </a:r>
            <a:r>
              <a:rPr lang="it-IT" altLang="it-IT" sz="2400" dirty="0" err="1"/>
              <a:t>transitivity</a:t>
            </a:r>
            <a:r>
              <a:rPr lang="it-IT" altLang="it-IT" sz="2400" dirty="0"/>
              <a:t> of IS</a:t>
            </a:r>
            <a:r>
              <a:rPr lang="it-IT" altLang="it-IT" sz="2400" i="1" dirty="0">
                <a:solidFill>
                  <a:schemeClr val="tx2"/>
                </a:solidFill>
                <a:latin typeface="Calibri" panose="020F0502020204030204" pitchFamily="34" charset="0"/>
                <a:cs typeface="Calibri" panose="020F0502020204030204" pitchFamily="34" charset="0"/>
              </a:rPr>
              <a:t>
</a:t>
            </a:r>
            <a:r>
              <a:rPr lang="it-IT" altLang="it-IT" sz="2400" dirty="0" err="1"/>
              <a:t>Easily</a:t>
            </a:r>
            <a:r>
              <a:rPr lang="it-IT" altLang="it-IT" sz="2400" dirty="0"/>
              <a:t> </a:t>
            </a:r>
            <a:r>
              <a:rPr lang="it-IT" altLang="it-IT" sz="2400" dirty="0" err="1"/>
              <a:t>implemented</a:t>
            </a:r>
            <a:r>
              <a:rPr lang="it-IT" altLang="it-IT" sz="2400" dirty="0"/>
              <a:t> </a:t>
            </a:r>
            <a:r>
              <a:rPr lang="it-IT" altLang="it-IT" sz="2400" dirty="0" err="1"/>
              <a:t>as</a:t>
            </a:r>
            <a:r>
              <a:rPr lang="it-IT" altLang="it-IT" sz="2400" dirty="0"/>
              <a:t> a </a:t>
            </a:r>
            <a:r>
              <a:rPr lang="it-IT" altLang="it-IT" sz="2400" i="1" dirty="0">
                <a:solidFill>
                  <a:schemeClr val="tx2"/>
                </a:solidFill>
                <a:latin typeface="Calibri" panose="020F0502020204030204" pitchFamily="34" charset="0"/>
                <a:cs typeface="Calibri" panose="020F0502020204030204" pitchFamily="34" charset="0"/>
              </a:rPr>
              <a:t>link </a:t>
            </a:r>
            <a:r>
              <a:rPr lang="it-IT" altLang="it-IT" sz="2400" i="1" dirty="0" err="1">
                <a:solidFill>
                  <a:schemeClr val="tx2"/>
                </a:solidFill>
                <a:latin typeface="Calibri" panose="020F0502020204030204" pitchFamily="34" charset="0"/>
                <a:cs typeface="Calibri" panose="020F0502020204030204" pitchFamily="34" charset="0"/>
              </a:rPr>
              <a:t>traversal</a:t>
            </a:r>
            <a:r>
              <a:rPr lang="it-IT" altLang="it-IT" sz="2400" i="1" dirty="0">
                <a:solidFill>
                  <a:schemeClr val="tx2"/>
                </a:solidFill>
                <a:latin typeface="Calibri" panose="020F0502020204030204" pitchFamily="34" charset="0"/>
                <a:cs typeface="Calibri" panose="020F0502020204030204" pitchFamily="34" charset="0"/>
              </a:rPr>
              <a:t>
Multiple </a:t>
            </a:r>
            <a:r>
              <a:rPr lang="it-IT" altLang="it-IT" sz="2400" i="1" dirty="0" err="1">
                <a:solidFill>
                  <a:schemeClr val="tx2"/>
                </a:solidFill>
                <a:latin typeface="Calibri" panose="020F0502020204030204" pitchFamily="34" charset="0"/>
                <a:cs typeface="Calibri" panose="020F0502020204030204" pitchFamily="34" charset="0"/>
              </a:rPr>
              <a:t>inheritance</a:t>
            </a:r>
            <a:endParaRPr lang="en-GB" altLang="it-IT" sz="2400" dirty="0">
              <a:latin typeface="Calibri" panose="020F0502020204030204" pitchFamily="34" charset="0"/>
              <a:cs typeface="Calibri" panose="020F0502020204030204" pitchFamily="34" charset="0"/>
            </a:endParaRPr>
          </a:p>
        </p:txBody>
      </p:sp>
      <p:sp>
        <p:nvSpPr>
          <p:cNvPr id="2" name="Segnaposto data 1">
            <a:extLst>
              <a:ext uri="{FF2B5EF4-FFF2-40B4-BE49-F238E27FC236}">
                <a16:creationId xmlns:a16="http://schemas.microsoft.com/office/drawing/2014/main" id="{5E438FF1-0BA5-67D5-9817-C8CB9DFCAA2B}"/>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9EDF9D90-1031-D0BF-B563-C9E1AA024A2D}"/>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BAB0F296-B4AF-91B0-27BD-0023CE5FF2F8}"/>
              </a:ext>
            </a:extLst>
          </p:cNvPr>
          <p:cNvSpPr>
            <a:spLocks noGrp="1"/>
          </p:cNvSpPr>
          <p:nvPr>
            <p:ph type="sldNum" sz="quarter" idx="12"/>
          </p:nvPr>
        </p:nvSpPr>
        <p:spPr/>
        <p:txBody>
          <a:bodyPr/>
          <a:lstStyle/>
          <a:p>
            <a:pPr>
              <a:defRPr/>
            </a:pPr>
            <a:fld id="{43CD341D-7438-4FA4-973F-6F9EECBD14B9}" type="slidenum">
              <a:rPr lang="it-IT" altLang="it-IT" smtClean="0"/>
              <a:pPr>
                <a:defRPr/>
              </a:pPr>
              <a:t>21</a:t>
            </a:fld>
            <a:endParaRPr lang="it-IT" altLang="it-IT"/>
          </a:p>
        </p:txBody>
      </p:sp>
      <p:sp>
        <p:nvSpPr>
          <p:cNvPr id="112645" name="Rectangle 5">
            <a:extLst>
              <a:ext uri="{FF2B5EF4-FFF2-40B4-BE49-F238E27FC236}">
                <a16:creationId xmlns:a16="http://schemas.microsoft.com/office/drawing/2014/main" id="{A993668E-2E0C-7041-A567-CD95E840D5AD}"/>
              </a:ext>
            </a:extLst>
          </p:cNvPr>
          <p:cNvSpPr>
            <a:spLocks noChangeArrowheads="1"/>
          </p:cNvSpPr>
          <p:nvPr/>
        </p:nvSpPr>
        <p:spPr bwMode="auto">
          <a:xfrm>
            <a:off x="4032647" y="2071688"/>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grpSp>
        <p:nvGrpSpPr>
          <p:cNvPr id="36868" name="Group 21">
            <a:extLst>
              <a:ext uri="{FF2B5EF4-FFF2-40B4-BE49-F238E27FC236}">
                <a16:creationId xmlns:a16="http://schemas.microsoft.com/office/drawing/2014/main" id="{2CAC5F30-ED8E-164B-BF9B-66470B5B098C}"/>
              </a:ext>
            </a:extLst>
          </p:cNvPr>
          <p:cNvGrpSpPr>
            <a:grpSpLocks/>
          </p:cNvGrpSpPr>
          <p:nvPr/>
        </p:nvGrpSpPr>
        <p:grpSpPr bwMode="auto">
          <a:xfrm>
            <a:off x="5257800" y="1257300"/>
            <a:ext cx="1600200" cy="3143250"/>
            <a:chOff x="3984" y="1056"/>
            <a:chExt cx="1344" cy="2640"/>
          </a:xfrm>
        </p:grpSpPr>
        <p:sp>
          <p:nvSpPr>
            <p:cNvPr id="112647" name="Oval 7">
              <a:extLst>
                <a:ext uri="{FF2B5EF4-FFF2-40B4-BE49-F238E27FC236}">
                  <a16:creationId xmlns:a16="http://schemas.microsoft.com/office/drawing/2014/main" id="{AED0004A-25F5-4E44-B396-29C4CA04846B}"/>
                </a:ext>
              </a:extLst>
            </p:cNvPr>
            <p:cNvSpPr>
              <a:spLocks noChangeArrowheads="1"/>
            </p:cNvSpPr>
            <p:nvPr/>
          </p:nvSpPr>
          <p:spPr bwMode="auto">
            <a:xfrm>
              <a:off x="3984" y="2160"/>
              <a:ext cx="912" cy="432"/>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2648" name="Oval 8">
              <a:extLst>
                <a:ext uri="{FF2B5EF4-FFF2-40B4-BE49-F238E27FC236}">
                  <a16:creationId xmlns:a16="http://schemas.microsoft.com/office/drawing/2014/main" id="{3007BD6F-4D51-904C-A80D-FC733D98EF97}"/>
                </a:ext>
              </a:extLst>
            </p:cNvPr>
            <p:cNvSpPr>
              <a:spLocks noChangeArrowheads="1"/>
            </p:cNvSpPr>
            <p:nvPr/>
          </p:nvSpPr>
          <p:spPr bwMode="auto">
            <a:xfrm>
              <a:off x="3984" y="1056"/>
              <a:ext cx="912" cy="432"/>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2649" name="Oval 9">
              <a:extLst>
                <a:ext uri="{FF2B5EF4-FFF2-40B4-BE49-F238E27FC236}">
                  <a16:creationId xmlns:a16="http://schemas.microsoft.com/office/drawing/2014/main" id="{8718B927-D055-E64C-94EE-154F14B252E6}"/>
                </a:ext>
              </a:extLst>
            </p:cNvPr>
            <p:cNvSpPr>
              <a:spLocks noChangeArrowheads="1"/>
            </p:cNvSpPr>
            <p:nvPr/>
          </p:nvSpPr>
          <p:spPr bwMode="auto">
            <a:xfrm>
              <a:off x="3984" y="3264"/>
              <a:ext cx="912" cy="432"/>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2650" name="Text Box 10">
              <a:extLst>
                <a:ext uri="{FF2B5EF4-FFF2-40B4-BE49-F238E27FC236}">
                  <a16:creationId xmlns:a16="http://schemas.microsoft.com/office/drawing/2014/main" id="{0A8EC835-692B-EB40-A3D7-CE2C93D357D2}"/>
                </a:ext>
              </a:extLst>
            </p:cNvPr>
            <p:cNvSpPr txBox="1">
              <a:spLocks noChangeArrowheads="1"/>
            </p:cNvSpPr>
            <p:nvPr/>
          </p:nvSpPr>
          <p:spPr bwMode="auto">
            <a:xfrm>
              <a:off x="4118" y="1116"/>
              <a:ext cx="668"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500">
                  <a:latin typeface="Arial" charset="0"/>
                  <a:ea typeface="ＭＳ Ｐゴシック" charset="0"/>
                </a:rPr>
                <a:t>Person</a:t>
              </a:r>
              <a:endParaRPr lang="en-US">
                <a:latin typeface="Times New Roman" charset="0"/>
                <a:ea typeface="ＭＳ Ｐゴシック" charset="0"/>
              </a:endParaRPr>
            </a:p>
          </p:txBody>
        </p:sp>
        <p:sp>
          <p:nvSpPr>
            <p:cNvPr id="112651" name="Text Box 11">
              <a:extLst>
                <a:ext uri="{FF2B5EF4-FFF2-40B4-BE49-F238E27FC236}">
                  <a16:creationId xmlns:a16="http://schemas.microsoft.com/office/drawing/2014/main" id="{5E8F50B2-9211-8048-A110-A827C49FBEDA}"/>
                </a:ext>
              </a:extLst>
            </p:cNvPr>
            <p:cNvSpPr txBox="1">
              <a:spLocks noChangeArrowheads="1"/>
            </p:cNvSpPr>
            <p:nvPr/>
          </p:nvSpPr>
          <p:spPr bwMode="auto">
            <a:xfrm>
              <a:off x="4080" y="2256"/>
              <a:ext cx="632"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500">
                  <a:latin typeface="Arial" charset="0"/>
                  <a:ea typeface="ＭＳ Ｐゴシック" charset="0"/>
                </a:rPr>
                <a:t>Parent</a:t>
              </a:r>
              <a:endParaRPr lang="en-US">
                <a:latin typeface="Times New Roman" charset="0"/>
                <a:ea typeface="ＭＳ Ｐゴシック" charset="0"/>
              </a:endParaRPr>
            </a:p>
          </p:txBody>
        </p:sp>
        <p:sp>
          <p:nvSpPr>
            <p:cNvPr id="112652" name="Text Box 12">
              <a:extLst>
                <a:ext uri="{FF2B5EF4-FFF2-40B4-BE49-F238E27FC236}">
                  <a16:creationId xmlns:a16="http://schemas.microsoft.com/office/drawing/2014/main" id="{78A2DEB6-57C7-2744-9A14-36FF412F7D50}"/>
                </a:ext>
              </a:extLst>
            </p:cNvPr>
            <p:cNvSpPr txBox="1">
              <a:spLocks noChangeArrowheads="1"/>
            </p:cNvSpPr>
            <p:nvPr/>
          </p:nvSpPr>
          <p:spPr bwMode="auto">
            <a:xfrm>
              <a:off x="4128" y="3360"/>
              <a:ext cx="659"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500">
                  <a:latin typeface="Arial" charset="0"/>
                  <a:ea typeface="ＭＳ Ｐゴシック" charset="0"/>
                </a:rPr>
                <a:t>Mother</a:t>
              </a:r>
              <a:endParaRPr lang="en-US">
                <a:latin typeface="Times New Roman" charset="0"/>
                <a:ea typeface="ＭＳ Ｐゴシック" charset="0"/>
              </a:endParaRPr>
            </a:p>
          </p:txBody>
        </p:sp>
        <p:sp>
          <p:nvSpPr>
            <p:cNvPr id="112653" name="AutoShape 13">
              <a:extLst>
                <a:ext uri="{FF2B5EF4-FFF2-40B4-BE49-F238E27FC236}">
                  <a16:creationId xmlns:a16="http://schemas.microsoft.com/office/drawing/2014/main" id="{CE3DCA1F-929F-0944-81A3-828C38272FF9}"/>
                </a:ext>
              </a:extLst>
            </p:cNvPr>
            <p:cNvSpPr>
              <a:spLocks noChangeArrowheads="1"/>
            </p:cNvSpPr>
            <p:nvPr/>
          </p:nvSpPr>
          <p:spPr bwMode="auto">
            <a:xfrm>
              <a:off x="4368" y="1488"/>
              <a:ext cx="96" cy="672"/>
            </a:xfrm>
            <a:prstGeom prst="upArrow">
              <a:avLst>
                <a:gd name="adj1" fmla="val 50000"/>
                <a:gd name="adj2" fmla="val 175000"/>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2654" name="AutoShape 14">
              <a:extLst>
                <a:ext uri="{FF2B5EF4-FFF2-40B4-BE49-F238E27FC236}">
                  <a16:creationId xmlns:a16="http://schemas.microsoft.com/office/drawing/2014/main" id="{D1D7B46A-5D59-4146-A00F-DBCFAADE5D7A}"/>
                </a:ext>
              </a:extLst>
            </p:cNvPr>
            <p:cNvSpPr>
              <a:spLocks noChangeArrowheads="1"/>
            </p:cNvSpPr>
            <p:nvPr/>
          </p:nvSpPr>
          <p:spPr bwMode="auto">
            <a:xfrm>
              <a:off x="4368" y="2592"/>
              <a:ext cx="96" cy="672"/>
            </a:xfrm>
            <a:prstGeom prst="upArrow">
              <a:avLst>
                <a:gd name="adj1" fmla="val 50000"/>
                <a:gd name="adj2" fmla="val 175000"/>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2655" name="Text Box 15">
              <a:extLst>
                <a:ext uri="{FF2B5EF4-FFF2-40B4-BE49-F238E27FC236}">
                  <a16:creationId xmlns:a16="http://schemas.microsoft.com/office/drawing/2014/main" id="{A35F5EB4-6CE7-6542-BEC1-2CA3CBC317EA}"/>
                </a:ext>
              </a:extLst>
            </p:cNvPr>
            <p:cNvSpPr txBox="1">
              <a:spLocks noChangeArrowheads="1"/>
            </p:cNvSpPr>
            <p:nvPr/>
          </p:nvSpPr>
          <p:spPr bwMode="auto">
            <a:xfrm>
              <a:off x="4502" y="2844"/>
              <a:ext cx="272"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500">
                  <a:latin typeface="Arial" charset="0"/>
                  <a:ea typeface="ＭＳ Ｐゴシック" charset="0"/>
                </a:rPr>
                <a:t>is</a:t>
              </a:r>
              <a:endParaRPr lang="en-US">
                <a:latin typeface="Times New Roman" charset="0"/>
                <a:ea typeface="ＭＳ Ｐゴシック" charset="0"/>
              </a:endParaRPr>
            </a:p>
          </p:txBody>
        </p:sp>
        <p:sp>
          <p:nvSpPr>
            <p:cNvPr id="112656" name="Text Box 16">
              <a:extLst>
                <a:ext uri="{FF2B5EF4-FFF2-40B4-BE49-F238E27FC236}">
                  <a16:creationId xmlns:a16="http://schemas.microsoft.com/office/drawing/2014/main" id="{0A559804-53D4-5247-81BE-8109A5032AEF}"/>
                </a:ext>
              </a:extLst>
            </p:cNvPr>
            <p:cNvSpPr txBox="1">
              <a:spLocks noChangeArrowheads="1"/>
            </p:cNvSpPr>
            <p:nvPr/>
          </p:nvSpPr>
          <p:spPr bwMode="auto">
            <a:xfrm>
              <a:off x="4464" y="1728"/>
              <a:ext cx="272"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500">
                  <a:latin typeface="Arial" charset="0"/>
                  <a:ea typeface="ＭＳ Ｐゴシック" charset="0"/>
                </a:rPr>
                <a:t>is</a:t>
              </a:r>
              <a:endParaRPr lang="en-US">
                <a:latin typeface="Times New Roman" charset="0"/>
                <a:ea typeface="ＭＳ Ｐゴシック" charset="0"/>
              </a:endParaRPr>
            </a:p>
          </p:txBody>
        </p:sp>
        <p:sp>
          <p:nvSpPr>
            <p:cNvPr id="112657" name="Oval 17">
              <a:extLst>
                <a:ext uri="{FF2B5EF4-FFF2-40B4-BE49-F238E27FC236}">
                  <a16:creationId xmlns:a16="http://schemas.microsoft.com/office/drawing/2014/main" id="{B5CAFE61-EEC2-2341-A536-55BCEB806D61}"/>
                </a:ext>
              </a:extLst>
            </p:cNvPr>
            <p:cNvSpPr>
              <a:spLocks noChangeArrowheads="1"/>
            </p:cNvSpPr>
            <p:nvPr/>
          </p:nvSpPr>
          <p:spPr bwMode="auto">
            <a:xfrm>
              <a:off x="5088" y="1632"/>
              <a:ext cx="240" cy="240"/>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2658" name="Rectangle 18">
              <a:extLst>
                <a:ext uri="{FF2B5EF4-FFF2-40B4-BE49-F238E27FC236}">
                  <a16:creationId xmlns:a16="http://schemas.microsoft.com/office/drawing/2014/main" id="{36FC18B2-E4F8-B040-A478-CCF4AC557A33}"/>
                </a:ext>
              </a:extLst>
            </p:cNvPr>
            <p:cNvSpPr>
              <a:spLocks noChangeArrowheads="1"/>
            </p:cNvSpPr>
            <p:nvPr/>
          </p:nvSpPr>
          <p:spPr bwMode="auto">
            <a:xfrm>
              <a:off x="5136" y="1680"/>
              <a:ext cx="144" cy="144"/>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cxnSp>
          <p:nvCxnSpPr>
            <p:cNvPr id="112659" name="AutoShape 19">
              <a:extLst>
                <a:ext uri="{FF2B5EF4-FFF2-40B4-BE49-F238E27FC236}">
                  <a16:creationId xmlns:a16="http://schemas.microsoft.com/office/drawing/2014/main" id="{E5FBEB52-70C0-FC40-A1CB-8225AD875670}"/>
                </a:ext>
              </a:extLst>
            </p:cNvPr>
            <p:cNvCxnSpPr>
              <a:cxnSpLocks noChangeShapeType="1"/>
              <a:stCxn id="112647" idx="7"/>
              <a:endCxn id="112657" idx="3"/>
            </p:cNvCxnSpPr>
            <p:nvPr/>
          </p:nvCxnSpPr>
          <p:spPr bwMode="auto">
            <a:xfrm flipV="1">
              <a:off x="4762" y="1837"/>
              <a:ext cx="361" cy="386"/>
            </a:xfrm>
            <a:prstGeom prst="straightConnector1">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112660" name="Line 20">
              <a:extLst>
                <a:ext uri="{FF2B5EF4-FFF2-40B4-BE49-F238E27FC236}">
                  <a16:creationId xmlns:a16="http://schemas.microsoft.com/office/drawing/2014/main" id="{6FD60B4B-EC29-9044-9518-C767A5DA9B7D}"/>
                </a:ext>
              </a:extLst>
            </p:cNvPr>
            <p:cNvSpPr>
              <a:spLocks noChangeShapeType="1"/>
            </p:cNvSpPr>
            <p:nvPr/>
          </p:nvSpPr>
          <p:spPr bwMode="auto">
            <a:xfrm flipH="1" flipV="1">
              <a:off x="4752" y="1392"/>
              <a:ext cx="384" cy="24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grpSp>
      <p:sp>
        <p:nvSpPr>
          <p:cNvPr id="112662" name="Text Box 22">
            <a:extLst>
              <a:ext uri="{FF2B5EF4-FFF2-40B4-BE49-F238E27FC236}">
                <a16:creationId xmlns:a16="http://schemas.microsoft.com/office/drawing/2014/main" id="{5B61536B-59CE-0245-86AC-82BB03794228}"/>
              </a:ext>
            </a:extLst>
          </p:cNvPr>
          <p:cNvSpPr txBox="1">
            <a:spLocks noChangeArrowheads="1"/>
          </p:cNvSpPr>
          <p:nvPr/>
        </p:nvSpPr>
        <p:spPr bwMode="auto">
          <a:xfrm>
            <a:off x="6629401" y="1657350"/>
            <a:ext cx="857927" cy="3000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350">
                <a:latin typeface="Arial" charset="0"/>
                <a:ea typeface="ＭＳ Ｐゴシック" charset="0"/>
              </a:rPr>
              <a:t>hasChild</a:t>
            </a:r>
            <a:endParaRPr lang="en-US">
              <a:latin typeface="Times New Roman" charset="0"/>
              <a:ea typeface="ＭＳ Ｐゴシック" charset="0"/>
            </a:endParaRPr>
          </a:p>
        </p:txBody>
      </p:sp>
    </p:spTree>
    <p:extLst>
      <p:ext uri="{BB962C8B-B14F-4D97-AF65-F5344CB8AC3E}">
        <p14:creationId xmlns:p14="http://schemas.microsoft.com/office/powerpoint/2010/main" val="2377113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87EA8506-037D-B442-AC56-B8C454116C43}"/>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dirty="0"/>
              <a:t>n-</a:t>
            </a:r>
            <a:r>
              <a:rPr lang="en-US" dirty="0" err="1"/>
              <a:t>ary</a:t>
            </a:r>
            <a:r>
              <a:rPr lang="en-US" dirty="0"/>
              <a:t> relations (n &gt; 2)</a:t>
            </a:r>
            <a:endParaRPr lang="en-GB" dirty="0"/>
          </a:p>
        </p:txBody>
      </p:sp>
      <p:sp>
        <p:nvSpPr>
          <p:cNvPr id="114691" name="Rectangle 3">
            <a:extLst>
              <a:ext uri="{FF2B5EF4-FFF2-40B4-BE49-F238E27FC236}">
                <a16:creationId xmlns:a16="http://schemas.microsoft.com/office/drawing/2014/main" id="{1086763D-EAA5-9048-9386-B445937E9BFE}"/>
              </a:ext>
            </a:extLst>
          </p:cNvPr>
          <p:cNvSpPr>
            <a:spLocks noGrp="1" noChangeArrowheads="1"/>
          </p:cNvSpPr>
          <p:nvPr>
            <p:ph sz="half"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GB" altLang="it-IT" dirty="0"/>
              <a:t>From(John, Mary, book)</a:t>
            </a:r>
          </a:p>
          <a:p>
            <a:r>
              <a:rPr lang="en-GB" altLang="it-IT" dirty="0"/>
              <a:t>"John gives a book to Mary"
This technique is called 'case structure representation'</a:t>
            </a:r>
            <a:endParaRPr lang="it-IT" altLang="it-IT" sz="3600" dirty="0"/>
          </a:p>
        </p:txBody>
      </p:sp>
      <p:sp>
        <p:nvSpPr>
          <p:cNvPr id="2" name="Segnaposto data 1">
            <a:extLst>
              <a:ext uri="{FF2B5EF4-FFF2-40B4-BE49-F238E27FC236}">
                <a16:creationId xmlns:a16="http://schemas.microsoft.com/office/drawing/2014/main" id="{6FBB6F50-4A5D-DAAA-98FB-F061579B64BC}"/>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C23A709B-FE81-DC8B-5C99-3D4EC709DA5A}"/>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E0217916-E4A9-EDC5-2638-E1AD13DF5A64}"/>
              </a:ext>
            </a:extLst>
          </p:cNvPr>
          <p:cNvSpPr>
            <a:spLocks noGrp="1"/>
          </p:cNvSpPr>
          <p:nvPr>
            <p:ph type="sldNum" sz="quarter" idx="12"/>
          </p:nvPr>
        </p:nvSpPr>
        <p:spPr/>
        <p:txBody>
          <a:bodyPr/>
          <a:lstStyle/>
          <a:p>
            <a:pPr>
              <a:defRPr/>
            </a:pPr>
            <a:fld id="{43CD341D-7438-4FA4-973F-6F9EECBD14B9}" type="slidenum">
              <a:rPr lang="it-IT" altLang="it-IT" smtClean="0"/>
              <a:pPr>
                <a:defRPr/>
              </a:pPr>
              <a:t>22</a:t>
            </a:fld>
            <a:endParaRPr lang="it-IT" altLang="it-IT"/>
          </a:p>
        </p:txBody>
      </p:sp>
      <p:sp>
        <p:nvSpPr>
          <p:cNvPr id="114693" name="Rectangle 5">
            <a:extLst>
              <a:ext uri="{FF2B5EF4-FFF2-40B4-BE49-F238E27FC236}">
                <a16:creationId xmlns:a16="http://schemas.microsoft.com/office/drawing/2014/main" id="{B9C7BDE9-72DE-8B4E-A411-9AB1C5B1FA97}"/>
              </a:ext>
            </a:extLst>
          </p:cNvPr>
          <p:cNvSpPr>
            <a:spLocks noChangeArrowheads="1"/>
          </p:cNvSpPr>
          <p:nvPr/>
        </p:nvSpPr>
        <p:spPr bwMode="auto">
          <a:xfrm>
            <a:off x="3675460" y="1989535"/>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114715" name="Rectangle 27">
            <a:extLst>
              <a:ext uri="{FF2B5EF4-FFF2-40B4-BE49-F238E27FC236}">
                <a16:creationId xmlns:a16="http://schemas.microsoft.com/office/drawing/2014/main" id="{DA42F092-F67A-3C49-9A64-7A90C6C1147C}"/>
              </a:ext>
            </a:extLst>
          </p:cNvPr>
          <p:cNvSpPr>
            <a:spLocks noChangeArrowheads="1"/>
          </p:cNvSpPr>
          <p:nvPr/>
        </p:nvSpPr>
        <p:spPr bwMode="auto">
          <a:xfrm>
            <a:off x="3675460" y="1989535"/>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grpSp>
        <p:nvGrpSpPr>
          <p:cNvPr id="38917" name="Group 85">
            <a:extLst>
              <a:ext uri="{FF2B5EF4-FFF2-40B4-BE49-F238E27FC236}">
                <a16:creationId xmlns:a16="http://schemas.microsoft.com/office/drawing/2014/main" id="{1B2A71E3-93FF-4E49-8A1D-26DF1162287A}"/>
              </a:ext>
            </a:extLst>
          </p:cNvPr>
          <p:cNvGrpSpPr>
            <a:grpSpLocks/>
          </p:cNvGrpSpPr>
          <p:nvPr/>
        </p:nvGrpSpPr>
        <p:grpSpPr bwMode="auto">
          <a:xfrm>
            <a:off x="4463654" y="1437085"/>
            <a:ext cx="3143250" cy="2185988"/>
            <a:chOff x="2832" y="816"/>
            <a:chExt cx="2640" cy="1836"/>
          </a:xfrm>
        </p:grpSpPr>
        <p:sp>
          <p:nvSpPr>
            <p:cNvPr id="114735" name="Oval 47">
              <a:extLst>
                <a:ext uri="{FF2B5EF4-FFF2-40B4-BE49-F238E27FC236}">
                  <a16:creationId xmlns:a16="http://schemas.microsoft.com/office/drawing/2014/main" id="{E00F7A8D-EC6C-FD4A-9588-3A48FBA83B2B}"/>
                </a:ext>
              </a:extLst>
            </p:cNvPr>
            <p:cNvSpPr>
              <a:spLocks noChangeArrowheads="1"/>
            </p:cNvSpPr>
            <p:nvPr/>
          </p:nvSpPr>
          <p:spPr bwMode="auto">
            <a:xfrm>
              <a:off x="3696" y="816"/>
              <a:ext cx="912" cy="288"/>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36" name="Text Box 48">
              <a:extLst>
                <a:ext uri="{FF2B5EF4-FFF2-40B4-BE49-F238E27FC236}">
                  <a16:creationId xmlns:a16="http://schemas.microsoft.com/office/drawing/2014/main" id="{D5FA32D1-4406-6142-BFBE-77030F25FA9B}"/>
                </a:ext>
              </a:extLst>
            </p:cNvPr>
            <p:cNvSpPr txBox="1">
              <a:spLocks noChangeArrowheads="1"/>
            </p:cNvSpPr>
            <p:nvPr/>
          </p:nvSpPr>
          <p:spPr bwMode="auto">
            <a:xfrm>
              <a:off x="3696" y="864"/>
              <a:ext cx="912"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US" sz="1350" dirty="0">
                  <a:latin typeface="Arial" charset="0"/>
                  <a:ea typeface="ＭＳ Ｐゴシック" charset="0"/>
                </a:rPr>
                <a:t>Event-give</a:t>
              </a:r>
              <a:endParaRPr lang="en-US" dirty="0">
                <a:latin typeface="Arial" charset="0"/>
                <a:ea typeface="ＭＳ Ｐゴシック" charset="0"/>
              </a:endParaRPr>
            </a:p>
          </p:txBody>
        </p:sp>
        <p:sp>
          <p:nvSpPr>
            <p:cNvPr id="114737" name="Oval 49">
              <a:extLst>
                <a:ext uri="{FF2B5EF4-FFF2-40B4-BE49-F238E27FC236}">
                  <a16:creationId xmlns:a16="http://schemas.microsoft.com/office/drawing/2014/main" id="{16A71B79-A72E-474B-B289-DAB7990C259B}"/>
                </a:ext>
              </a:extLst>
            </p:cNvPr>
            <p:cNvSpPr>
              <a:spLocks noChangeArrowheads="1"/>
            </p:cNvSpPr>
            <p:nvPr/>
          </p:nvSpPr>
          <p:spPr bwMode="auto">
            <a:xfrm>
              <a:off x="3936" y="1632"/>
              <a:ext cx="432" cy="240"/>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38" name="Text Box 50">
              <a:extLst>
                <a:ext uri="{FF2B5EF4-FFF2-40B4-BE49-F238E27FC236}">
                  <a16:creationId xmlns:a16="http://schemas.microsoft.com/office/drawing/2014/main" id="{8DEB48A4-898D-4E48-9FA7-40FE16578EBE}"/>
                </a:ext>
              </a:extLst>
            </p:cNvPr>
            <p:cNvSpPr txBox="1">
              <a:spLocks noChangeArrowheads="1"/>
            </p:cNvSpPr>
            <p:nvPr/>
          </p:nvSpPr>
          <p:spPr bwMode="auto">
            <a:xfrm>
              <a:off x="4032" y="1646"/>
              <a:ext cx="313"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200">
                  <a:latin typeface="Arial" charset="0"/>
                  <a:ea typeface="ＭＳ Ｐゴシック" charset="0"/>
                </a:rPr>
                <a:t>E1</a:t>
              </a:r>
              <a:endParaRPr lang="en-US">
                <a:latin typeface="Arial" charset="0"/>
                <a:ea typeface="ＭＳ Ｐゴシック" charset="0"/>
              </a:endParaRPr>
            </a:p>
          </p:txBody>
        </p:sp>
        <p:grpSp>
          <p:nvGrpSpPr>
            <p:cNvPr id="38922" name="Group 55">
              <a:extLst>
                <a:ext uri="{FF2B5EF4-FFF2-40B4-BE49-F238E27FC236}">
                  <a16:creationId xmlns:a16="http://schemas.microsoft.com/office/drawing/2014/main" id="{600CD490-217C-6041-BC27-9F529944B2EE}"/>
                </a:ext>
              </a:extLst>
            </p:cNvPr>
            <p:cNvGrpSpPr>
              <a:grpSpLocks/>
            </p:cNvGrpSpPr>
            <p:nvPr/>
          </p:nvGrpSpPr>
          <p:grpSpPr bwMode="auto">
            <a:xfrm>
              <a:off x="3840" y="2400"/>
              <a:ext cx="720" cy="252"/>
              <a:chOff x="3936" y="2400"/>
              <a:chExt cx="720" cy="252"/>
            </a:xfrm>
          </p:grpSpPr>
          <p:sp>
            <p:nvSpPr>
              <p:cNvPr id="114739" name="Oval 51">
                <a:extLst>
                  <a:ext uri="{FF2B5EF4-FFF2-40B4-BE49-F238E27FC236}">
                    <a16:creationId xmlns:a16="http://schemas.microsoft.com/office/drawing/2014/main" id="{EF44FA22-81F2-6A4A-B6A6-69345CF2216F}"/>
                  </a:ext>
                </a:extLst>
              </p:cNvPr>
              <p:cNvSpPr>
                <a:spLocks noChangeArrowheads="1"/>
              </p:cNvSpPr>
              <p:nvPr/>
            </p:nvSpPr>
            <p:spPr bwMode="auto">
              <a:xfrm>
                <a:off x="3936" y="2400"/>
                <a:ext cx="720" cy="240"/>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40" name="Text Box 52">
                <a:extLst>
                  <a:ext uri="{FF2B5EF4-FFF2-40B4-BE49-F238E27FC236}">
                    <a16:creationId xmlns:a16="http://schemas.microsoft.com/office/drawing/2014/main" id="{453C86F0-EB2A-F74C-83CA-247BF0438275}"/>
                  </a:ext>
                </a:extLst>
              </p:cNvPr>
              <p:cNvSpPr txBox="1">
                <a:spLocks noChangeArrowheads="1"/>
              </p:cNvSpPr>
              <p:nvPr/>
            </p:nvSpPr>
            <p:spPr bwMode="auto">
              <a:xfrm>
                <a:off x="3936" y="2400"/>
                <a:ext cx="680"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350">
                    <a:latin typeface="Arial" charset="0"/>
                    <a:ea typeface="ＭＳ Ｐゴシック" charset="0"/>
                  </a:rPr>
                  <a:t>  book-4</a:t>
                </a:r>
                <a:endParaRPr lang="en-US">
                  <a:latin typeface="Arial" charset="0"/>
                  <a:ea typeface="ＭＳ Ｐゴシック" charset="0"/>
                </a:endParaRPr>
              </a:p>
            </p:txBody>
          </p:sp>
        </p:grpSp>
        <p:sp>
          <p:nvSpPr>
            <p:cNvPr id="114742" name="AutoShape 54">
              <a:extLst>
                <a:ext uri="{FF2B5EF4-FFF2-40B4-BE49-F238E27FC236}">
                  <a16:creationId xmlns:a16="http://schemas.microsoft.com/office/drawing/2014/main" id="{54B0039F-6815-9E48-BBBE-929EAFF394A3}"/>
                </a:ext>
              </a:extLst>
            </p:cNvPr>
            <p:cNvSpPr>
              <a:spLocks noChangeArrowheads="1"/>
            </p:cNvSpPr>
            <p:nvPr/>
          </p:nvSpPr>
          <p:spPr bwMode="auto">
            <a:xfrm>
              <a:off x="4080" y="1104"/>
              <a:ext cx="96" cy="528"/>
            </a:xfrm>
            <a:prstGeom prst="upArrow">
              <a:avLst>
                <a:gd name="adj1" fmla="val 50000"/>
                <a:gd name="adj2" fmla="val 137500"/>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grpSp>
          <p:nvGrpSpPr>
            <p:cNvPr id="38924" name="Group 56">
              <a:extLst>
                <a:ext uri="{FF2B5EF4-FFF2-40B4-BE49-F238E27FC236}">
                  <a16:creationId xmlns:a16="http://schemas.microsoft.com/office/drawing/2014/main" id="{29E8507F-F4C1-484F-BCC8-681B6D4D677E}"/>
                </a:ext>
              </a:extLst>
            </p:cNvPr>
            <p:cNvGrpSpPr>
              <a:grpSpLocks/>
            </p:cNvGrpSpPr>
            <p:nvPr/>
          </p:nvGrpSpPr>
          <p:grpSpPr bwMode="auto">
            <a:xfrm>
              <a:off x="2832" y="2400"/>
              <a:ext cx="720" cy="252"/>
              <a:chOff x="3936" y="2400"/>
              <a:chExt cx="720" cy="252"/>
            </a:xfrm>
          </p:grpSpPr>
          <p:sp>
            <p:nvSpPr>
              <p:cNvPr id="114745" name="Oval 57">
                <a:extLst>
                  <a:ext uri="{FF2B5EF4-FFF2-40B4-BE49-F238E27FC236}">
                    <a16:creationId xmlns:a16="http://schemas.microsoft.com/office/drawing/2014/main" id="{EA7B9699-A7A5-DE4E-899F-27518BC5F3B2}"/>
                  </a:ext>
                </a:extLst>
              </p:cNvPr>
              <p:cNvSpPr>
                <a:spLocks noChangeArrowheads="1"/>
              </p:cNvSpPr>
              <p:nvPr/>
            </p:nvSpPr>
            <p:spPr bwMode="auto">
              <a:xfrm>
                <a:off x="3936" y="2400"/>
                <a:ext cx="720" cy="240"/>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46" name="Text Box 58">
                <a:extLst>
                  <a:ext uri="{FF2B5EF4-FFF2-40B4-BE49-F238E27FC236}">
                    <a16:creationId xmlns:a16="http://schemas.microsoft.com/office/drawing/2014/main" id="{E8733CD3-689B-6E47-8DCA-ECBC0BCF06FD}"/>
                  </a:ext>
                </a:extLst>
              </p:cNvPr>
              <p:cNvSpPr txBox="1">
                <a:spLocks noChangeArrowheads="1"/>
              </p:cNvSpPr>
              <p:nvPr/>
            </p:nvSpPr>
            <p:spPr bwMode="auto">
              <a:xfrm>
                <a:off x="3936" y="2400"/>
                <a:ext cx="551"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350">
                    <a:latin typeface="Arial" charset="0"/>
                    <a:ea typeface="ＭＳ Ｐゴシック" charset="0"/>
                  </a:rPr>
                  <a:t>  John</a:t>
                </a:r>
                <a:endParaRPr lang="en-US">
                  <a:latin typeface="Arial" charset="0"/>
                  <a:ea typeface="ＭＳ Ｐゴシック" charset="0"/>
                </a:endParaRPr>
              </a:p>
            </p:txBody>
          </p:sp>
        </p:grpSp>
        <p:grpSp>
          <p:nvGrpSpPr>
            <p:cNvPr id="38925" name="Group 59">
              <a:extLst>
                <a:ext uri="{FF2B5EF4-FFF2-40B4-BE49-F238E27FC236}">
                  <a16:creationId xmlns:a16="http://schemas.microsoft.com/office/drawing/2014/main" id="{2AB06B91-D83F-F64B-9F66-13C2C4DC5178}"/>
                </a:ext>
              </a:extLst>
            </p:cNvPr>
            <p:cNvGrpSpPr>
              <a:grpSpLocks/>
            </p:cNvGrpSpPr>
            <p:nvPr/>
          </p:nvGrpSpPr>
          <p:grpSpPr bwMode="auto">
            <a:xfrm>
              <a:off x="4752" y="2400"/>
              <a:ext cx="720" cy="252"/>
              <a:chOff x="3936" y="2400"/>
              <a:chExt cx="720" cy="252"/>
            </a:xfrm>
          </p:grpSpPr>
          <p:sp>
            <p:nvSpPr>
              <p:cNvPr id="114748" name="Oval 60">
                <a:extLst>
                  <a:ext uri="{FF2B5EF4-FFF2-40B4-BE49-F238E27FC236}">
                    <a16:creationId xmlns:a16="http://schemas.microsoft.com/office/drawing/2014/main" id="{9325988C-A9A6-884B-AE84-A805A1BF91D5}"/>
                  </a:ext>
                </a:extLst>
              </p:cNvPr>
              <p:cNvSpPr>
                <a:spLocks noChangeArrowheads="1"/>
              </p:cNvSpPr>
              <p:nvPr/>
            </p:nvSpPr>
            <p:spPr bwMode="auto">
              <a:xfrm>
                <a:off x="3936" y="2400"/>
                <a:ext cx="720" cy="240"/>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49" name="Text Box 61">
                <a:extLst>
                  <a:ext uri="{FF2B5EF4-FFF2-40B4-BE49-F238E27FC236}">
                    <a16:creationId xmlns:a16="http://schemas.microsoft.com/office/drawing/2014/main" id="{42D8855A-2A9C-E54F-BEB4-5CD1686CB5E7}"/>
                  </a:ext>
                </a:extLst>
              </p:cNvPr>
              <p:cNvSpPr txBox="1">
                <a:spLocks noChangeArrowheads="1"/>
              </p:cNvSpPr>
              <p:nvPr/>
            </p:nvSpPr>
            <p:spPr bwMode="auto">
              <a:xfrm>
                <a:off x="3936" y="2400"/>
                <a:ext cx="559"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350">
                    <a:latin typeface="Arial" charset="0"/>
                    <a:ea typeface="ＭＳ Ｐゴシック" charset="0"/>
                  </a:rPr>
                  <a:t>  Mary</a:t>
                </a:r>
                <a:endParaRPr lang="en-US">
                  <a:latin typeface="Arial" charset="0"/>
                  <a:ea typeface="ＭＳ Ｐゴシック" charset="0"/>
                </a:endParaRPr>
              </a:p>
            </p:txBody>
          </p:sp>
        </p:grpSp>
        <p:grpSp>
          <p:nvGrpSpPr>
            <p:cNvPr id="38926" name="Group 68">
              <a:extLst>
                <a:ext uri="{FF2B5EF4-FFF2-40B4-BE49-F238E27FC236}">
                  <a16:creationId xmlns:a16="http://schemas.microsoft.com/office/drawing/2014/main" id="{D7A7C8CE-82A6-234D-B19A-4E9547BE1E61}"/>
                </a:ext>
              </a:extLst>
            </p:cNvPr>
            <p:cNvGrpSpPr>
              <a:grpSpLocks/>
            </p:cNvGrpSpPr>
            <p:nvPr/>
          </p:nvGrpSpPr>
          <p:grpSpPr bwMode="auto">
            <a:xfrm>
              <a:off x="4752" y="2016"/>
              <a:ext cx="192" cy="192"/>
              <a:chOff x="3504" y="3216"/>
              <a:chExt cx="192" cy="192"/>
            </a:xfrm>
          </p:grpSpPr>
          <p:sp>
            <p:nvSpPr>
              <p:cNvPr id="114754" name="Rectangle 66">
                <a:extLst>
                  <a:ext uri="{FF2B5EF4-FFF2-40B4-BE49-F238E27FC236}">
                    <a16:creationId xmlns:a16="http://schemas.microsoft.com/office/drawing/2014/main" id="{D04C98E4-AE92-884D-B90F-B19778B7F605}"/>
                  </a:ext>
                </a:extLst>
              </p:cNvPr>
              <p:cNvSpPr>
                <a:spLocks noChangeAspect="1" noChangeArrowheads="1"/>
              </p:cNvSpPr>
              <p:nvPr/>
            </p:nvSpPr>
            <p:spPr bwMode="auto">
              <a:xfrm>
                <a:off x="3552" y="3264"/>
                <a:ext cx="97" cy="96"/>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55" name="Oval 67">
                <a:extLst>
                  <a:ext uri="{FF2B5EF4-FFF2-40B4-BE49-F238E27FC236}">
                    <a16:creationId xmlns:a16="http://schemas.microsoft.com/office/drawing/2014/main" id="{ACCEF678-C369-0F42-A006-56A30FFA5A4D}"/>
                  </a:ext>
                </a:extLst>
              </p:cNvPr>
              <p:cNvSpPr>
                <a:spLocks noChangeArrowheads="1"/>
              </p:cNvSpPr>
              <p:nvPr/>
            </p:nvSpPr>
            <p:spPr bwMode="auto">
              <a:xfrm>
                <a:off x="3504" y="3216"/>
                <a:ext cx="192" cy="192"/>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grpSp>
        <p:grpSp>
          <p:nvGrpSpPr>
            <p:cNvPr id="38927" name="Group 69">
              <a:extLst>
                <a:ext uri="{FF2B5EF4-FFF2-40B4-BE49-F238E27FC236}">
                  <a16:creationId xmlns:a16="http://schemas.microsoft.com/office/drawing/2014/main" id="{DB784624-2F9D-3948-9000-1BB48EA1AB53}"/>
                </a:ext>
              </a:extLst>
            </p:cNvPr>
            <p:cNvGrpSpPr>
              <a:grpSpLocks/>
            </p:cNvGrpSpPr>
            <p:nvPr/>
          </p:nvGrpSpPr>
          <p:grpSpPr bwMode="auto">
            <a:xfrm>
              <a:off x="4080" y="2016"/>
              <a:ext cx="192" cy="192"/>
              <a:chOff x="3504" y="3216"/>
              <a:chExt cx="192" cy="192"/>
            </a:xfrm>
          </p:grpSpPr>
          <p:sp>
            <p:nvSpPr>
              <p:cNvPr id="114758" name="Rectangle 70">
                <a:extLst>
                  <a:ext uri="{FF2B5EF4-FFF2-40B4-BE49-F238E27FC236}">
                    <a16:creationId xmlns:a16="http://schemas.microsoft.com/office/drawing/2014/main" id="{11E077E1-1F3A-CA40-BF63-16850BE774F0}"/>
                  </a:ext>
                </a:extLst>
              </p:cNvPr>
              <p:cNvSpPr>
                <a:spLocks noChangeAspect="1" noChangeArrowheads="1"/>
              </p:cNvSpPr>
              <p:nvPr/>
            </p:nvSpPr>
            <p:spPr bwMode="auto">
              <a:xfrm>
                <a:off x="3552" y="3264"/>
                <a:ext cx="97" cy="96"/>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59" name="Oval 71">
                <a:extLst>
                  <a:ext uri="{FF2B5EF4-FFF2-40B4-BE49-F238E27FC236}">
                    <a16:creationId xmlns:a16="http://schemas.microsoft.com/office/drawing/2014/main" id="{36EF55E9-12A2-FA49-93D6-686640C1E89B}"/>
                  </a:ext>
                </a:extLst>
              </p:cNvPr>
              <p:cNvSpPr>
                <a:spLocks noChangeArrowheads="1"/>
              </p:cNvSpPr>
              <p:nvPr/>
            </p:nvSpPr>
            <p:spPr bwMode="auto">
              <a:xfrm>
                <a:off x="3504" y="3216"/>
                <a:ext cx="192" cy="192"/>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grpSp>
        <p:grpSp>
          <p:nvGrpSpPr>
            <p:cNvPr id="38928" name="Group 72">
              <a:extLst>
                <a:ext uri="{FF2B5EF4-FFF2-40B4-BE49-F238E27FC236}">
                  <a16:creationId xmlns:a16="http://schemas.microsoft.com/office/drawing/2014/main" id="{35BC4F26-DEE7-0146-89B3-A0391D3C050C}"/>
                </a:ext>
              </a:extLst>
            </p:cNvPr>
            <p:cNvGrpSpPr>
              <a:grpSpLocks/>
            </p:cNvGrpSpPr>
            <p:nvPr/>
          </p:nvGrpSpPr>
          <p:grpSpPr bwMode="auto">
            <a:xfrm>
              <a:off x="3312" y="2016"/>
              <a:ext cx="192" cy="192"/>
              <a:chOff x="3504" y="3216"/>
              <a:chExt cx="192" cy="192"/>
            </a:xfrm>
          </p:grpSpPr>
          <p:sp>
            <p:nvSpPr>
              <p:cNvPr id="114761" name="Rectangle 73">
                <a:extLst>
                  <a:ext uri="{FF2B5EF4-FFF2-40B4-BE49-F238E27FC236}">
                    <a16:creationId xmlns:a16="http://schemas.microsoft.com/office/drawing/2014/main" id="{3FD8CA24-2FCF-1149-8435-21250770A5E0}"/>
                  </a:ext>
                </a:extLst>
              </p:cNvPr>
              <p:cNvSpPr>
                <a:spLocks noChangeAspect="1" noChangeArrowheads="1"/>
              </p:cNvSpPr>
              <p:nvPr/>
            </p:nvSpPr>
            <p:spPr bwMode="auto">
              <a:xfrm>
                <a:off x="3552" y="3264"/>
                <a:ext cx="97" cy="96"/>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62" name="Oval 74">
                <a:extLst>
                  <a:ext uri="{FF2B5EF4-FFF2-40B4-BE49-F238E27FC236}">
                    <a16:creationId xmlns:a16="http://schemas.microsoft.com/office/drawing/2014/main" id="{5044D10B-18D0-1544-984C-060972C25A3E}"/>
                  </a:ext>
                </a:extLst>
              </p:cNvPr>
              <p:cNvSpPr>
                <a:spLocks noChangeArrowheads="1"/>
              </p:cNvSpPr>
              <p:nvPr/>
            </p:nvSpPr>
            <p:spPr bwMode="auto">
              <a:xfrm>
                <a:off x="3504" y="3216"/>
                <a:ext cx="192" cy="192"/>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grpSp>
        <p:sp>
          <p:nvSpPr>
            <p:cNvPr id="114764" name="Line 76">
              <a:extLst>
                <a:ext uri="{FF2B5EF4-FFF2-40B4-BE49-F238E27FC236}">
                  <a16:creationId xmlns:a16="http://schemas.microsoft.com/office/drawing/2014/main" id="{34826DEC-EE8A-BD4A-BB86-8CE0D7EF5DD3}"/>
                </a:ext>
              </a:extLst>
            </p:cNvPr>
            <p:cNvSpPr>
              <a:spLocks noChangeShapeType="1"/>
            </p:cNvSpPr>
            <p:nvPr/>
          </p:nvSpPr>
          <p:spPr bwMode="auto">
            <a:xfrm flipH="1">
              <a:off x="3456" y="1824"/>
              <a:ext cx="528" cy="24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65" name="Line 77">
              <a:extLst>
                <a:ext uri="{FF2B5EF4-FFF2-40B4-BE49-F238E27FC236}">
                  <a16:creationId xmlns:a16="http://schemas.microsoft.com/office/drawing/2014/main" id="{2CFF3768-D767-CC4D-96D6-009958816045}"/>
                </a:ext>
              </a:extLst>
            </p:cNvPr>
            <p:cNvSpPr>
              <a:spLocks noChangeShapeType="1"/>
            </p:cNvSpPr>
            <p:nvPr/>
          </p:nvSpPr>
          <p:spPr bwMode="auto">
            <a:xfrm>
              <a:off x="4176" y="1872"/>
              <a:ext cx="0" cy="14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66" name="Line 78">
              <a:extLst>
                <a:ext uri="{FF2B5EF4-FFF2-40B4-BE49-F238E27FC236}">
                  <a16:creationId xmlns:a16="http://schemas.microsoft.com/office/drawing/2014/main" id="{E9C7593B-670B-0241-9B9B-D1A2BB9A85D8}"/>
                </a:ext>
              </a:extLst>
            </p:cNvPr>
            <p:cNvSpPr>
              <a:spLocks noChangeShapeType="1"/>
            </p:cNvSpPr>
            <p:nvPr/>
          </p:nvSpPr>
          <p:spPr bwMode="auto">
            <a:xfrm>
              <a:off x="4320" y="1824"/>
              <a:ext cx="480" cy="19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67" name="Line 79">
              <a:extLst>
                <a:ext uri="{FF2B5EF4-FFF2-40B4-BE49-F238E27FC236}">
                  <a16:creationId xmlns:a16="http://schemas.microsoft.com/office/drawing/2014/main" id="{3AB429A9-ABB9-1248-AE31-ABFE67C721EE}"/>
                </a:ext>
              </a:extLst>
            </p:cNvPr>
            <p:cNvSpPr>
              <a:spLocks noChangeShapeType="1"/>
            </p:cNvSpPr>
            <p:nvPr/>
          </p:nvSpPr>
          <p:spPr bwMode="auto">
            <a:xfrm flipH="1">
              <a:off x="3120" y="2160"/>
              <a:ext cx="240" cy="24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68" name="Line 80">
              <a:extLst>
                <a:ext uri="{FF2B5EF4-FFF2-40B4-BE49-F238E27FC236}">
                  <a16:creationId xmlns:a16="http://schemas.microsoft.com/office/drawing/2014/main" id="{BBF01E73-54AD-3344-A01A-BCC5363F7C39}"/>
                </a:ext>
              </a:extLst>
            </p:cNvPr>
            <p:cNvSpPr>
              <a:spLocks noChangeShapeType="1"/>
            </p:cNvSpPr>
            <p:nvPr/>
          </p:nvSpPr>
          <p:spPr bwMode="auto">
            <a:xfrm>
              <a:off x="4176" y="2208"/>
              <a:ext cx="0" cy="19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69" name="Line 81">
              <a:extLst>
                <a:ext uri="{FF2B5EF4-FFF2-40B4-BE49-F238E27FC236}">
                  <a16:creationId xmlns:a16="http://schemas.microsoft.com/office/drawing/2014/main" id="{A18A4C26-C799-F84D-AD88-59C18275520C}"/>
                </a:ext>
              </a:extLst>
            </p:cNvPr>
            <p:cNvSpPr>
              <a:spLocks noChangeShapeType="1"/>
            </p:cNvSpPr>
            <p:nvPr/>
          </p:nvSpPr>
          <p:spPr bwMode="auto">
            <a:xfrm>
              <a:off x="4944" y="2160"/>
              <a:ext cx="192" cy="24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14770" name="Text Box 82">
              <a:extLst>
                <a:ext uri="{FF2B5EF4-FFF2-40B4-BE49-F238E27FC236}">
                  <a16:creationId xmlns:a16="http://schemas.microsoft.com/office/drawing/2014/main" id="{DC0465AA-DF78-BC49-B1CF-A67ED7120D44}"/>
                </a:ext>
              </a:extLst>
            </p:cNvPr>
            <p:cNvSpPr txBox="1">
              <a:spLocks noChangeArrowheads="1"/>
            </p:cNvSpPr>
            <p:nvPr/>
          </p:nvSpPr>
          <p:spPr bwMode="auto">
            <a:xfrm>
              <a:off x="3216" y="1776"/>
              <a:ext cx="63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050">
                  <a:latin typeface="Arial" charset="0"/>
                  <a:ea typeface="ＭＳ Ｐゴシック" charset="0"/>
                </a:rPr>
                <a:t>hasAgent</a:t>
              </a:r>
              <a:endParaRPr lang="en-US" sz="900">
                <a:latin typeface="Arial" charset="0"/>
                <a:ea typeface="ＭＳ Ｐゴシック" charset="0"/>
              </a:endParaRPr>
            </a:p>
          </p:txBody>
        </p:sp>
        <p:sp>
          <p:nvSpPr>
            <p:cNvPr id="114771" name="Rectangle 83">
              <a:extLst>
                <a:ext uri="{FF2B5EF4-FFF2-40B4-BE49-F238E27FC236}">
                  <a16:creationId xmlns:a16="http://schemas.microsoft.com/office/drawing/2014/main" id="{791204CD-DF56-FF40-9E58-8A1C8D15D43C}"/>
                </a:ext>
              </a:extLst>
            </p:cNvPr>
            <p:cNvSpPr>
              <a:spLocks noChangeArrowheads="1"/>
            </p:cNvSpPr>
            <p:nvPr/>
          </p:nvSpPr>
          <p:spPr bwMode="auto">
            <a:xfrm>
              <a:off x="3936" y="1872"/>
              <a:ext cx="665"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050">
                  <a:latin typeface="Arial" charset="0"/>
                  <a:ea typeface="ＭＳ Ｐゴシック" charset="0"/>
                </a:rPr>
                <a:t>hasObject</a:t>
              </a:r>
            </a:p>
          </p:txBody>
        </p:sp>
        <p:sp>
          <p:nvSpPr>
            <p:cNvPr id="114772" name="Text Box 84">
              <a:extLst>
                <a:ext uri="{FF2B5EF4-FFF2-40B4-BE49-F238E27FC236}">
                  <a16:creationId xmlns:a16="http://schemas.microsoft.com/office/drawing/2014/main" id="{E12B4A08-D1D8-6645-870B-9BC0CF4382CA}"/>
                </a:ext>
              </a:extLst>
            </p:cNvPr>
            <p:cNvSpPr txBox="1">
              <a:spLocks noChangeArrowheads="1"/>
            </p:cNvSpPr>
            <p:nvPr/>
          </p:nvSpPr>
          <p:spPr bwMode="auto">
            <a:xfrm>
              <a:off x="4512" y="1776"/>
              <a:ext cx="812"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050">
                  <a:latin typeface="Arial" charset="0"/>
                  <a:ea typeface="ＭＳ Ｐゴシック" charset="0"/>
                </a:rPr>
                <a:t>hasRecipient</a:t>
              </a:r>
              <a:endParaRPr lang="en-US" sz="900">
                <a:latin typeface="Arial" charset="0"/>
                <a:ea typeface="ＭＳ Ｐゴシック" charset="0"/>
              </a:endParaRPr>
            </a:p>
          </p:txBody>
        </p:sp>
      </p:grpSp>
    </p:spTree>
    <p:extLst>
      <p:ext uri="{BB962C8B-B14F-4D97-AF65-F5344CB8AC3E}">
        <p14:creationId xmlns:p14="http://schemas.microsoft.com/office/powerpoint/2010/main" val="1946211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13F26-F009-0D41-959B-468876CD22E0}"/>
              </a:ext>
            </a:extLst>
          </p:cNvPr>
          <p:cNvSpPr>
            <a:spLocks noGrp="1"/>
          </p:cNvSpPr>
          <p:nvPr>
            <p:ph type="title"/>
          </p:nvPr>
        </p:nvSpPr>
        <p:spPr>
          <a:xfrm>
            <a:off x="1381125" y="535781"/>
            <a:ext cx="6478191" cy="577454"/>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sz="3300"/>
              <a:t>Case Representation: Example</a:t>
            </a:r>
            <a:endParaRPr lang="en-US" sz="3300" dirty="0"/>
          </a:p>
        </p:txBody>
      </p:sp>
      <p:pic>
        <p:nvPicPr>
          <p:cNvPr id="4" name="Content Placeholder 3" descr="rete2.tiff">
            <a:extLst>
              <a:ext uri="{FF2B5EF4-FFF2-40B4-BE49-F238E27FC236}">
                <a16:creationId xmlns:a16="http://schemas.microsoft.com/office/drawing/2014/main" id="{E82D294D-A43C-F947-A3D8-94450A8018B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5138" b="-5138"/>
          <a:stretch>
            <a:fillRect/>
          </a:stretch>
        </p:blipFill>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pic>
      <p:sp>
        <p:nvSpPr>
          <p:cNvPr id="3" name="Segnaposto data 2">
            <a:extLst>
              <a:ext uri="{FF2B5EF4-FFF2-40B4-BE49-F238E27FC236}">
                <a16:creationId xmlns:a16="http://schemas.microsoft.com/office/drawing/2014/main" id="{54F8C8A3-BF96-FD6A-6895-C83913EB719A}"/>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386BA12F-52A7-D2CF-C711-03F7B274E424}"/>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451D6EC6-F655-E3FF-32AD-8CC71417AE33}"/>
              </a:ext>
            </a:extLst>
          </p:cNvPr>
          <p:cNvSpPr>
            <a:spLocks noGrp="1"/>
          </p:cNvSpPr>
          <p:nvPr>
            <p:ph type="sldNum" sz="quarter" idx="12"/>
          </p:nvPr>
        </p:nvSpPr>
        <p:spPr/>
        <p:txBody>
          <a:bodyPr/>
          <a:lstStyle/>
          <a:p>
            <a:pPr>
              <a:defRPr/>
            </a:pPr>
            <a:fld id="{43CD341D-7438-4FA4-973F-6F9EECBD14B9}" type="slidenum">
              <a:rPr lang="it-IT" altLang="it-IT" smtClean="0"/>
              <a:pPr>
                <a:defRPr/>
              </a:pPr>
              <a:t>23</a:t>
            </a:fld>
            <a:endParaRPr lang="it-IT" altLang="it-IT"/>
          </a:p>
        </p:txBody>
      </p:sp>
    </p:spTree>
    <p:extLst>
      <p:ext uri="{BB962C8B-B14F-4D97-AF65-F5344CB8AC3E}">
        <p14:creationId xmlns:p14="http://schemas.microsoft.com/office/powerpoint/2010/main" val="542735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38714409-B028-DB40-B9B2-9455A02E68A3}"/>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dirty="0">
                <a:latin typeface="Calibri" panose="020F0502020204030204" pitchFamily="34" charset="0"/>
                <a:cs typeface="Calibri" panose="020F0502020204030204" pitchFamily="34" charset="0"/>
              </a:rPr>
              <a:t>Expressivity of semantic networks</a:t>
            </a:r>
            <a:endParaRPr lang="en-GB" altLang="it-IT" dirty="0">
              <a:latin typeface="Calibri" panose="020F0502020204030204" pitchFamily="34" charset="0"/>
              <a:cs typeface="Calibri" panose="020F0502020204030204" pitchFamily="34" charset="0"/>
            </a:endParaRPr>
          </a:p>
        </p:txBody>
      </p:sp>
      <p:sp>
        <p:nvSpPr>
          <p:cNvPr id="125955" name="Rectangle 3">
            <a:extLst>
              <a:ext uri="{FF2B5EF4-FFF2-40B4-BE49-F238E27FC236}">
                <a16:creationId xmlns:a16="http://schemas.microsoft.com/office/drawing/2014/main" id="{02DBB408-620D-3C4D-B660-96878B53EA9D}"/>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marL="400050" indent="-400050"/>
            <a:r>
              <a:rPr lang="it-IT" altLang="it-IT" sz="2100" dirty="0"/>
              <a:t>Limited </a:t>
            </a:r>
            <a:r>
              <a:rPr lang="it-IT" altLang="it-IT" sz="2100" dirty="0" err="1"/>
              <a:t>expressive</a:t>
            </a:r>
            <a:r>
              <a:rPr lang="it-IT" altLang="it-IT" sz="2100" dirty="0"/>
              <a:t> power: </a:t>
            </a:r>
            <a:r>
              <a:rPr lang="it-IT" altLang="it-IT" sz="2100" dirty="0">
                <a:sym typeface="Symbol" pitchFamily="2" charset="2"/>
              </a:rPr>
              <a:t></a:t>
            </a:r>
            <a:r>
              <a:rPr lang="it-IT" altLang="it-IT" sz="2100" dirty="0"/>
              <a:t>, </a:t>
            </a:r>
            <a:r>
              <a:rPr lang="it-IT" altLang="it-IT" sz="2100" dirty="0">
                <a:sym typeface="Symbol" pitchFamily="2" charset="2"/>
              </a:rPr>
              <a:t></a:t>
            </a:r>
            <a:r>
              <a:rPr lang="it-IT" altLang="it-IT" sz="2100" dirty="0"/>
              <a:t>, </a:t>
            </a:r>
            <a:r>
              <a:rPr lang="it-IT" altLang="it-IT" sz="2100" dirty="0">
                <a:sym typeface="Symbol" pitchFamily="2" charset="2"/>
              </a:rPr>
              <a:t></a:t>
            </a:r>
            <a:r>
              <a:rPr lang="it-IT" altLang="it-IT" sz="2100" dirty="0"/>
              <a:t> ... </a:t>
            </a:r>
            <a:r>
              <a:rPr lang="it-IT" altLang="it-IT" sz="2100" dirty="0" err="1"/>
              <a:t>not</a:t>
            </a:r>
            <a:r>
              <a:rPr lang="it-IT" altLang="it-IT" sz="2100" dirty="0"/>
              <a:t> </a:t>
            </a:r>
            <a:r>
              <a:rPr lang="it-IT" altLang="it-IT" sz="2100" dirty="0" err="1"/>
              <a:t>directly</a:t>
            </a:r>
            <a:r>
              <a:rPr lang="it-IT" altLang="it-IT" sz="2100" dirty="0"/>
              <a:t> </a:t>
            </a:r>
            <a:r>
              <a:rPr lang="it-IT" altLang="it-IT" sz="2100" dirty="0" err="1"/>
              <a:t>expressible</a:t>
            </a:r>
            <a:endParaRPr lang="it-IT" altLang="it-IT" sz="2100" dirty="0"/>
          </a:p>
          <a:p>
            <a:pPr marL="800100" lvl="1" indent="-400050"/>
            <a:r>
              <a:rPr lang="it-IT" altLang="it-IT" sz="1700" dirty="0" err="1"/>
              <a:t>Proposition</a:t>
            </a:r>
            <a:r>
              <a:rPr lang="it-IT" altLang="it-IT" sz="1700" dirty="0"/>
              <a:t> </a:t>
            </a:r>
            <a:r>
              <a:rPr lang="it-IT" altLang="it-IT" sz="1700" dirty="0" err="1"/>
              <a:t>Nodes</a:t>
            </a:r>
            <a:r>
              <a:rPr lang="it-IT" altLang="it-IT" sz="1700" dirty="0"/>
              <a:t> in </a:t>
            </a:r>
            <a:r>
              <a:rPr lang="it-IT" altLang="it-IT" sz="1700" dirty="0" err="1"/>
              <a:t>Sowa</a:t>
            </a:r>
            <a:r>
              <a:rPr lang="it-IT" altLang="it-IT" sz="1700" dirty="0"/>
              <a:t> </a:t>
            </a:r>
            <a:r>
              <a:rPr lang="it-IT" altLang="it-IT" sz="1700" dirty="0" err="1"/>
              <a:t>Conceptual</a:t>
            </a:r>
            <a:r>
              <a:rPr lang="it-IT" altLang="it-IT" sz="1700" dirty="0"/>
              <a:t> </a:t>
            </a:r>
            <a:r>
              <a:rPr lang="it-IT" altLang="it-IT" sz="1700" dirty="0" err="1"/>
              <a:t>Graphs</a:t>
            </a:r>
            <a:r>
              <a:rPr lang="it-IT" altLang="it-IT" sz="1700" dirty="0"/>
              <a:t>
	E.g. "</a:t>
            </a:r>
            <a:r>
              <a:rPr lang="it-IT" altLang="it-IT" sz="1700" dirty="0" err="1"/>
              <a:t>There</a:t>
            </a:r>
            <a:r>
              <a:rPr lang="it-IT" altLang="it-IT" sz="1700" dirty="0"/>
              <a:t> Are No Pink Dogs»</a:t>
            </a:r>
          </a:p>
          <a:p>
            <a:pPr marL="800100" lvl="1" indent="-400050"/>
            <a:r>
              <a:rPr lang="it-IT" altLang="it-IT" sz="1400" dirty="0">
                <a:sym typeface="Symbol" pitchFamily="2" charset="2"/>
              </a:rPr>
              <a:t></a:t>
            </a:r>
            <a:r>
              <a:rPr lang="it-IT" altLang="it-IT" sz="1400" dirty="0"/>
              <a:t>y </a:t>
            </a:r>
            <a:r>
              <a:rPr lang="it-IT" altLang="it-IT" sz="1400" dirty="0">
                <a:sym typeface="Symbol" pitchFamily="2" charset="2"/>
              </a:rPr>
              <a:t></a:t>
            </a:r>
            <a:r>
              <a:rPr lang="it-IT" altLang="it-IT" sz="1400" dirty="0"/>
              <a:t>(dog(x)</a:t>
            </a:r>
            <a:r>
              <a:rPr lang="it-IT" altLang="it-IT" sz="1400" dirty="0">
                <a:sym typeface="Symbol" pitchFamily="2" charset="2"/>
              </a:rPr>
              <a:t></a:t>
            </a:r>
            <a:r>
              <a:rPr lang="it-IT" altLang="it-IT" sz="1400" dirty="0"/>
              <a:t>color(</a:t>
            </a:r>
            <a:r>
              <a:rPr lang="it-IT" altLang="it-IT" sz="1400" dirty="0" err="1"/>
              <a:t>x,y</a:t>
            </a:r>
            <a:r>
              <a:rPr lang="it-IT" altLang="it-IT" sz="1400" dirty="0"/>
              <a:t>)</a:t>
            </a:r>
            <a:r>
              <a:rPr lang="it-IT" altLang="it-IT" sz="1400" dirty="0">
                <a:sym typeface="Symbol" pitchFamily="2" charset="2"/>
              </a:rPr>
              <a:t></a:t>
            </a:r>
            <a:r>
              <a:rPr lang="it-IT" altLang="it-IT" sz="1400" dirty="0" err="1"/>
              <a:t>pink</a:t>
            </a:r>
            <a:r>
              <a:rPr lang="it-IT" altLang="it-IT" sz="1400" dirty="0"/>
              <a:t>(y))</a:t>
            </a:r>
          </a:p>
        </p:txBody>
      </p:sp>
      <p:sp>
        <p:nvSpPr>
          <p:cNvPr id="2" name="Segnaposto data 1">
            <a:extLst>
              <a:ext uri="{FF2B5EF4-FFF2-40B4-BE49-F238E27FC236}">
                <a16:creationId xmlns:a16="http://schemas.microsoft.com/office/drawing/2014/main" id="{35BC45D8-812A-8750-C9D3-2BD75BF27EAF}"/>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591E729B-3B76-348C-9218-72E71617ED67}"/>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E250764A-79B2-7C31-CA13-0C2902CCCD76}"/>
              </a:ext>
            </a:extLst>
          </p:cNvPr>
          <p:cNvSpPr>
            <a:spLocks noGrp="1"/>
          </p:cNvSpPr>
          <p:nvPr>
            <p:ph type="sldNum" sz="quarter" idx="12"/>
          </p:nvPr>
        </p:nvSpPr>
        <p:spPr/>
        <p:txBody>
          <a:bodyPr/>
          <a:lstStyle/>
          <a:p>
            <a:pPr>
              <a:defRPr/>
            </a:pPr>
            <a:fld id="{43CD341D-7438-4FA4-973F-6F9EECBD14B9}" type="slidenum">
              <a:rPr lang="it-IT" altLang="it-IT" smtClean="0"/>
              <a:pPr>
                <a:defRPr/>
              </a:pPr>
              <a:t>24</a:t>
            </a:fld>
            <a:endParaRPr lang="it-IT" altLang="it-IT"/>
          </a:p>
        </p:txBody>
      </p:sp>
      <p:sp>
        <p:nvSpPr>
          <p:cNvPr id="125957" name="Rectangle 5">
            <a:extLst>
              <a:ext uri="{FF2B5EF4-FFF2-40B4-BE49-F238E27FC236}">
                <a16:creationId xmlns:a16="http://schemas.microsoft.com/office/drawing/2014/main" id="{5CDF561E-AAD3-6643-9CA1-3BE149628E56}"/>
              </a:ext>
            </a:extLst>
          </p:cNvPr>
          <p:cNvSpPr>
            <a:spLocks noChangeArrowheads="1"/>
          </p:cNvSpPr>
          <p:nvPr/>
        </p:nvSpPr>
        <p:spPr bwMode="auto">
          <a:xfrm>
            <a:off x="3246835" y="2018110"/>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graphicFrame>
        <p:nvGraphicFramePr>
          <p:cNvPr id="41988" name="Object 4">
            <a:extLst>
              <a:ext uri="{FF2B5EF4-FFF2-40B4-BE49-F238E27FC236}">
                <a16:creationId xmlns:a16="http://schemas.microsoft.com/office/drawing/2014/main" id="{546012ED-2E1F-F04B-826A-0D5C638C4D37}"/>
              </a:ext>
            </a:extLst>
          </p:cNvPr>
          <p:cNvGraphicFramePr>
            <a:graphicFrameLocks noChangeAspect="1"/>
          </p:cNvGraphicFramePr>
          <p:nvPr>
            <p:extLst>
              <p:ext uri="{D42A27DB-BD31-4B8C-83A1-F6EECF244321}">
                <p14:modId xmlns:p14="http://schemas.microsoft.com/office/powerpoint/2010/main" val="2714877573"/>
              </p:ext>
            </p:extLst>
          </p:nvPr>
        </p:nvGraphicFramePr>
        <p:xfrm>
          <a:off x="2886075" y="2868215"/>
          <a:ext cx="3371850" cy="1408510"/>
        </p:xfrm>
        <a:graphic>
          <a:graphicData uri="http://schemas.openxmlformats.org/presentationml/2006/ole">
            <mc:AlternateContent xmlns:mc="http://schemas.openxmlformats.org/markup-compatibility/2006">
              <mc:Choice xmlns:v="urn:schemas-microsoft-com:vml" Requires="v">
                <p:oleObj r:id="rId3" imgW="3530600" imgH="1473200" progId="MSDraw.Drawing.8.2">
                  <p:embed/>
                </p:oleObj>
              </mc:Choice>
              <mc:Fallback>
                <p:oleObj r:id="rId3" imgW="3530600" imgH="1473200" progId="MSDraw.Drawing.8.2">
                  <p:embed/>
                  <p:pic>
                    <p:nvPicPr>
                      <p:cNvPr id="41988" name="Object 4">
                        <a:extLst>
                          <a:ext uri="{FF2B5EF4-FFF2-40B4-BE49-F238E27FC236}">
                            <a16:creationId xmlns:a16="http://schemas.microsoft.com/office/drawing/2014/main" id="{546012ED-2E1F-F04B-826A-0D5C638C4D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6075" y="2868215"/>
                        <a:ext cx="3371850" cy="140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asellaDiTesto 4">
            <a:extLst>
              <a:ext uri="{FF2B5EF4-FFF2-40B4-BE49-F238E27FC236}">
                <a16:creationId xmlns:a16="http://schemas.microsoft.com/office/drawing/2014/main" id="{1009EFA4-E460-B36C-AB12-2A58C8D38FF8}"/>
              </a:ext>
            </a:extLst>
          </p:cNvPr>
          <p:cNvSpPr txBox="1"/>
          <p:nvPr/>
        </p:nvSpPr>
        <p:spPr>
          <a:xfrm>
            <a:off x="3246835" y="3184937"/>
            <a:ext cx="522933" cy="261610"/>
          </a:xfrm>
          <a:prstGeom prst="rect">
            <a:avLst/>
          </a:prstGeom>
          <a:solidFill>
            <a:schemeClr val="bg1"/>
          </a:solidFill>
        </p:spPr>
        <p:txBody>
          <a:bodyPr wrap="square" rtlCol="0">
            <a:spAutoFit/>
          </a:bodyPr>
          <a:lstStyle/>
          <a:p>
            <a:r>
              <a:rPr lang="it-IT" sz="1100" dirty="0"/>
              <a:t>dog</a:t>
            </a:r>
          </a:p>
        </p:txBody>
      </p:sp>
      <p:sp>
        <p:nvSpPr>
          <p:cNvPr id="6" name="CasellaDiTesto 5">
            <a:extLst>
              <a:ext uri="{FF2B5EF4-FFF2-40B4-BE49-F238E27FC236}">
                <a16:creationId xmlns:a16="http://schemas.microsoft.com/office/drawing/2014/main" id="{DB66340B-36A9-D423-F1F5-884B6F9C1BA3}"/>
              </a:ext>
            </a:extLst>
          </p:cNvPr>
          <p:cNvSpPr txBox="1"/>
          <p:nvPr/>
        </p:nvSpPr>
        <p:spPr>
          <a:xfrm>
            <a:off x="5496867" y="3179038"/>
            <a:ext cx="522933" cy="261610"/>
          </a:xfrm>
          <a:prstGeom prst="rect">
            <a:avLst/>
          </a:prstGeom>
          <a:solidFill>
            <a:schemeClr val="bg1"/>
          </a:solidFill>
        </p:spPr>
        <p:txBody>
          <a:bodyPr wrap="square" rtlCol="0">
            <a:spAutoFit/>
          </a:bodyPr>
          <a:lstStyle/>
          <a:p>
            <a:r>
              <a:rPr lang="it-IT" sz="1100" dirty="0" err="1"/>
              <a:t>pink</a:t>
            </a:r>
            <a:endParaRPr lang="it-IT" sz="1100" dirty="0"/>
          </a:p>
        </p:txBody>
      </p:sp>
      <p:sp>
        <p:nvSpPr>
          <p:cNvPr id="8" name="Ovale 7">
            <a:extLst>
              <a:ext uri="{FF2B5EF4-FFF2-40B4-BE49-F238E27FC236}">
                <a16:creationId xmlns:a16="http://schemas.microsoft.com/office/drawing/2014/main" id="{01E387AD-B2A9-B78E-CD21-61A8C297AE7C}"/>
              </a:ext>
            </a:extLst>
          </p:cNvPr>
          <p:cNvSpPr/>
          <p:nvPr/>
        </p:nvSpPr>
        <p:spPr>
          <a:xfrm>
            <a:off x="4195167" y="3130680"/>
            <a:ext cx="876300" cy="354684"/>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400" dirty="0">
                <a:solidFill>
                  <a:schemeClr val="tx1"/>
                </a:solidFill>
              </a:rPr>
              <a:t>color</a:t>
            </a:r>
          </a:p>
        </p:txBody>
      </p:sp>
    </p:spTree>
    <p:extLst>
      <p:ext uri="{BB962C8B-B14F-4D97-AF65-F5344CB8AC3E}">
        <p14:creationId xmlns:p14="http://schemas.microsoft.com/office/powerpoint/2010/main" val="37210387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a:extLst>
              <a:ext uri="{FF2B5EF4-FFF2-40B4-BE49-F238E27FC236}">
                <a16:creationId xmlns:a16="http://schemas.microsoft.com/office/drawing/2014/main" id="{C106621D-BD61-1448-B406-7FB7FD216640}"/>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dirty="0">
                <a:latin typeface="Calibri" panose="020F0502020204030204" pitchFamily="34" charset="0"/>
                <a:cs typeface="Calibri" panose="020F0502020204030204" pitchFamily="34" charset="0"/>
              </a:rPr>
              <a:t>Expressivity of semantic networks</a:t>
            </a:r>
            <a:endParaRPr lang="en-GB" altLang="it-IT" dirty="0">
              <a:latin typeface="Calibri" panose="020F0502020204030204" pitchFamily="34" charset="0"/>
              <a:cs typeface="Calibri" panose="020F0502020204030204" pitchFamily="34" charset="0"/>
            </a:endParaRPr>
          </a:p>
        </p:txBody>
      </p:sp>
      <p:sp>
        <p:nvSpPr>
          <p:cNvPr id="126980" name="Rectangle 4">
            <a:extLst>
              <a:ext uri="{FF2B5EF4-FFF2-40B4-BE49-F238E27FC236}">
                <a16:creationId xmlns:a16="http://schemas.microsoft.com/office/drawing/2014/main" id="{B5ACFCF5-2401-0B46-ACE8-0F5C9BC5F48A}"/>
              </a:ext>
            </a:extLst>
          </p:cNvPr>
          <p:cNvSpPr>
            <a:spLocks noGrp="1" noChangeArrowheads="1"/>
          </p:cNvSpPr>
          <p:nvPr>
            <p:ph type="body" idx="1"/>
          </p:nvPr>
        </p:nvSpPr>
        <p:spPr>
          <a:xfrm>
            <a:off x="1463278" y="985957"/>
            <a:ext cx="6156722" cy="1543050"/>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marL="342900" lvl="1" indent="0">
              <a:lnSpc>
                <a:spcPct val="90000"/>
              </a:lnSpc>
              <a:buNone/>
            </a:pPr>
            <a:r>
              <a:rPr lang="it-IT" altLang="it-IT" sz="1800" dirty="0" err="1">
                <a:latin typeface="Calibri" panose="020F0502020204030204" pitchFamily="34" charset="0"/>
                <a:cs typeface="Calibri" panose="020F0502020204030204" pitchFamily="34" charset="0"/>
              </a:rPr>
              <a:t>Partitioned</a:t>
            </a:r>
            <a:r>
              <a:rPr lang="it-IT" altLang="it-IT" sz="1800" dirty="0">
                <a:latin typeface="Calibri" panose="020F0502020204030204" pitchFamily="34" charset="0"/>
                <a:cs typeface="Calibri" panose="020F0502020204030204" pitchFamily="34" charset="0"/>
              </a:rPr>
              <a:t> networks in K-net [</a:t>
            </a:r>
            <a:r>
              <a:rPr lang="it-IT" altLang="it-IT" sz="1800" dirty="0" err="1">
                <a:latin typeface="Calibri" panose="020F0502020204030204" pitchFamily="34" charset="0"/>
                <a:cs typeface="Calibri" panose="020F0502020204030204" pitchFamily="34" charset="0"/>
              </a:rPr>
              <a:t>Fikes</a:t>
            </a:r>
            <a:r>
              <a:rPr lang="it-IT" altLang="it-IT" sz="1800" dirty="0">
                <a:latin typeface="Calibri" panose="020F0502020204030204" pitchFamily="34" charset="0"/>
                <a:cs typeface="Calibri" panose="020F0502020204030204" pitchFamily="34" charset="0"/>
              </a:rPr>
              <a:t>-Hendrix]</a:t>
            </a:r>
          </a:p>
          <a:p>
            <a:pPr marL="342900" lvl="1" indent="0">
              <a:lnSpc>
                <a:spcPct val="90000"/>
              </a:lnSpc>
              <a:buNone/>
            </a:pPr>
            <a:endParaRPr lang="it-IT" altLang="it-IT" sz="1800" dirty="0">
              <a:latin typeface="Calibri" panose="020F0502020204030204" pitchFamily="34" charset="0"/>
              <a:cs typeface="Calibri" panose="020F0502020204030204" pitchFamily="34" charset="0"/>
            </a:endParaRPr>
          </a:p>
          <a:p>
            <a:pPr marL="342900" lvl="1" indent="0">
              <a:lnSpc>
                <a:spcPct val="90000"/>
              </a:lnSpc>
              <a:buNone/>
            </a:pPr>
            <a:r>
              <a:rPr lang="it-IT" altLang="it-IT" sz="1800" dirty="0">
                <a:latin typeface="Calibri" panose="020F0502020204030204" pitchFamily="34" charset="0"/>
                <a:cs typeface="Calibri" panose="020F0502020204030204" pitchFamily="34" charset="0"/>
              </a:rPr>
              <a:t>"</a:t>
            </a:r>
            <a:r>
              <a:rPr lang="it-IT" altLang="it-IT" sz="1800" dirty="0" err="1">
                <a:latin typeface="Calibri" panose="020F0502020204030204" pitchFamily="34" charset="0"/>
                <a:cs typeface="Calibri" panose="020F0502020204030204" pitchFamily="34" charset="0"/>
              </a:rPr>
              <a:t>All</a:t>
            </a:r>
            <a:r>
              <a:rPr lang="it-IT" altLang="it-IT" sz="1800" dirty="0">
                <a:latin typeface="Calibri" panose="020F0502020204030204" pitchFamily="34" charset="0"/>
                <a:cs typeface="Calibri" panose="020F0502020204030204" pitchFamily="34" charset="0"/>
              </a:rPr>
              <a:t> </a:t>
            </a:r>
            <a:r>
              <a:rPr lang="it-IT" altLang="it-IT" sz="1800" dirty="0" err="1">
                <a:latin typeface="Calibri" panose="020F0502020204030204" pitchFamily="34" charset="0"/>
                <a:cs typeface="Calibri" panose="020F0502020204030204" pitchFamily="34" charset="0"/>
              </a:rPr>
              <a:t>Mustangs</a:t>
            </a:r>
            <a:r>
              <a:rPr lang="it-IT" altLang="it-IT" sz="1800" dirty="0">
                <a:latin typeface="Calibri" panose="020F0502020204030204" pitchFamily="34" charset="0"/>
                <a:cs typeface="Calibri" panose="020F0502020204030204" pitchFamily="34" charset="0"/>
              </a:rPr>
              <a:t> are </a:t>
            </a:r>
            <a:r>
              <a:rPr lang="it-IT" altLang="it-IT" sz="1800" dirty="0" err="1">
                <a:latin typeface="Calibri" panose="020F0502020204030204" pitchFamily="34" charset="0"/>
                <a:cs typeface="Calibri" panose="020F0502020204030204" pitchFamily="34" charset="0"/>
              </a:rPr>
              <a:t>built</a:t>
            </a:r>
            <a:r>
              <a:rPr lang="it-IT" altLang="it-IT" sz="1800" dirty="0">
                <a:latin typeface="Calibri" panose="020F0502020204030204" pitchFamily="34" charset="0"/>
                <a:cs typeface="Calibri" panose="020F0502020204030204" pitchFamily="34" charset="0"/>
              </a:rPr>
              <a:t> by Ford»</a:t>
            </a:r>
          </a:p>
          <a:p>
            <a:pPr lvl="2" indent="-400050">
              <a:lnSpc>
                <a:spcPct val="90000"/>
              </a:lnSpc>
            </a:pPr>
            <a:endParaRPr lang="it-IT" altLang="it-IT" sz="1800" dirty="0">
              <a:latin typeface="Calibri" panose="020F0502020204030204" pitchFamily="34" charset="0"/>
              <a:cs typeface="Calibri" panose="020F0502020204030204" pitchFamily="34" charset="0"/>
            </a:endParaRPr>
          </a:p>
          <a:p>
            <a:pPr lvl="1" indent="-400050">
              <a:lnSpc>
                <a:spcPct val="90000"/>
              </a:lnSpc>
              <a:buNone/>
            </a:pPr>
            <a:r>
              <a:rPr lang="it-IT" altLang="it-IT" sz="1800" dirty="0">
                <a:latin typeface="Calibri" panose="020F0502020204030204" pitchFamily="34" charset="0"/>
                <a:cs typeface="Calibri" panose="020F0502020204030204" pitchFamily="34" charset="0"/>
                <a:sym typeface="Symbol" pitchFamily="2" charset="2"/>
              </a:rPr>
              <a:t></a:t>
            </a:r>
            <a:r>
              <a:rPr lang="en-GB" altLang="it-IT" sz="1800" dirty="0">
                <a:latin typeface="Calibri" panose="020F0502020204030204" pitchFamily="34" charset="0"/>
                <a:cs typeface="Calibri" panose="020F0502020204030204" pitchFamily="34" charset="0"/>
              </a:rPr>
              <a:t>x  x</a:t>
            </a:r>
            <a:r>
              <a:rPr lang="it-IT" altLang="it-IT" sz="1800" dirty="0">
                <a:latin typeface="Calibri" panose="020F0502020204030204" pitchFamily="34" charset="0"/>
                <a:cs typeface="Calibri" panose="020F0502020204030204" pitchFamily="34" charset="0"/>
                <a:sym typeface="Symbol" pitchFamily="2" charset="2"/>
              </a:rPr>
              <a:t></a:t>
            </a:r>
            <a:r>
              <a:rPr lang="en-GB" altLang="it-IT" sz="1800" dirty="0">
                <a:latin typeface="Calibri" panose="020F0502020204030204" pitchFamily="34" charset="0"/>
                <a:cs typeface="Calibri" panose="020F0502020204030204" pitchFamily="34" charset="0"/>
              </a:rPr>
              <a:t>Mustangs </a:t>
            </a:r>
            <a:r>
              <a:rPr lang="it-IT" altLang="it-IT" sz="1800" dirty="0">
                <a:latin typeface="Calibri" panose="020F0502020204030204" pitchFamily="34" charset="0"/>
                <a:cs typeface="Calibri" panose="020F0502020204030204" pitchFamily="34" charset="0"/>
                <a:sym typeface="Symbol" pitchFamily="2" charset="2"/>
              </a:rPr>
              <a:t></a:t>
            </a:r>
            <a:endParaRPr lang="it-IT" altLang="it-IT" sz="1800" dirty="0">
              <a:latin typeface="Calibri" panose="020F0502020204030204" pitchFamily="34" charset="0"/>
              <a:cs typeface="Calibri" panose="020F0502020204030204" pitchFamily="34" charset="0"/>
            </a:endParaRPr>
          </a:p>
          <a:p>
            <a:pPr lvl="1" indent="-400050">
              <a:lnSpc>
                <a:spcPct val="90000"/>
              </a:lnSpc>
              <a:buNone/>
            </a:pPr>
            <a:r>
              <a:rPr lang="it-IT" altLang="it-IT" sz="1800" dirty="0">
                <a:latin typeface="Calibri" panose="020F0502020204030204" pitchFamily="34" charset="0"/>
                <a:cs typeface="Calibri" panose="020F0502020204030204" pitchFamily="34" charset="0"/>
                <a:sym typeface="Symbol" pitchFamily="2" charset="2"/>
              </a:rPr>
              <a:t></a:t>
            </a:r>
            <a:r>
              <a:rPr lang="it-IT" altLang="it-IT" sz="1800" dirty="0">
                <a:latin typeface="Calibri" panose="020F0502020204030204" pitchFamily="34" charset="0"/>
                <a:cs typeface="Calibri" panose="020F0502020204030204" pitchFamily="34" charset="0"/>
              </a:rPr>
              <a:t>y </a:t>
            </a:r>
            <a:r>
              <a:rPr lang="it-IT" altLang="it-IT" sz="1800" dirty="0" err="1">
                <a:latin typeface="Calibri" panose="020F0502020204030204" pitchFamily="34" charset="0"/>
                <a:cs typeface="Calibri" panose="020F0502020204030204" pitchFamily="34" charset="0"/>
              </a:rPr>
              <a:t>y</a:t>
            </a:r>
            <a:r>
              <a:rPr lang="it-IT" altLang="it-IT" sz="1800" dirty="0" err="1">
                <a:latin typeface="Calibri" panose="020F0502020204030204" pitchFamily="34" charset="0"/>
                <a:cs typeface="Calibri" panose="020F0502020204030204" pitchFamily="34" charset="0"/>
                <a:sym typeface="Symbol" pitchFamily="2" charset="2"/>
              </a:rPr>
              <a:t>Construction</a:t>
            </a:r>
            <a:r>
              <a:rPr lang="it-IT" altLang="it-IT" sz="1800" dirty="0">
                <a:latin typeface="Calibri" panose="020F0502020204030204" pitchFamily="34" charset="0"/>
                <a:cs typeface="Calibri" panose="020F0502020204030204" pitchFamily="34" charset="0"/>
              </a:rPr>
              <a:t> </a:t>
            </a:r>
            <a:r>
              <a:rPr lang="it-IT" altLang="it-IT" sz="1800" dirty="0">
                <a:latin typeface="Calibri" panose="020F0502020204030204" pitchFamily="34" charset="0"/>
                <a:cs typeface="Calibri" panose="020F0502020204030204" pitchFamily="34" charset="0"/>
                <a:sym typeface="Symbol" pitchFamily="2" charset="2"/>
              </a:rPr>
              <a:t></a:t>
            </a:r>
            <a:r>
              <a:rPr lang="it-IT" altLang="it-IT" sz="1800" dirty="0">
                <a:latin typeface="Calibri" panose="020F0502020204030204" pitchFamily="34" charset="0"/>
                <a:cs typeface="Calibri" panose="020F0502020204030204" pitchFamily="34" charset="0"/>
              </a:rPr>
              <a:t> Object(y, x) </a:t>
            </a:r>
            <a:r>
              <a:rPr lang="it-IT" altLang="it-IT" sz="1800" dirty="0">
                <a:latin typeface="Calibri" panose="020F0502020204030204" pitchFamily="34" charset="0"/>
                <a:cs typeface="Calibri" panose="020F0502020204030204" pitchFamily="34" charset="0"/>
                <a:sym typeface="Symbol" pitchFamily="2" charset="2"/>
              </a:rPr>
              <a:t></a:t>
            </a:r>
            <a:r>
              <a:rPr lang="it-IT" altLang="it-IT" sz="1800" dirty="0">
                <a:latin typeface="Calibri" panose="020F0502020204030204" pitchFamily="34" charset="0"/>
                <a:cs typeface="Calibri" panose="020F0502020204030204" pitchFamily="34" charset="0"/>
              </a:rPr>
              <a:t> Agent(y, Ford)</a:t>
            </a:r>
          </a:p>
          <a:p>
            <a:pPr lvl="2" indent="-400050">
              <a:lnSpc>
                <a:spcPct val="90000"/>
              </a:lnSpc>
            </a:pPr>
            <a:endParaRPr lang="en-GB" altLang="it-IT" sz="1100" dirty="0">
              <a:latin typeface="Calibri" panose="020F0502020204030204" pitchFamily="34" charset="0"/>
              <a:cs typeface="Calibri" panose="020F0502020204030204" pitchFamily="34" charset="0"/>
            </a:endParaRPr>
          </a:p>
        </p:txBody>
      </p:sp>
      <p:sp>
        <p:nvSpPr>
          <p:cNvPr id="126981" name="Rectangle 5">
            <a:extLst>
              <a:ext uri="{FF2B5EF4-FFF2-40B4-BE49-F238E27FC236}">
                <a16:creationId xmlns:a16="http://schemas.microsoft.com/office/drawing/2014/main" id="{FA4AD7B4-046C-1440-8B2B-33E8DEEC6D77}"/>
              </a:ext>
            </a:extLst>
          </p:cNvPr>
          <p:cNvSpPr>
            <a:spLocks noChangeArrowheads="1"/>
          </p:cNvSpPr>
          <p:nvPr/>
        </p:nvSpPr>
        <p:spPr bwMode="auto">
          <a:xfrm>
            <a:off x="3246835" y="2018110"/>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126984" name="Rectangle 8">
            <a:extLst>
              <a:ext uri="{FF2B5EF4-FFF2-40B4-BE49-F238E27FC236}">
                <a16:creationId xmlns:a16="http://schemas.microsoft.com/office/drawing/2014/main" id="{6A7A2215-6A6E-334C-9A09-8F557A157F60}"/>
              </a:ext>
            </a:extLst>
          </p:cNvPr>
          <p:cNvSpPr>
            <a:spLocks noChangeArrowheads="1"/>
          </p:cNvSpPr>
          <p:nvPr/>
        </p:nvSpPr>
        <p:spPr bwMode="auto">
          <a:xfrm>
            <a:off x="2868216" y="1843088"/>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graphicFrame>
        <p:nvGraphicFramePr>
          <p:cNvPr id="44037" name="Object 7">
            <a:extLst>
              <a:ext uri="{FF2B5EF4-FFF2-40B4-BE49-F238E27FC236}">
                <a16:creationId xmlns:a16="http://schemas.microsoft.com/office/drawing/2014/main" id="{F64A1A5E-928B-134C-8BA6-8031907E2596}"/>
              </a:ext>
            </a:extLst>
          </p:cNvPr>
          <p:cNvGraphicFramePr>
            <a:graphicFrameLocks noChangeAspect="1"/>
          </p:cNvGraphicFramePr>
          <p:nvPr>
            <p:extLst>
              <p:ext uri="{D42A27DB-BD31-4B8C-83A1-F6EECF244321}">
                <p14:modId xmlns:p14="http://schemas.microsoft.com/office/powerpoint/2010/main" val="265167780"/>
              </p:ext>
            </p:extLst>
          </p:nvPr>
        </p:nvGraphicFramePr>
        <p:xfrm>
          <a:off x="2244725" y="2845594"/>
          <a:ext cx="4572000" cy="1955006"/>
        </p:xfrm>
        <a:graphic>
          <a:graphicData uri="http://schemas.openxmlformats.org/presentationml/2006/ole">
            <mc:AlternateContent xmlns:mc="http://schemas.openxmlformats.org/markup-compatibility/2006">
              <mc:Choice xmlns:v="urn:schemas-microsoft-com:vml" Requires="v">
                <p:oleObj r:id="rId3" imgW="4546600" imgH="1943100" progId="MSDraw.Drawing.8.2">
                  <p:embed/>
                </p:oleObj>
              </mc:Choice>
              <mc:Fallback>
                <p:oleObj r:id="rId3" imgW="4546600" imgH="1943100" progId="MSDraw.Drawing.8.2">
                  <p:embed/>
                  <p:pic>
                    <p:nvPicPr>
                      <p:cNvPr id="44037" name="Object 7">
                        <a:extLst>
                          <a:ext uri="{FF2B5EF4-FFF2-40B4-BE49-F238E27FC236}">
                            <a16:creationId xmlns:a16="http://schemas.microsoft.com/office/drawing/2014/main" id="{F64A1A5E-928B-134C-8BA6-8031907E25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4725" y="2845594"/>
                        <a:ext cx="4572000" cy="1955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Segnaposto data 1">
            <a:extLst>
              <a:ext uri="{FF2B5EF4-FFF2-40B4-BE49-F238E27FC236}">
                <a16:creationId xmlns:a16="http://schemas.microsoft.com/office/drawing/2014/main" id="{7ED16495-5AD8-E868-A719-DA677F921835}"/>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6B2E79BB-FC3E-8196-092A-FEC397224D03}"/>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595CD955-8E5E-E899-9778-76301775A5B9}"/>
              </a:ext>
            </a:extLst>
          </p:cNvPr>
          <p:cNvSpPr>
            <a:spLocks noGrp="1"/>
          </p:cNvSpPr>
          <p:nvPr>
            <p:ph type="sldNum" sz="quarter" idx="12"/>
          </p:nvPr>
        </p:nvSpPr>
        <p:spPr/>
        <p:txBody>
          <a:bodyPr/>
          <a:lstStyle/>
          <a:p>
            <a:pPr>
              <a:defRPr/>
            </a:pPr>
            <a:fld id="{43CD341D-7438-4FA4-973F-6F9EECBD14B9}" type="slidenum">
              <a:rPr lang="it-IT" altLang="it-IT" smtClean="0"/>
              <a:pPr>
                <a:defRPr/>
              </a:pPr>
              <a:t>25</a:t>
            </a:fld>
            <a:endParaRPr lang="it-IT" altLang="it-IT"/>
          </a:p>
        </p:txBody>
      </p:sp>
      <p:sp>
        <p:nvSpPr>
          <p:cNvPr id="5" name="Ovale 4">
            <a:extLst>
              <a:ext uri="{FF2B5EF4-FFF2-40B4-BE49-F238E27FC236}">
                <a16:creationId xmlns:a16="http://schemas.microsoft.com/office/drawing/2014/main" id="{9CD0739F-7266-CCD4-058A-6537FA59F573}"/>
              </a:ext>
            </a:extLst>
          </p:cNvPr>
          <p:cNvSpPr/>
          <p:nvPr/>
        </p:nvSpPr>
        <p:spPr>
          <a:xfrm>
            <a:off x="2782765" y="3313199"/>
            <a:ext cx="1121019" cy="457200"/>
          </a:xfrm>
          <a:prstGeom prst="ellipse">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900" dirty="0" err="1">
                <a:solidFill>
                  <a:schemeClr val="tx1"/>
                </a:solidFill>
              </a:rPr>
              <a:t>construction</a:t>
            </a:r>
            <a:endParaRPr lang="it-IT" sz="900" dirty="0">
              <a:solidFill>
                <a:schemeClr val="tx1"/>
              </a:solidFill>
            </a:endParaRPr>
          </a:p>
        </p:txBody>
      </p:sp>
      <p:sp>
        <p:nvSpPr>
          <p:cNvPr id="8" name="Ovale 7">
            <a:extLst>
              <a:ext uri="{FF2B5EF4-FFF2-40B4-BE49-F238E27FC236}">
                <a16:creationId xmlns:a16="http://schemas.microsoft.com/office/drawing/2014/main" id="{E51CBF17-D93E-0A51-9EC4-F29C8866843B}"/>
              </a:ext>
            </a:extLst>
          </p:cNvPr>
          <p:cNvSpPr/>
          <p:nvPr/>
        </p:nvSpPr>
        <p:spPr>
          <a:xfrm>
            <a:off x="4221773" y="2840951"/>
            <a:ext cx="1121019" cy="457200"/>
          </a:xfrm>
          <a:prstGeom prst="ellipse">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900" dirty="0" err="1">
                <a:solidFill>
                  <a:schemeClr val="tx1"/>
                </a:solidFill>
              </a:rPr>
              <a:t>implies</a:t>
            </a:r>
            <a:endParaRPr lang="it-IT" sz="900" dirty="0">
              <a:solidFill>
                <a:schemeClr val="tx1"/>
              </a:solidFill>
            </a:endParaRPr>
          </a:p>
        </p:txBody>
      </p:sp>
      <p:sp>
        <p:nvSpPr>
          <p:cNvPr id="10" name="CasellaDiTesto 9">
            <a:extLst>
              <a:ext uri="{FF2B5EF4-FFF2-40B4-BE49-F238E27FC236}">
                <a16:creationId xmlns:a16="http://schemas.microsoft.com/office/drawing/2014/main" id="{27D777E0-3B4C-5EB0-EEE9-EE7E47090CA9}"/>
              </a:ext>
            </a:extLst>
          </p:cNvPr>
          <p:cNvSpPr txBox="1"/>
          <p:nvPr/>
        </p:nvSpPr>
        <p:spPr>
          <a:xfrm>
            <a:off x="3185291" y="3823097"/>
            <a:ext cx="415498" cy="261610"/>
          </a:xfrm>
          <a:prstGeom prst="rect">
            <a:avLst/>
          </a:prstGeom>
          <a:solidFill>
            <a:schemeClr val="bg1"/>
          </a:solidFill>
        </p:spPr>
        <p:txBody>
          <a:bodyPr wrap="none" rtlCol="0">
            <a:spAutoFit/>
          </a:bodyPr>
          <a:lstStyle/>
          <a:p>
            <a:r>
              <a:rPr lang="it-IT" sz="1050" dirty="0"/>
              <a:t>and</a:t>
            </a:r>
          </a:p>
        </p:txBody>
      </p:sp>
      <p:sp>
        <p:nvSpPr>
          <p:cNvPr id="11" name="CasellaDiTesto 10">
            <a:extLst>
              <a:ext uri="{FF2B5EF4-FFF2-40B4-BE49-F238E27FC236}">
                <a16:creationId xmlns:a16="http://schemas.microsoft.com/office/drawing/2014/main" id="{A0A7764C-5137-A9FA-B713-1BC603BAF3C0}"/>
              </a:ext>
            </a:extLst>
          </p:cNvPr>
          <p:cNvSpPr txBox="1"/>
          <p:nvPr/>
        </p:nvSpPr>
        <p:spPr>
          <a:xfrm>
            <a:off x="7263516" y="2571750"/>
            <a:ext cx="139608" cy="171726"/>
          </a:xfrm>
          <a:prstGeom prst="rect">
            <a:avLst/>
          </a:prstGeom>
          <a:solidFill>
            <a:schemeClr val="bg1"/>
          </a:solidFill>
        </p:spPr>
        <p:txBody>
          <a:bodyPr wrap="square" rtlCol="0">
            <a:spAutoFit/>
          </a:bodyPr>
          <a:lstStyle/>
          <a:p>
            <a:endParaRPr lang="it-IT" sz="1050" dirty="0"/>
          </a:p>
        </p:txBody>
      </p:sp>
      <p:sp>
        <p:nvSpPr>
          <p:cNvPr id="12" name="Rettangolo 11">
            <a:extLst>
              <a:ext uri="{FF2B5EF4-FFF2-40B4-BE49-F238E27FC236}">
                <a16:creationId xmlns:a16="http://schemas.microsoft.com/office/drawing/2014/main" id="{0280C41C-EF39-F317-0B84-5E8881C991BB}"/>
              </a:ext>
            </a:extLst>
          </p:cNvPr>
          <p:cNvSpPr/>
          <p:nvPr/>
        </p:nvSpPr>
        <p:spPr>
          <a:xfrm>
            <a:off x="3664927" y="4356099"/>
            <a:ext cx="59348" cy="882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3" name="Rettangolo 12">
            <a:extLst>
              <a:ext uri="{FF2B5EF4-FFF2-40B4-BE49-F238E27FC236}">
                <a16:creationId xmlns:a16="http://schemas.microsoft.com/office/drawing/2014/main" id="{979FDE46-3CCB-47A3-0B21-B92F44E9BFB8}"/>
              </a:ext>
            </a:extLst>
          </p:cNvPr>
          <p:cNvSpPr/>
          <p:nvPr/>
        </p:nvSpPr>
        <p:spPr>
          <a:xfrm>
            <a:off x="4837447" y="3355787"/>
            <a:ext cx="402771" cy="12446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000" dirty="0">
                <a:solidFill>
                  <a:schemeClr val="tx1"/>
                </a:solidFill>
              </a:rPr>
              <a:t>and</a:t>
            </a:r>
          </a:p>
        </p:txBody>
      </p:sp>
      <p:sp>
        <p:nvSpPr>
          <p:cNvPr id="14" name="Rettangolo 13">
            <a:extLst>
              <a:ext uri="{FF2B5EF4-FFF2-40B4-BE49-F238E27FC236}">
                <a16:creationId xmlns:a16="http://schemas.microsoft.com/office/drawing/2014/main" id="{462A9AB7-8591-36C9-4D86-125BB22DEAC5}"/>
              </a:ext>
            </a:extLst>
          </p:cNvPr>
          <p:cNvSpPr/>
          <p:nvPr/>
        </p:nvSpPr>
        <p:spPr>
          <a:xfrm>
            <a:off x="3831818" y="3864321"/>
            <a:ext cx="469339" cy="14650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000" dirty="0">
                <a:solidFill>
                  <a:schemeClr val="tx1"/>
                </a:solidFill>
              </a:rPr>
              <a:t>cons</a:t>
            </a:r>
          </a:p>
        </p:txBody>
      </p:sp>
      <p:sp>
        <p:nvSpPr>
          <p:cNvPr id="15" name="Rettangolo 14">
            <a:extLst>
              <a:ext uri="{FF2B5EF4-FFF2-40B4-BE49-F238E27FC236}">
                <a16:creationId xmlns:a16="http://schemas.microsoft.com/office/drawing/2014/main" id="{94D59708-DE02-A4BE-1C11-A630ECFAFDD3}"/>
              </a:ext>
            </a:extLst>
          </p:cNvPr>
          <p:cNvSpPr/>
          <p:nvPr/>
        </p:nvSpPr>
        <p:spPr>
          <a:xfrm>
            <a:off x="5303128" y="3802088"/>
            <a:ext cx="474782" cy="12446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000" dirty="0">
                <a:solidFill>
                  <a:schemeClr val="tx1"/>
                </a:solidFill>
              </a:rPr>
              <a:t>ante</a:t>
            </a:r>
          </a:p>
        </p:txBody>
      </p:sp>
      <p:sp>
        <p:nvSpPr>
          <p:cNvPr id="16" name="Rettangolo 15">
            <a:extLst>
              <a:ext uri="{FF2B5EF4-FFF2-40B4-BE49-F238E27FC236}">
                <a16:creationId xmlns:a16="http://schemas.microsoft.com/office/drawing/2014/main" id="{1FFD201D-DBA7-6011-7C0C-FB0FDC4175E7}"/>
              </a:ext>
            </a:extLst>
          </p:cNvPr>
          <p:cNvSpPr/>
          <p:nvPr/>
        </p:nvSpPr>
        <p:spPr>
          <a:xfrm>
            <a:off x="5777910" y="4144365"/>
            <a:ext cx="402771" cy="12446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000" dirty="0">
                <a:solidFill>
                  <a:schemeClr val="tx1"/>
                </a:solidFill>
              </a:rPr>
              <a:t>and</a:t>
            </a:r>
          </a:p>
        </p:txBody>
      </p:sp>
    </p:spTree>
    <p:extLst>
      <p:ext uri="{BB962C8B-B14F-4D97-AF65-F5344CB8AC3E}">
        <p14:creationId xmlns:p14="http://schemas.microsoft.com/office/powerpoint/2010/main" val="2360050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9B9D4EED-2A07-0649-8ACD-BB3A384F3C1E}"/>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sz="3000" dirty="0">
                <a:latin typeface="Calibri" panose="020F0502020204030204" pitchFamily="34" charset="0"/>
                <a:cs typeface="Calibri" panose="020F0502020204030204" pitchFamily="34" charset="0"/>
              </a:rPr>
              <a:t>Lack of "semantics" in sematic networks</a:t>
            </a:r>
            <a:endParaRPr lang="en-GB" altLang="it-IT" sz="3000" dirty="0">
              <a:latin typeface="Calibri" panose="020F0502020204030204" pitchFamily="34" charset="0"/>
              <a:cs typeface="Calibri" panose="020F0502020204030204" pitchFamily="34" charset="0"/>
            </a:endParaRPr>
          </a:p>
        </p:txBody>
      </p:sp>
      <p:sp>
        <p:nvSpPr>
          <p:cNvPr id="119811" name="Rectangle 3">
            <a:extLst>
              <a:ext uri="{FF2B5EF4-FFF2-40B4-BE49-F238E27FC236}">
                <a16:creationId xmlns:a16="http://schemas.microsoft.com/office/drawing/2014/main" id="{BF9DBEF7-39BF-6442-9D28-B48C314B86F5}"/>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marL="457200" indent="-457200">
              <a:lnSpc>
                <a:spcPct val="90000"/>
              </a:lnSpc>
            </a:pPr>
            <a:r>
              <a:rPr lang="it-IT" altLang="it-IT" sz="2100" dirty="0">
                <a:latin typeface="Calibri" panose="020F0502020204030204" pitchFamily="34" charset="0"/>
                <a:cs typeface="Calibri" panose="020F0502020204030204" pitchFamily="34" charset="0"/>
              </a:rPr>
              <a:t>Woods [1975] and </a:t>
            </a:r>
            <a:r>
              <a:rPr lang="it-IT" altLang="it-IT" sz="2100" dirty="0" err="1">
                <a:latin typeface="Calibri" panose="020F0502020204030204" pitchFamily="34" charset="0"/>
                <a:cs typeface="Calibri" panose="020F0502020204030204" pitchFamily="34" charset="0"/>
              </a:rPr>
              <a:t>others</a:t>
            </a:r>
            <a:r>
              <a:rPr lang="it-IT" altLang="it-IT" sz="2100" dirty="0">
                <a:latin typeface="Calibri" panose="020F0502020204030204" pitchFamily="34" charset="0"/>
                <a:cs typeface="Calibri" panose="020F0502020204030204" pitchFamily="34" charset="0"/>
              </a:rPr>
              <a:t> point out </a:t>
            </a:r>
            <a:r>
              <a:rPr lang="it-IT" altLang="it-IT" sz="2100" dirty="0" err="1">
                <a:latin typeface="Calibri" panose="020F0502020204030204" pitchFamily="34" charset="0"/>
                <a:cs typeface="Calibri" panose="020F0502020204030204" pitchFamily="34" charset="0"/>
              </a:rPr>
              <a:t>ambiguities</a:t>
            </a:r>
            <a:r>
              <a:rPr lang="it-IT" altLang="it-IT" sz="2100" dirty="0">
                <a:latin typeface="Calibri" panose="020F0502020204030204" pitchFamily="34" charset="0"/>
                <a:cs typeface="Calibri" panose="020F0502020204030204" pitchFamily="34" charset="0"/>
              </a:rPr>
              <a:t> and </a:t>
            </a:r>
            <a:r>
              <a:rPr lang="it-IT" altLang="it-IT" sz="2100" dirty="0" err="1">
                <a:latin typeface="Calibri" panose="020F0502020204030204" pitchFamily="34" charset="0"/>
                <a:cs typeface="Calibri" panose="020F0502020204030204" pitchFamily="34" charset="0"/>
              </a:rPr>
              <a:t>inconsistencies</a:t>
            </a:r>
            <a:r>
              <a:rPr lang="it-IT" altLang="it-IT" sz="2100" dirty="0">
                <a:latin typeface="Calibri" panose="020F0502020204030204" pitchFamily="34" charset="0"/>
                <a:cs typeface="Calibri" panose="020F0502020204030204" pitchFamily="34" charset="0"/>
              </a:rPr>
              <a:t> in the use of </a:t>
            </a:r>
            <a:r>
              <a:rPr lang="it-IT" altLang="it-IT" sz="2100" dirty="0" err="1">
                <a:latin typeface="Calibri" panose="020F0502020204030204" pitchFamily="34" charset="0"/>
                <a:cs typeface="Calibri" panose="020F0502020204030204" pitchFamily="34" charset="0"/>
              </a:rPr>
              <a:t>knots</a:t>
            </a:r>
            <a:r>
              <a:rPr lang="it-IT" altLang="it-IT" sz="2100" dirty="0">
                <a:latin typeface="Calibri" panose="020F0502020204030204" pitchFamily="34" charset="0"/>
                <a:cs typeface="Calibri" panose="020F0502020204030204" pitchFamily="34" charset="0"/>
              </a:rPr>
              <a:t> and </a:t>
            </a:r>
            <a:r>
              <a:rPr lang="it-IT" altLang="it-IT" sz="2100" dirty="0" err="1">
                <a:latin typeface="Calibri" panose="020F0502020204030204" pitchFamily="34" charset="0"/>
                <a:cs typeface="Calibri" panose="020F0502020204030204" pitchFamily="34" charset="0"/>
              </a:rPr>
              <a:t>arcs</a:t>
            </a:r>
            <a:r>
              <a:rPr lang="it-IT" altLang="it-IT" sz="2100" dirty="0">
                <a:latin typeface="Calibri" panose="020F0502020204030204" pitchFamily="34" charset="0"/>
                <a:cs typeface="Calibri" panose="020F0502020204030204" pitchFamily="34" charset="0"/>
              </a:rPr>
              <a:t>, ... i.e. the </a:t>
            </a:r>
            <a:r>
              <a:rPr lang="it-IT" altLang="it-IT" sz="2100" dirty="0" err="1">
                <a:latin typeface="Calibri" panose="020F0502020204030204" pitchFamily="34" charset="0"/>
                <a:cs typeface="Calibri" panose="020F0502020204030204" pitchFamily="34" charset="0"/>
              </a:rPr>
              <a:t>lack</a:t>
            </a:r>
            <a:r>
              <a:rPr lang="it-IT" altLang="it-IT" sz="2100" dirty="0">
                <a:latin typeface="Calibri" panose="020F0502020204030204" pitchFamily="34" charset="0"/>
                <a:cs typeface="Calibri" panose="020F0502020204030204" pitchFamily="34" charset="0"/>
              </a:rPr>
              <a:t> of "</a:t>
            </a:r>
            <a:r>
              <a:rPr lang="it-IT" altLang="it-IT" sz="2100" dirty="0" err="1">
                <a:latin typeface="Calibri" panose="020F0502020204030204" pitchFamily="34" charset="0"/>
                <a:cs typeface="Calibri" panose="020F0502020204030204" pitchFamily="34" charset="0"/>
              </a:rPr>
              <a:t>semantics</a:t>
            </a:r>
            <a:r>
              <a:rPr lang="it-IT" altLang="it-IT" sz="2100" dirty="0">
                <a:latin typeface="Calibri" panose="020F0502020204030204" pitchFamily="34" charset="0"/>
                <a:cs typeface="Calibri" panose="020F0502020204030204" pitchFamily="34" charset="0"/>
              </a:rPr>
              <a:t>" of semantic networks
</a:t>
            </a:r>
            <a:r>
              <a:rPr lang="it-IT" altLang="it-IT" sz="2100" dirty="0" err="1">
                <a:latin typeface="Calibri" panose="020F0502020204030204" pitchFamily="34" charset="0"/>
                <a:cs typeface="Calibri" panose="020F0502020204030204" pitchFamily="34" charset="0"/>
              </a:rPr>
              <a:t>Semantics</a:t>
            </a:r>
            <a:r>
              <a:rPr lang="it-IT" altLang="it-IT" sz="2100" dirty="0">
                <a:latin typeface="Calibri" panose="020F0502020204030204" pitchFamily="34" charset="0"/>
                <a:cs typeface="Calibri" panose="020F0502020204030204" pitchFamily="34" charset="0"/>
              </a:rPr>
              <a:t> are </a:t>
            </a:r>
            <a:r>
              <a:rPr lang="it-IT" altLang="it-IT" sz="2100" dirty="0" err="1">
                <a:latin typeface="Calibri" panose="020F0502020204030204" pitchFamily="34" charset="0"/>
                <a:cs typeface="Calibri" panose="020F0502020204030204" pitchFamily="34" charset="0"/>
              </a:rPr>
              <a:t>sometimes</a:t>
            </a:r>
            <a:r>
              <a:rPr lang="it-IT" altLang="it-IT" sz="2100" dirty="0">
                <a:latin typeface="Calibri" panose="020F0502020204030204" pitchFamily="34" charset="0"/>
                <a:cs typeface="Calibri" panose="020F0502020204030204" pitchFamily="34" charset="0"/>
              </a:rPr>
              <a:t> </a:t>
            </a:r>
            <a:r>
              <a:rPr lang="it-IT" altLang="it-IT" sz="2100" dirty="0" err="1">
                <a:latin typeface="Calibri" panose="020F0502020204030204" pitchFamily="34" charset="0"/>
                <a:cs typeface="Calibri" panose="020F0502020204030204" pitchFamily="34" charset="0"/>
              </a:rPr>
              <a:t>unclear</a:t>
            </a:r>
            <a:r>
              <a:rPr lang="it-IT" altLang="it-IT" sz="2100" dirty="0">
                <a:latin typeface="Calibri" panose="020F0502020204030204" pitchFamily="34" charset="0"/>
                <a:cs typeface="Calibri" panose="020F0502020204030204" pitchFamily="34" charset="0"/>
              </a:rPr>
              <a:t> or can </a:t>
            </a:r>
            <a:r>
              <a:rPr lang="it-IT" altLang="it-IT" sz="2100" dirty="0" err="1">
                <a:latin typeface="Calibri" panose="020F0502020204030204" pitchFamily="34" charset="0"/>
                <a:cs typeface="Calibri" panose="020F0502020204030204" pitchFamily="34" charset="0"/>
              </a:rPr>
              <a:t>only</a:t>
            </a:r>
            <a:r>
              <a:rPr lang="it-IT" altLang="it-IT" sz="2100" dirty="0">
                <a:latin typeface="Calibri" panose="020F0502020204030204" pitchFamily="34" charset="0"/>
                <a:cs typeface="Calibri" panose="020F0502020204030204" pitchFamily="34" charset="0"/>
              </a:rPr>
              <a:t> be </a:t>
            </a:r>
            <a:r>
              <a:rPr lang="it-IT" altLang="it-IT" sz="2100" dirty="0" err="1">
                <a:latin typeface="Calibri" panose="020F0502020204030204" pitchFamily="34" charset="0"/>
                <a:cs typeface="Calibri" panose="020F0502020204030204" pitchFamily="34" charset="0"/>
              </a:rPr>
              <a:t>derived</a:t>
            </a:r>
            <a:r>
              <a:rPr lang="it-IT" altLang="it-IT" sz="2100" dirty="0">
                <a:latin typeface="Calibri" panose="020F0502020204030204" pitchFamily="34" charset="0"/>
                <a:cs typeface="Calibri" panose="020F0502020204030204" pitchFamily="34" charset="0"/>
              </a:rPr>
              <a:t> from </a:t>
            </a:r>
            <a:r>
              <a:rPr lang="it-IT" altLang="it-IT" sz="2100" dirty="0" err="1">
                <a:latin typeface="Calibri" panose="020F0502020204030204" pitchFamily="34" charset="0"/>
                <a:cs typeface="Calibri" panose="020F0502020204030204" pitchFamily="34" charset="0"/>
              </a:rPr>
              <a:t>programs</a:t>
            </a:r>
            <a:r>
              <a:rPr lang="it-IT" altLang="it-IT" sz="2100" dirty="0">
                <a:latin typeface="Calibri" panose="020F0502020204030204" pitchFamily="34" charset="0"/>
                <a:cs typeface="Calibri" panose="020F0502020204030204" pitchFamily="34" charset="0"/>
              </a:rPr>
              <a:t> </a:t>
            </a:r>
            <a:r>
              <a:rPr lang="it-IT" altLang="it-IT" sz="2100" dirty="0" err="1">
                <a:latin typeface="Calibri" panose="020F0502020204030204" pitchFamily="34" charset="0"/>
                <a:cs typeface="Calibri" panose="020F0502020204030204" pitchFamily="34" charset="0"/>
              </a:rPr>
              <a:t>that</a:t>
            </a:r>
            <a:r>
              <a:rPr lang="it-IT" altLang="it-IT" sz="2100" dirty="0">
                <a:latin typeface="Calibri" panose="020F0502020204030204" pitchFamily="34" charset="0"/>
                <a:cs typeface="Calibri" panose="020F0502020204030204" pitchFamily="34" charset="0"/>
              </a:rPr>
              <a:t> use networks
</a:t>
            </a:r>
            <a:r>
              <a:rPr lang="it-IT" altLang="it-IT" sz="2100" dirty="0" err="1">
                <a:latin typeface="Calibri" panose="020F0502020204030204" pitchFamily="34" charset="0"/>
                <a:cs typeface="Calibri" panose="020F0502020204030204" pitchFamily="34" charset="0"/>
              </a:rPr>
              <a:t>Examples</a:t>
            </a:r>
            <a:r>
              <a:rPr lang="it-IT" altLang="it-IT" sz="2100" dirty="0">
                <a:latin typeface="Calibri" panose="020F0502020204030204" pitchFamily="34" charset="0"/>
                <a:cs typeface="Calibri" panose="020F0502020204030204" pitchFamily="34" charset="0"/>
              </a:rPr>
              <a:t> of </a:t>
            </a:r>
            <a:r>
              <a:rPr lang="it-IT" altLang="it-IT" sz="2100" dirty="0" err="1">
                <a:latin typeface="Calibri" panose="020F0502020204030204" pitchFamily="34" charset="0"/>
                <a:cs typeface="Calibri" panose="020F0502020204030204" pitchFamily="34" charset="0"/>
              </a:rPr>
              <a:t>confusion</a:t>
            </a:r>
            <a:endParaRPr lang="it-IT" altLang="it-IT" sz="2100" dirty="0">
              <a:latin typeface="Calibri" panose="020F0502020204030204" pitchFamily="34" charset="0"/>
              <a:cs typeface="Calibri" panose="020F0502020204030204" pitchFamily="34" charset="0"/>
            </a:endParaRPr>
          </a:p>
          <a:p>
            <a:pPr marL="857250" lvl="1" indent="-457200">
              <a:lnSpc>
                <a:spcPct val="90000"/>
              </a:lnSpc>
            </a:pPr>
            <a:r>
              <a:rPr lang="it-IT" altLang="it-IT" sz="1700" dirty="0" err="1">
                <a:latin typeface="Calibri" panose="020F0502020204030204" pitchFamily="34" charset="0"/>
                <a:cs typeface="Calibri" panose="020F0502020204030204" pitchFamily="34" charset="0"/>
              </a:rPr>
              <a:t>Same</a:t>
            </a:r>
            <a:r>
              <a:rPr lang="it-IT" altLang="it-IT" sz="1700" dirty="0">
                <a:latin typeface="Calibri" panose="020F0502020204030204" pitchFamily="34" charset="0"/>
                <a:cs typeface="Calibri" panose="020F0502020204030204" pitchFamily="34" charset="0"/>
              </a:rPr>
              <a:t> </a:t>
            </a:r>
            <a:r>
              <a:rPr lang="it-IT" altLang="it-IT" sz="1700" dirty="0" err="1">
                <a:latin typeface="Calibri" panose="020F0502020204030204" pitchFamily="34" charset="0"/>
                <a:cs typeface="Calibri" panose="020F0502020204030204" pitchFamily="34" charset="0"/>
              </a:rPr>
              <a:t>relationship</a:t>
            </a:r>
            <a:r>
              <a:rPr lang="it-IT" altLang="it-IT" sz="1700" dirty="0">
                <a:latin typeface="Calibri" panose="020F0502020204030204" pitchFamily="34" charset="0"/>
                <a:cs typeface="Calibri" panose="020F0502020204030204" pitchFamily="34" charset="0"/>
              </a:rPr>
              <a:t> for membership and subset
</a:t>
            </a:r>
            <a:r>
              <a:rPr lang="it-IT" altLang="it-IT" sz="1700" dirty="0" err="1">
                <a:latin typeface="Calibri" panose="020F0502020204030204" pitchFamily="34" charset="0"/>
                <a:cs typeface="Calibri" panose="020F0502020204030204" pitchFamily="34" charset="0"/>
              </a:rPr>
              <a:t>Canonical</a:t>
            </a:r>
            <a:r>
              <a:rPr lang="it-IT" altLang="it-IT" sz="1700" dirty="0">
                <a:latin typeface="Calibri" panose="020F0502020204030204" pitchFamily="34" charset="0"/>
                <a:cs typeface="Calibri" panose="020F0502020204030204" pitchFamily="34" charset="0"/>
              </a:rPr>
              <a:t> </a:t>
            </a:r>
            <a:r>
              <a:rPr lang="it-IT" altLang="it-IT" sz="1700" dirty="0" err="1">
                <a:latin typeface="Calibri" panose="020F0502020204030204" pitchFamily="34" charset="0"/>
                <a:cs typeface="Calibri" panose="020F0502020204030204" pitchFamily="34" charset="0"/>
              </a:rPr>
              <a:t>instance</a:t>
            </a:r>
            <a:r>
              <a:rPr lang="it-IT" altLang="it-IT" sz="1700" dirty="0">
                <a:latin typeface="Calibri" panose="020F0502020204030204" pitchFamily="34" charset="0"/>
                <a:cs typeface="Calibri" panose="020F0502020204030204" pitchFamily="34" charset="0"/>
              </a:rPr>
              <a:t> or </a:t>
            </a:r>
            <a:r>
              <a:rPr lang="it-IT" altLang="it-IT" sz="1700" dirty="0" err="1">
                <a:latin typeface="Calibri" panose="020F0502020204030204" pitchFamily="34" charset="0"/>
                <a:cs typeface="Calibri" panose="020F0502020204030204" pitchFamily="34" charset="0"/>
              </a:rPr>
              <a:t>object</a:t>
            </a:r>
            <a:r>
              <a:rPr lang="it-IT" altLang="it-IT" sz="1700" dirty="0">
                <a:latin typeface="Calibri" panose="020F0502020204030204" pitchFamily="34" charset="0"/>
                <a:cs typeface="Calibri" panose="020F0502020204030204" pitchFamily="34" charset="0"/>
              </a:rPr>
              <a:t> class? 
</a:t>
            </a:r>
            <a:r>
              <a:rPr lang="it-IT" altLang="it-IT" sz="1700" dirty="0" err="1">
                <a:latin typeface="Calibri" panose="020F0502020204030204" pitchFamily="34" charset="0"/>
                <a:cs typeface="Calibri" panose="020F0502020204030204" pitchFamily="34" charset="0"/>
              </a:rPr>
              <a:t>Different</a:t>
            </a:r>
            <a:r>
              <a:rPr lang="it-IT" altLang="it-IT" sz="1700" dirty="0">
                <a:latin typeface="Calibri" panose="020F0502020204030204" pitchFamily="34" charset="0"/>
                <a:cs typeface="Calibri" panose="020F0502020204030204" pitchFamily="34" charset="0"/>
              </a:rPr>
              <a:t> </a:t>
            </a:r>
            <a:r>
              <a:rPr lang="it-IT" altLang="it-IT" sz="1700" dirty="0" err="1">
                <a:latin typeface="Calibri" panose="020F0502020204030204" pitchFamily="34" charset="0"/>
                <a:cs typeface="Calibri" panose="020F0502020204030204" pitchFamily="34" charset="0"/>
              </a:rPr>
              <a:t>meanings</a:t>
            </a:r>
            <a:r>
              <a:rPr lang="it-IT" altLang="it-IT" sz="1700" dirty="0">
                <a:latin typeface="Calibri" panose="020F0502020204030204" pitchFamily="34" charset="0"/>
                <a:cs typeface="Calibri" panose="020F0502020204030204" pitchFamily="34" charset="0"/>
              </a:rPr>
              <a:t> of </a:t>
            </a:r>
            <a:r>
              <a:rPr lang="it-IT" altLang="it-IT" sz="1700" dirty="0" err="1">
                <a:latin typeface="Calibri" panose="020F0502020204030204" pitchFamily="34" charset="0"/>
                <a:cs typeface="Calibri" panose="020F0502020204030204" pitchFamily="34" charset="0"/>
              </a:rPr>
              <a:t>relationships</a:t>
            </a:r>
            <a:r>
              <a:rPr lang="it-IT" altLang="it-IT" sz="1700" dirty="0">
                <a:latin typeface="Calibri" panose="020F0502020204030204" pitchFamily="34" charset="0"/>
                <a:cs typeface="Calibri" panose="020F0502020204030204" pitchFamily="34" charset="0"/>
              </a:rPr>
              <a:t> (</a:t>
            </a:r>
            <a:r>
              <a:rPr lang="it-IT" altLang="it-IT" sz="1700" dirty="0" err="1">
                <a:latin typeface="Calibri" panose="020F0502020204030204" pitchFamily="34" charset="0"/>
                <a:cs typeface="Calibri" panose="020F0502020204030204" pitchFamily="34" charset="0"/>
              </a:rPr>
              <a:t>between</a:t>
            </a:r>
            <a:r>
              <a:rPr lang="it-IT" altLang="it-IT" sz="1700" dirty="0">
                <a:latin typeface="Calibri" panose="020F0502020204030204" pitchFamily="34" charset="0"/>
                <a:cs typeface="Calibri" panose="020F0502020204030204" pitchFamily="34" charset="0"/>
              </a:rPr>
              <a:t> classes, </a:t>
            </a:r>
            <a:r>
              <a:rPr lang="it-IT" altLang="it-IT" sz="1700" dirty="0" err="1">
                <a:latin typeface="Calibri" panose="020F0502020204030204" pitchFamily="34" charset="0"/>
                <a:cs typeface="Calibri" panose="020F0502020204030204" pitchFamily="34" charset="0"/>
              </a:rPr>
              <a:t>between</a:t>
            </a:r>
            <a:r>
              <a:rPr lang="it-IT" altLang="it-IT" sz="1700" dirty="0">
                <a:latin typeface="Calibri" panose="020F0502020204030204" pitchFamily="34" charset="0"/>
                <a:cs typeface="Calibri" panose="020F0502020204030204" pitchFamily="34" charset="0"/>
              </a:rPr>
              <a:t> classes and </a:t>
            </a:r>
            <a:r>
              <a:rPr lang="it-IT" altLang="it-IT" sz="1700" dirty="0" err="1">
                <a:latin typeface="Calibri" panose="020F0502020204030204" pitchFamily="34" charset="0"/>
                <a:cs typeface="Calibri" panose="020F0502020204030204" pitchFamily="34" charset="0"/>
              </a:rPr>
              <a:t>objects</a:t>
            </a:r>
            <a:r>
              <a:rPr lang="it-IT" altLang="it-IT" sz="1700" dirty="0">
                <a:latin typeface="Calibri" panose="020F0502020204030204" pitchFamily="34" charset="0"/>
                <a:cs typeface="Calibri" panose="020F0502020204030204" pitchFamily="34" charset="0"/>
              </a:rPr>
              <a:t>, </a:t>
            </a:r>
            <a:r>
              <a:rPr lang="it-IT" altLang="it-IT" sz="1700" dirty="0" err="1">
                <a:latin typeface="Calibri" panose="020F0502020204030204" pitchFamily="34" charset="0"/>
                <a:cs typeface="Calibri" panose="020F0502020204030204" pitchFamily="34" charset="0"/>
              </a:rPr>
              <a:t>between</a:t>
            </a:r>
            <a:r>
              <a:rPr lang="it-IT" altLang="it-IT" sz="1700" dirty="0">
                <a:latin typeface="Calibri" panose="020F0502020204030204" pitchFamily="34" charset="0"/>
                <a:cs typeface="Calibri" panose="020F0502020204030204" pitchFamily="34" charset="0"/>
              </a:rPr>
              <a:t> </a:t>
            </a:r>
            <a:r>
              <a:rPr lang="it-IT" altLang="it-IT" sz="1700" dirty="0" err="1">
                <a:latin typeface="Calibri" panose="020F0502020204030204" pitchFamily="34" charset="0"/>
                <a:cs typeface="Calibri" panose="020F0502020204030204" pitchFamily="34" charset="0"/>
              </a:rPr>
              <a:t>objects</a:t>
            </a:r>
            <a:r>
              <a:rPr lang="it-IT" altLang="it-IT" sz="1700" dirty="0">
                <a:latin typeface="Calibri" panose="020F0502020204030204" pitchFamily="34" charset="0"/>
                <a:cs typeface="Calibri" panose="020F0502020204030204" pitchFamily="34" charset="0"/>
              </a:rPr>
              <a:t>)</a:t>
            </a:r>
            <a:endParaRPr lang="en-GB" altLang="it-IT" sz="1400" dirty="0">
              <a:latin typeface="Calibri" panose="020F0502020204030204" pitchFamily="34" charset="0"/>
              <a:cs typeface="Calibri" panose="020F0502020204030204" pitchFamily="34" charset="0"/>
            </a:endParaRPr>
          </a:p>
        </p:txBody>
      </p:sp>
      <p:sp>
        <p:nvSpPr>
          <p:cNvPr id="2" name="Segnaposto data 1">
            <a:extLst>
              <a:ext uri="{FF2B5EF4-FFF2-40B4-BE49-F238E27FC236}">
                <a16:creationId xmlns:a16="http://schemas.microsoft.com/office/drawing/2014/main" id="{28C74896-E894-CE13-03E8-0E264738F556}"/>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BAC51056-51B7-8D3E-690B-09492FE4B4FE}"/>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02916EDD-304E-D442-B000-756B850D4ED8}"/>
              </a:ext>
            </a:extLst>
          </p:cNvPr>
          <p:cNvSpPr>
            <a:spLocks noGrp="1"/>
          </p:cNvSpPr>
          <p:nvPr>
            <p:ph type="sldNum" sz="quarter" idx="12"/>
          </p:nvPr>
        </p:nvSpPr>
        <p:spPr/>
        <p:txBody>
          <a:bodyPr/>
          <a:lstStyle/>
          <a:p>
            <a:pPr>
              <a:defRPr/>
            </a:pPr>
            <a:fld id="{43CD341D-7438-4FA4-973F-6F9EECBD14B9}" type="slidenum">
              <a:rPr lang="it-IT" altLang="it-IT" smtClean="0"/>
              <a:pPr>
                <a:defRPr/>
              </a:pPr>
              <a:t>26</a:t>
            </a:fld>
            <a:endParaRPr lang="it-IT" altLang="it-IT"/>
          </a:p>
        </p:txBody>
      </p:sp>
      <p:sp>
        <p:nvSpPr>
          <p:cNvPr id="119813" name="Rectangle 5">
            <a:extLst>
              <a:ext uri="{FF2B5EF4-FFF2-40B4-BE49-F238E27FC236}">
                <a16:creationId xmlns:a16="http://schemas.microsoft.com/office/drawing/2014/main" id="{AA82DDB0-09F1-7648-8FED-309BB2800319}"/>
              </a:ext>
            </a:extLst>
          </p:cNvPr>
          <p:cNvSpPr>
            <a:spLocks noChangeArrowheads="1"/>
          </p:cNvSpPr>
          <p:nvPr/>
        </p:nvSpPr>
        <p:spPr bwMode="auto">
          <a:xfrm>
            <a:off x="3664744" y="1925241"/>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Tree>
    <p:extLst>
      <p:ext uri="{BB962C8B-B14F-4D97-AF65-F5344CB8AC3E}">
        <p14:creationId xmlns:p14="http://schemas.microsoft.com/office/powerpoint/2010/main" val="2282733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520EEBE6-E5C4-C244-A0EC-1AFDC79DAE1A}"/>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Semantic Networks and Logic</a:t>
            </a:r>
            <a:endParaRPr lang="en-GB" dirty="0"/>
          </a:p>
        </p:txBody>
      </p:sp>
      <p:sp>
        <p:nvSpPr>
          <p:cNvPr id="121859" name="Rectangle 3">
            <a:extLst>
              <a:ext uri="{FF2B5EF4-FFF2-40B4-BE49-F238E27FC236}">
                <a16:creationId xmlns:a16="http://schemas.microsoft.com/office/drawing/2014/main" id="{74727C90-3751-B74E-92DE-16DDDF954915}"/>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it-IT" altLang="it-IT"/>
              <a:t>Semantic networks are a convenient notation for a part of the FOL, but they can still be traced back to a logical formalism
Although not quite...</a:t>
            </a:r>
            <a:endParaRPr lang="it-IT" altLang="it-IT" dirty="0"/>
          </a:p>
        </p:txBody>
      </p:sp>
      <p:sp>
        <p:nvSpPr>
          <p:cNvPr id="2" name="Segnaposto data 1">
            <a:extLst>
              <a:ext uri="{FF2B5EF4-FFF2-40B4-BE49-F238E27FC236}">
                <a16:creationId xmlns:a16="http://schemas.microsoft.com/office/drawing/2014/main" id="{B260EF61-8C5A-1D02-0C64-81223347CA36}"/>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FFC2B261-1913-2E4B-CC7B-809AE341E1F6}"/>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9C211363-4D67-4DA3-3421-ABF515F65BF1}"/>
              </a:ext>
            </a:extLst>
          </p:cNvPr>
          <p:cNvSpPr>
            <a:spLocks noGrp="1"/>
          </p:cNvSpPr>
          <p:nvPr>
            <p:ph type="sldNum" sz="quarter" idx="12"/>
          </p:nvPr>
        </p:nvSpPr>
        <p:spPr/>
        <p:txBody>
          <a:bodyPr/>
          <a:lstStyle/>
          <a:p>
            <a:pPr>
              <a:defRPr/>
            </a:pPr>
            <a:fld id="{43CD341D-7438-4FA4-973F-6F9EECBD14B9}" type="slidenum">
              <a:rPr lang="it-IT" altLang="it-IT" smtClean="0"/>
              <a:pPr>
                <a:defRPr/>
              </a:pPr>
              <a:t>27</a:t>
            </a:fld>
            <a:endParaRPr lang="it-IT" altLang="it-IT"/>
          </a:p>
        </p:txBody>
      </p:sp>
    </p:spTree>
    <p:extLst>
      <p:ext uri="{BB962C8B-B14F-4D97-AF65-F5344CB8AC3E}">
        <p14:creationId xmlns:p14="http://schemas.microsoft.com/office/powerpoint/2010/main" val="1441117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1199E2D6-C8A7-4840-B833-C94B94AF6B47}"/>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Logic Translation</a:t>
            </a:r>
            <a:endParaRPr lang="en-GB" dirty="0"/>
          </a:p>
        </p:txBody>
      </p:sp>
      <p:sp>
        <p:nvSpPr>
          <p:cNvPr id="122883" name="Rectangle 3">
            <a:extLst>
              <a:ext uri="{FF2B5EF4-FFF2-40B4-BE49-F238E27FC236}">
                <a16:creationId xmlns:a16="http://schemas.microsoft.com/office/drawing/2014/main" id="{649CA354-9865-7743-9A4B-B5BE035448B3}"/>
              </a:ext>
            </a:extLst>
          </p:cNvPr>
          <p:cNvSpPr>
            <a:spLocks noGrp="1" noChangeArrowheads="1"/>
          </p:cNvSpPr>
          <p:nvPr>
            <p:ph type="body" idx="1"/>
          </p:nvPr>
        </p:nvSpPr>
        <p:spPr>
          <a:xfrm>
            <a:off x="3929634" y="1000125"/>
            <a:ext cx="4834119" cy="3543300"/>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marL="7938" indent="9525">
              <a:buNone/>
            </a:pPr>
            <a:r>
              <a:rPr lang="en-US" altLang="it-IT" sz="2100" dirty="0">
                <a:sym typeface="Symbol" pitchFamily="2" charset="2"/>
              </a:rPr>
              <a:t>Uppercase classes, lowercase individuals</a:t>
            </a:r>
          </a:p>
          <a:p>
            <a:pPr>
              <a:buNone/>
            </a:pPr>
            <a:endParaRPr lang="it-IT" altLang="it-IT" sz="1050" dirty="0">
              <a:sym typeface="Symbol" pitchFamily="2" charset="2"/>
            </a:endParaRPr>
          </a:p>
          <a:p>
            <a:pPr>
              <a:buNone/>
            </a:pPr>
            <a:r>
              <a:rPr lang="it-IT" altLang="it-IT" sz="2100" dirty="0">
                <a:sym typeface="Symbol" pitchFamily="2" charset="2"/>
              </a:rPr>
              <a:t></a:t>
            </a:r>
            <a:r>
              <a:rPr lang="it-IT" altLang="it-IT" sz="2100" dirty="0"/>
              <a:t>x A(x) </a:t>
            </a:r>
            <a:r>
              <a:rPr lang="it-IT" altLang="it-IT" sz="2100" dirty="0">
                <a:sym typeface="Symbol" pitchFamily="2" charset="2"/>
              </a:rPr>
              <a:t></a:t>
            </a:r>
            <a:r>
              <a:rPr lang="it-IT" altLang="it-IT" sz="2100" dirty="0"/>
              <a:t> B(x)</a:t>
            </a:r>
            <a:endParaRPr lang="en-US" altLang="it-IT" sz="2100" dirty="0"/>
          </a:p>
          <a:p>
            <a:pPr eaLnBrk="1" hangingPunct="1">
              <a:spcBef>
                <a:spcPct val="0"/>
              </a:spcBef>
              <a:buFont typeface="Wingdings" pitchFamily="2" charset="2"/>
              <a:buNone/>
            </a:pPr>
            <a:endParaRPr lang="en-GB" altLang="it-IT" sz="2100" dirty="0"/>
          </a:p>
          <a:p>
            <a:pPr eaLnBrk="1" hangingPunct="1">
              <a:spcBef>
                <a:spcPct val="0"/>
              </a:spcBef>
              <a:buFont typeface="Wingdings" pitchFamily="2" charset="2"/>
              <a:buNone/>
            </a:pPr>
            <a:endParaRPr lang="en-GB" altLang="it-IT" sz="1400" dirty="0"/>
          </a:p>
          <a:p>
            <a:pPr eaLnBrk="1" hangingPunct="1">
              <a:spcBef>
                <a:spcPct val="0"/>
              </a:spcBef>
              <a:buFont typeface="Wingdings" pitchFamily="2" charset="2"/>
              <a:buNone/>
            </a:pPr>
            <a:r>
              <a:rPr lang="en-GB" altLang="it-IT" sz="2100" dirty="0"/>
              <a:t>B(a) </a:t>
            </a:r>
            <a:endParaRPr lang="it-IT" altLang="it-IT" sz="2100" dirty="0"/>
          </a:p>
          <a:p>
            <a:pPr eaLnBrk="1" hangingPunct="1">
              <a:buFont typeface="Wingdings" pitchFamily="2" charset="2"/>
              <a:buNone/>
            </a:pPr>
            <a:r>
              <a:rPr lang="en-GB" altLang="it-IT" sz="1050" dirty="0"/>
              <a:t> </a:t>
            </a:r>
          </a:p>
          <a:p>
            <a:pPr eaLnBrk="1" hangingPunct="1">
              <a:buFont typeface="Wingdings" pitchFamily="2" charset="2"/>
              <a:buNone/>
            </a:pPr>
            <a:endParaRPr lang="it-IT" altLang="it-IT" sz="2000" dirty="0"/>
          </a:p>
          <a:p>
            <a:pPr eaLnBrk="1" hangingPunct="1">
              <a:buFont typeface="Wingdings" pitchFamily="2" charset="2"/>
              <a:buNone/>
            </a:pPr>
            <a:r>
              <a:rPr lang="it-IT" altLang="it-IT" sz="2100" dirty="0">
                <a:sym typeface="Symbol" pitchFamily="2" charset="2"/>
              </a:rPr>
              <a:t></a:t>
            </a:r>
            <a:r>
              <a:rPr lang="en-GB" altLang="it-IT" sz="2100" dirty="0"/>
              <a:t>x  x </a:t>
            </a:r>
            <a:r>
              <a:rPr lang="it-IT" altLang="it-IT" sz="2100" dirty="0">
                <a:sym typeface="Symbol" pitchFamily="2" charset="2"/>
              </a:rPr>
              <a:t></a:t>
            </a:r>
            <a:r>
              <a:rPr lang="en-GB" altLang="it-IT" sz="2100" dirty="0"/>
              <a:t>A </a:t>
            </a:r>
            <a:r>
              <a:rPr lang="it-IT" altLang="it-IT" sz="2100" dirty="0">
                <a:sym typeface="Symbol" pitchFamily="2" charset="2"/>
              </a:rPr>
              <a:t></a:t>
            </a:r>
            <a:r>
              <a:rPr lang="en-GB" altLang="it-IT" sz="2100" dirty="0"/>
              <a:t> R(x, b)</a:t>
            </a:r>
            <a:endParaRPr lang="it-IT" altLang="it-IT" sz="2100" dirty="0"/>
          </a:p>
          <a:p>
            <a:pPr eaLnBrk="1" hangingPunct="1">
              <a:buFont typeface="Wingdings" pitchFamily="2" charset="2"/>
              <a:buNone/>
            </a:pPr>
            <a:endParaRPr lang="it-IT" altLang="it-IT" sz="2100" dirty="0">
              <a:sym typeface="Symbol" pitchFamily="2" charset="2"/>
            </a:endParaRPr>
          </a:p>
          <a:p>
            <a:pPr eaLnBrk="1" hangingPunct="1">
              <a:buFont typeface="Wingdings" pitchFamily="2" charset="2"/>
              <a:buNone/>
            </a:pPr>
            <a:r>
              <a:rPr lang="it-IT" altLang="it-IT" sz="2100" dirty="0">
                <a:sym typeface="Symbol" pitchFamily="2" charset="2"/>
              </a:rPr>
              <a:t></a:t>
            </a:r>
            <a:r>
              <a:rPr lang="en-GB" altLang="it-IT" sz="2100" dirty="0"/>
              <a:t>x  x </a:t>
            </a:r>
            <a:r>
              <a:rPr lang="it-IT" altLang="it-IT" sz="2100" dirty="0">
                <a:sym typeface="Symbol" pitchFamily="2" charset="2"/>
              </a:rPr>
              <a:t></a:t>
            </a:r>
            <a:r>
              <a:rPr lang="en-GB" altLang="it-IT" sz="2100" dirty="0"/>
              <a:t>A </a:t>
            </a:r>
            <a:r>
              <a:rPr lang="it-IT" altLang="it-IT" sz="2100" dirty="0">
                <a:sym typeface="Symbol" pitchFamily="2" charset="2"/>
              </a:rPr>
              <a:t></a:t>
            </a:r>
            <a:r>
              <a:rPr lang="en-GB" altLang="it-IT" sz="2100" dirty="0"/>
              <a:t> </a:t>
            </a:r>
            <a:r>
              <a:rPr lang="it-IT" altLang="it-IT" sz="2100" dirty="0">
                <a:sym typeface="Symbol" pitchFamily="2" charset="2"/>
              </a:rPr>
              <a:t></a:t>
            </a:r>
            <a:r>
              <a:rPr lang="en-GB" altLang="it-IT" sz="2100" dirty="0"/>
              <a:t>y y</a:t>
            </a:r>
            <a:r>
              <a:rPr lang="it-IT" altLang="it-IT" sz="2100" dirty="0">
                <a:sym typeface="Symbol" pitchFamily="2" charset="2"/>
              </a:rPr>
              <a:t></a:t>
            </a:r>
            <a:r>
              <a:rPr lang="en-GB" altLang="it-IT" sz="2100" dirty="0"/>
              <a:t>B </a:t>
            </a:r>
            <a:r>
              <a:rPr lang="it-IT" altLang="it-IT" sz="2100" dirty="0">
                <a:sym typeface="Symbol" pitchFamily="2" charset="2"/>
              </a:rPr>
              <a:t></a:t>
            </a:r>
            <a:r>
              <a:rPr lang="en-GB" altLang="it-IT" sz="2100" dirty="0"/>
              <a:t> R(x, y) </a:t>
            </a:r>
          </a:p>
        </p:txBody>
      </p:sp>
      <p:sp>
        <p:nvSpPr>
          <p:cNvPr id="122884" name="Rectangle 4">
            <a:extLst>
              <a:ext uri="{FF2B5EF4-FFF2-40B4-BE49-F238E27FC236}">
                <a16:creationId xmlns:a16="http://schemas.microsoft.com/office/drawing/2014/main" id="{4DE00812-1007-AD4D-9D5F-345608D60F2B}"/>
              </a:ext>
            </a:extLst>
          </p:cNvPr>
          <p:cNvSpPr>
            <a:spLocks noChangeArrowheads="1"/>
          </p:cNvSpPr>
          <p:nvPr/>
        </p:nvSpPr>
        <p:spPr bwMode="auto">
          <a:xfrm>
            <a:off x="1438161" y="1257300"/>
            <a:ext cx="2343150" cy="348615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it-IT" b="0" dirty="0">
              <a:latin typeface="Arial"/>
              <a:ea typeface="ＭＳ Ｐゴシック" charset="0"/>
              <a:cs typeface="Arial"/>
            </a:endParaRPr>
          </a:p>
        </p:txBody>
      </p:sp>
      <p:sp>
        <p:nvSpPr>
          <p:cNvPr id="122886" name="Rectangle 6">
            <a:extLst>
              <a:ext uri="{FF2B5EF4-FFF2-40B4-BE49-F238E27FC236}">
                <a16:creationId xmlns:a16="http://schemas.microsoft.com/office/drawing/2014/main" id="{F6D6C446-F5FE-8041-BFE6-89FD658507CD}"/>
              </a:ext>
            </a:extLst>
          </p:cNvPr>
          <p:cNvSpPr>
            <a:spLocks noChangeArrowheads="1"/>
          </p:cNvSpPr>
          <p:nvPr/>
        </p:nvSpPr>
        <p:spPr bwMode="auto">
          <a:xfrm>
            <a:off x="4071938" y="2414588"/>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50181" name="Oval 13">
            <a:extLst>
              <a:ext uri="{FF2B5EF4-FFF2-40B4-BE49-F238E27FC236}">
                <a16:creationId xmlns:a16="http://schemas.microsoft.com/office/drawing/2014/main" id="{08BFBEA0-990A-D041-A375-8365D58106B2}"/>
              </a:ext>
            </a:extLst>
          </p:cNvPr>
          <p:cNvSpPr>
            <a:spLocks noChangeArrowheads="1"/>
          </p:cNvSpPr>
          <p:nvPr/>
        </p:nvSpPr>
        <p:spPr bwMode="auto">
          <a:xfrm>
            <a:off x="1779985" y="1560910"/>
            <a:ext cx="535781" cy="32504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latin typeface="Arial" panose="020B0604020202020204" pitchFamily="34" charset="0"/>
              <a:cs typeface="Arial" panose="020B0604020202020204" pitchFamily="34" charset="0"/>
            </a:endParaRPr>
          </a:p>
        </p:txBody>
      </p:sp>
      <p:sp>
        <p:nvSpPr>
          <p:cNvPr id="50182" name="Freeform 14">
            <a:extLst>
              <a:ext uri="{FF2B5EF4-FFF2-40B4-BE49-F238E27FC236}">
                <a16:creationId xmlns:a16="http://schemas.microsoft.com/office/drawing/2014/main" id="{2DF7AFB0-5099-B343-86AE-0ADC202B3EFC}"/>
              </a:ext>
            </a:extLst>
          </p:cNvPr>
          <p:cNvSpPr>
            <a:spLocks/>
          </p:cNvSpPr>
          <p:nvPr/>
        </p:nvSpPr>
        <p:spPr bwMode="auto">
          <a:xfrm>
            <a:off x="1779985" y="1560910"/>
            <a:ext cx="535781" cy="325040"/>
          </a:xfrm>
          <a:custGeom>
            <a:avLst/>
            <a:gdLst>
              <a:gd name="T0" fmla="*/ 2147483647 w 450"/>
              <a:gd name="T1" fmla="*/ 2147483647 h 273"/>
              <a:gd name="T2" fmla="*/ 2147483647 w 450"/>
              <a:gd name="T3" fmla="*/ 2147483647 h 273"/>
              <a:gd name="T4" fmla="*/ 2147483647 w 450"/>
              <a:gd name="T5" fmla="*/ 2147483647 h 273"/>
              <a:gd name="T6" fmla="*/ 2147483647 w 450"/>
              <a:gd name="T7" fmla="*/ 2147483647 h 273"/>
              <a:gd name="T8" fmla="*/ 2147483647 w 450"/>
              <a:gd name="T9" fmla="*/ 2147483647 h 273"/>
              <a:gd name="T10" fmla="*/ 2147483647 w 450"/>
              <a:gd name="T11" fmla="*/ 2147483647 h 273"/>
              <a:gd name="T12" fmla="*/ 2147483647 w 450"/>
              <a:gd name="T13" fmla="*/ 2147483647 h 273"/>
              <a:gd name="T14" fmla="*/ 2147483647 w 450"/>
              <a:gd name="T15" fmla="*/ 2147483647 h 273"/>
              <a:gd name="T16" fmla="*/ 2147483647 w 450"/>
              <a:gd name="T17" fmla="*/ 2147483647 h 273"/>
              <a:gd name="T18" fmla="*/ 2147483647 w 450"/>
              <a:gd name="T19" fmla="*/ 2147483647 h 273"/>
              <a:gd name="T20" fmla="*/ 2147483647 w 450"/>
              <a:gd name="T21" fmla="*/ 2147483647 h 273"/>
              <a:gd name="T22" fmla="*/ 2147483647 w 450"/>
              <a:gd name="T23" fmla="*/ 2147483647 h 273"/>
              <a:gd name="T24" fmla="*/ 2147483647 w 450"/>
              <a:gd name="T25" fmla="*/ 2147483647 h 273"/>
              <a:gd name="T26" fmla="*/ 2147483647 w 450"/>
              <a:gd name="T27" fmla="*/ 2147483647 h 273"/>
              <a:gd name="T28" fmla="*/ 2147483647 w 450"/>
              <a:gd name="T29" fmla="*/ 2147483647 h 273"/>
              <a:gd name="T30" fmla="*/ 2147483647 w 450"/>
              <a:gd name="T31" fmla="*/ 2147483647 h 273"/>
              <a:gd name="T32" fmla="*/ 2147483647 w 450"/>
              <a:gd name="T33" fmla="*/ 2147483647 h 273"/>
              <a:gd name="T34" fmla="*/ 2147483647 w 450"/>
              <a:gd name="T35" fmla="*/ 2147483647 h 273"/>
              <a:gd name="T36" fmla="*/ 2147483647 w 450"/>
              <a:gd name="T37" fmla="*/ 2147483647 h 273"/>
              <a:gd name="T38" fmla="*/ 2147483647 w 450"/>
              <a:gd name="T39" fmla="*/ 2147483647 h 273"/>
              <a:gd name="T40" fmla="*/ 2147483647 w 450"/>
              <a:gd name="T41" fmla="*/ 2147483647 h 273"/>
              <a:gd name="T42" fmla="*/ 2147483647 w 450"/>
              <a:gd name="T43" fmla="*/ 0 h 273"/>
              <a:gd name="T44" fmla="*/ 2147483647 w 450"/>
              <a:gd name="T45" fmla="*/ 2147483647 h 273"/>
              <a:gd name="T46" fmla="*/ 2147483647 w 450"/>
              <a:gd name="T47" fmla="*/ 2147483647 h 273"/>
              <a:gd name="T48" fmla="*/ 2147483647 w 450"/>
              <a:gd name="T49" fmla="*/ 2147483647 h 273"/>
              <a:gd name="T50" fmla="*/ 2147483647 w 450"/>
              <a:gd name="T51" fmla="*/ 2147483647 h 273"/>
              <a:gd name="T52" fmla="*/ 2147483647 w 450"/>
              <a:gd name="T53" fmla="*/ 2147483647 h 273"/>
              <a:gd name="T54" fmla="*/ 2147483647 w 450"/>
              <a:gd name="T55" fmla="*/ 2147483647 h 273"/>
              <a:gd name="T56" fmla="*/ 2147483647 w 450"/>
              <a:gd name="T57" fmla="*/ 2147483647 h 273"/>
              <a:gd name="T58" fmla="*/ 2147483647 w 450"/>
              <a:gd name="T59" fmla="*/ 2147483647 h 273"/>
              <a:gd name="T60" fmla="*/ 2147483647 w 450"/>
              <a:gd name="T61" fmla="*/ 2147483647 h 273"/>
              <a:gd name="T62" fmla="*/ 2147483647 w 450"/>
              <a:gd name="T63" fmla="*/ 2147483647 h 273"/>
              <a:gd name="T64" fmla="*/ 2147483647 w 450"/>
              <a:gd name="T65" fmla="*/ 2147483647 h 273"/>
              <a:gd name="T66" fmla="*/ 2147483647 w 450"/>
              <a:gd name="T67" fmla="*/ 2147483647 h 273"/>
              <a:gd name="T68" fmla="*/ 2147483647 w 450"/>
              <a:gd name="T69" fmla="*/ 2147483647 h 273"/>
              <a:gd name="T70" fmla="*/ 2147483647 w 450"/>
              <a:gd name="T71" fmla="*/ 2147483647 h 273"/>
              <a:gd name="T72" fmla="*/ 2147483647 w 450"/>
              <a:gd name="T73" fmla="*/ 2147483647 h 273"/>
              <a:gd name="T74" fmla="*/ 0 w 450"/>
              <a:gd name="T75" fmla="*/ 2147483647 h 273"/>
              <a:gd name="T76" fmla="*/ 2147483647 w 450"/>
              <a:gd name="T77" fmla="*/ 2147483647 h 273"/>
              <a:gd name="T78" fmla="*/ 2147483647 w 450"/>
              <a:gd name="T79" fmla="*/ 2147483647 h 273"/>
              <a:gd name="T80" fmla="*/ 2147483647 w 450"/>
              <a:gd name="T81" fmla="*/ 2147483647 h 273"/>
              <a:gd name="T82" fmla="*/ 2147483647 w 450"/>
              <a:gd name="T83" fmla="*/ 2147483647 h 273"/>
              <a:gd name="T84" fmla="*/ 2147483647 w 450"/>
              <a:gd name="T85" fmla="*/ 2147483647 h 2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50" h="273">
                <a:moveTo>
                  <a:pt x="225" y="15"/>
                </a:moveTo>
                <a:lnTo>
                  <a:pt x="246" y="15"/>
                </a:lnTo>
                <a:lnTo>
                  <a:pt x="267" y="17"/>
                </a:lnTo>
                <a:lnTo>
                  <a:pt x="287" y="20"/>
                </a:lnTo>
                <a:lnTo>
                  <a:pt x="306" y="23"/>
                </a:lnTo>
                <a:lnTo>
                  <a:pt x="324" y="28"/>
                </a:lnTo>
                <a:lnTo>
                  <a:pt x="342" y="34"/>
                </a:lnTo>
                <a:lnTo>
                  <a:pt x="358" y="42"/>
                </a:lnTo>
                <a:lnTo>
                  <a:pt x="374" y="50"/>
                </a:lnTo>
                <a:lnTo>
                  <a:pt x="388" y="59"/>
                </a:lnTo>
                <a:lnTo>
                  <a:pt x="401" y="69"/>
                </a:lnTo>
                <a:lnTo>
                  <a:pt x="411" y="79"/>
                </a:lnTo>
                <a:lnTo>
                  <a:pt x="420" y="89"/>
                </a:lnTo>
                <a:lnTo>
                  <a:pt x="426" y="101"/>
                </a:lnTo>
                <a:lnTo>
                  <a:pt x="432" y="112"/>
                </a:lnTo>
                <a:lnTo>
                  <a:pt x="434" y="125"/>
                </a:lnTo>
                <a:lnTo>
                  <a:pt x="435" y="137"/>
                </a:lnTo>
                <a:lnTo>
                  <a:pt x="434" y="149"/>
                </a:lnTo>
                <a:lnTo>
                  <a:pt x="432" y="161"/>
                </a:lnTo>
                <a:lnTo>
                  <a:pt x="426" y="173"/>
                </a:lnTo>
                <a:lnTo>
                  <a:pt x="420" y="184"/>
                </a:lnTo>
                <a:lnTo>
                  <a:pt x="411" y="194"/>
                </a:lnTo>
                <a:lnTo>
                  <a:pt x="401" y="204"/>
                </a:lnTo>
                <a:lnTo>
                  <a:pt x="388" y="214"/>
                </a:lnTo>
                <a:lnTo>
                  <a:pt x="374" y="223"/>
                </a:lnTo>
                <a:lnTo>
                  <a:pt x="358" y="232"/>
                </a:lnTo>
                <a:lnTo>
                  <a:pt x="342" y="239"/>
                </a:lnTo>
                <a:lnTo>
                  <a:pt x="324" y="245"/>
                </a:lnTo>
                <a:lnTo>
                  <a:pt x="306" y="250"/>
                </a:lnTo>
                <a:lnTo>
                  <a:pt x="287" y="254"/>
                </a:lnTo>
                <a:lnTo>
                  <a:pt x="267" y="257"/>
                </a:lnTo>
                <a:lnTo>
                  <a:pt x="246" y="258"/>
                </a:lnTo>
                <a:lnTo>
                  <a:pt x="225" y="259"/>
                </a:lnTo>
                <a:lnTo>
                  <a:pt x="204" y="258"/>
                </a:lnTo>
                <a:lnTo>
                  <a:pt x="183" y="257"/>
                </a:lnTo>
                <a:lnTo>
                  <a:pt x="163" y="254"/>
                </a:lnTo>
                <a:lnTo>
                  <a:pt x="144" y="250"/>
                </a:lnTo>
                <a:lnTo>
                  <a:pt x="126" y="245"/>
                </a:lnTo>
                <a:lnTo>
                  <a:pt x="108" y="239"/>
                </a:lnTo>
                <a:lnTo>
                  <a:pt x="92" y="232"/>
                </a:lnTo>
                <a:lnTo>
                  <a:pt x="76" y="223"/>
                </a:lnTo>
                <a:lnTo>
                  <a:pt x="62" y="214"/>
                </a:lnTo>
                <a:lnTo>
                  <a:pt x="49" y="204"/>
                </a:lnTo>
                <a:lnTo>
                  <a:pt x="39" y="194"/>
                </a:lnTo>
                <a:lnTo>
                  <a:pt x="30" y="184"/>
                </a:lnTo>
                <a:lnTo>
                  <a:pt x="23" y="173"/>
                </a:lnTo>
                <a:lnTo>
                  <a:pt x="18" y="161"/>
                </a:lnTo>
                <a:lnTo>
                  <a:pt x="16" y="149"/>
                </a:lnTo>
                <a:lnTo>
                  <a:pt x="14" y="137"/>
                </a:lnTo>
                <a:lnTo>
                  <a:pt x="16" y="125"/>
                </a:lnTo>
                <a:lnTo>
                  <a:pt x="18" y="112"/>
                </a:lnTo>
                <a:lnTo>
                  <a:pt x="23" y="101"/>
                </a:lnTo>
                <a:lnTo>
                  <a:pt x="30" y="89"/>
                </a:lnTo>
                <a:lnTo>
                  <a:pt x="39" y="79"/>
                </a:lnTo>
                <a:lnTo>
                  <a:pt x="49" y="69"/>
                </a:lnTo>
                <a:lnTo>
                  <a:pt x="62" y="59"/>
                </a:lnTo>
                <a:lnTo>
                  <a:pt x="76" y="50"/>
                </a:lnTo>
                <a:lnTo>
                  <a:pt x="92" y="42"/>
                </a:lnTo>
                <a:lnTo>
                  <a:pt x="108" y="34"/>
                </a:lnTo>
                <a:lnTo>
                  <a:pt x="126" y="28"/>
                </a:lnTo>
                <a:lnTo>
                  <a:pt x="144" y="23"/>
                </a:lnTo>
                <a:lnTo>
                  <a:pt x="163" y="20"/>
                </a:lnTo>
                <a:lnTo>
                  <a:pt x="183" y="17"/>
                </a:lnTo>
                <a:lnTo>
                  <a:pt x="204" y="15"/>
                </a:lnTo>
                <a:lnTo>
                  <a:pt x="225" y="15"/>
                </a:lnTo>
                <a:lnTo>
                  <a:pt x="225" y="0"/>
                </a:lnTo>
                <a:lnTo>
                  <a:pt x="248" y="1"/>
                </a:lnTo>
                <a:lnTo>
                  <a:pt x="270" y="3"/>
                </a:lnTo>
                <a:lnTo>
                  <a:pt x="291" y="6"/>
                </a:lnTo>
                <a:lnTo>
                  <a:pt x="311" y="10"/>
                </a:lnTo>
                <a:lnTo>
                  <a:pt x="331" y="16"/>
                </a:lnTo>
                <a:lnTo>
                  <a:pt x="350" y="23"/>
                </a:lnTo>
                <a:lnTo>
                  <a:pt x="367" y="31"/>
                </a:lnTo>
                <a:lnTo>
                  <a:pt x="384" y="40"/>
                </a:lnTo>
                <a:lnTo>
                  <a:pt x="399" y="50"/>
                </a:lnTo>
                <a:lnTo>
                  <a:pt x="413" y="61"/>
                </a:lnTo>
                <a:lnTo>
                  <a:pt x="424" y="72"/>
                </a:lnTo>
                <a:lnTo>
                  <a:pt x="433" y="84"/>
                </a:lnTo>
                <a:lnTo>
                  <a:pt x="440" y="97"/>
                </a:lnTo>
                <a:lnTo>
                  <a:pt x="446" y="109"/>
                </a:lnTo>
                <a:lnTo>
                  <a:pt x="449" y="123"/>
                </a:lnTo>
                <a:lnTo>
                  <a:pt x="450" y="137"/>
                </a:lnTo>
                <a:lnTo>
                  <a:pt x="449" y="151"/>
                </a:lnTo>
                <a:lnTo>
                  <a:pt x="446" y="164"/>
                </a:lnTo>
                <a:lnTo>
                  <a:pt x="440" y="177"/>
                </a:lnTo>
                <a:lnTo>
                  <a:pt x="433" y="189"/>
                </a:lnTo>
                <a:lnTo>
                  <a:pt x="424" y="201"/>
                </a:lnTo>
                <a:lnTo>
                  <a:pt x="413" y="212"/>
                </a:lnTo>
                <a:lnTo>
                  <a:pt x="399" y="223"/>
                </a:lnTo>
                <a:lnTo>
                  <a:pt x="384" y="233"/>
                </a:lnTo>
                <a:lnTo>
                  <a:pt x="367" y="243"/>
                </a:lnTo>
                <a:lnTo>
                  <a:pt x="350" y="251"/>
                </a:lnTo>
                <a:lnTo>
                  <a:pt x="331" y="258"/>
                </a:lnTo>
                <a:lnTo>
                  <a:pt x="311" y="263"/>
                </a:lnTo>
                <a:lnTo>
                  <a:pt x="291" y="268"/>
                </a:lnTo>
                <a:lnTo>
                  <a:pt x="270" y="271"/>
                </a:lnTo>
                <a:lnTo>
                  <a:pt x="248" y="272"/>
                </a:lnTo>
                <a:lnTo>
                  <a:pt x="225" y="273"/>
                </a:lnTo>
                <a:lnTo>
                  <a:pt x="202" y="272"/>
                </a:lnTo>
                <a:lnTo>
                  <a:pt x="180" y="271"/>
                </a:lnTo>
                <a:lnTo>
                  <a:pt x="159" y="268"/>
                </a:lnTo>
                <a:lnTo>
                  <a:pt x="139" y="263"/>
                </a:lnTo>
                <a:lnTo>
                  <a:pt x="119" y="258"/>
                </a:lnTo>
                <a:lnTo>
                  <a:pt x="100" y="251"/>
                </a:lnTo>
                <a:lnTo>
                  <a:pt x="83" y="243"/>
                </a:lnTo>
                <a:lnTo>
                  <a:pt x="66" y="233"/>
                </a:lnTo>
                <a:lnTo>
                  <a:pt x="51" y="223"/>
                </a:lnTo>
                <a:lnTo>
                  <a:pt x="37" y="212"/>
                </a:lnTo>
                <a:lnTo>
                  <a:pt x="26" y="201"/>
                </a:lnTo>
                <a:lnTo>
                  <a:pt x="16" y="189"/>
                </a:lnTo>
                <a:lnTo>
                  <a:pt x="9" y="177"/>
                </a:lnTo>
                <a:lnTo>
                  <a:pt x="4" y="164"/>
                </a:lnTo>
                <a:lnTo>
                  <a:pt x="1" y="151"/>
                </a:lnTo>
                <a:lnTo>
                  <a:pt x="0" y="137"/>
                </a:lnTo>
                <a:lnTo>
                  <a:pt x="1" y="123"/>
                </a:lnTo>
                <a:lnTo>
                  <a:pt x="4" y="109"/>
                </a:lnTo>
                <a:lnTo>
                  <a:pt x="9" y="97"/>
                </a:lnTo>
                <a:lnTo>
                  <a:pt x="16" y="84"/>
                </a:lnTo>
                <a:lnTo>
                  <a:pt x="26" y="72"/>
                </a:lnTo>
                <a:lnTo>
                  <a:pt x="37" y="61"/>
                </a:lnTo>
                <a:lnTo>
                  <a:pt x="51" y="50"/>
                </a:lnTo>
                <a:lnTo>
                  <a:pt x="66" y="40"/>
                </a:lnTo>
                <a:lnTo>
                  <a:pt x="83" y="31"/>
                </a:lnTo>
                <a:lnTo>
                  <a:pt x="100" y="23"/>
                </a:lnTo>
                <a:lnTo>
                  <a:pt x="119" y="16"/>
                </a:lnTo>
                <a:lnTo>
                  <a:pt x="139" y="10"/>
                </a:lnTo>
                <a:lnTo>
                  <a:pt x="159" y="6"/>
                </a:lnTo>
                <a:lnTo>
                  <a:pt x="180" y="3"/>
                </a:lnTo>
                <a:lnTo>
                  <a:pt x="202" y="1"/>
                </a:lnTo>
                <a:lnTo>
                  <a:pt x="225" y="0"/>
                </a:lnTo>
                <a:lnTo>
                  <a:pt x="225"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0183" name="Oval 15">
            <a:extLst>
              <a:ext uri="{FF2B5EF4-FFF2-40B4-BE49-F238E27FC236}">
                <a16:creationId xmlns:a16="http://schemas.microsoft.com/office/drawing/2014/main" id="{B32D578B-0CEA-9B42-B65D-0A3B6957DE99}"/>
              </a:ext>
            </a:extLst>
          </p:cNvPr>
          <p:cNvSpPr>
            <a:spLocks noChangeArrowheads="1"/>
          </p:cNvSpPr>
          <p:nvPr/>
        </p:nvSpPr>
        <p:spPr bwMode="auto">
          <a:xfrm>
            <a:off x="2857501" y="1543050"/>
            <a:ext cx="535781" cy="32504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latin typeface="Arial" panose="020B0604020202020204" pitchFamily="34" charset="0"/>
              <a:cs typeface="Arial" panose="020B0604020202020204" pitchFamily="34" charset="0"/>
            </a:endParaRPr>
          </a:p>
        </p:txBody>
      </p:sp>
      <p:sp>
        <p:nvSpPr>
          <p:cNvPr id="50184" name="Freeform 16">
            <a:extLst>
              <a:ext uri="{FF2B5EF4-FFF2-40B4-BE49-F238E27FC236}">
                <a16:creationId xmlns:a16="http://schemas.microsoft.com/office/drawing/2014/main" id="{DADD4FD9-0FE1-B74B-8364-5D42AD6B9782}"/>
              </a:ext>
            </a:extLst>
          </p:cNvPr>
          <p:cNvSpPr>
            <a:spLocks/>
          </p:cNvSpPr>
          <p:nvPr/>
        </p:nvSpPr>
        <p:spPr bwMode="auto">
          <a:xfrm>
            <a:off x="2712244" y="1560910"/>
            <a:ext cx="535781" cy="325040"/>
          </a:xfrm>
          <a:custGeom>
            <a:avLst/>
            <a:gdLst>
              <a:gd name="T0" fmla="*/ 2147483647 w 450"/>
              <a:gd name="T1" fmla="*/ 2147483647 h 273"/>
              <a:gd name="T2" fmla="*/ 2147483647 w 450"/>
              <a:gd name="T3" fmla="*/ 2147483647 h 273"/>
              <a:gd name="T4" fmla="*/ 2147483647 w 450"/>
              <a:gd name="T5" fmla="*/ 2147483647 h 273"/>
              <a:gd name="T6" fmla="*/ 2147483647 w 450"/>
              <a:gd name="T7" fmla="*/ 2147483647 h 273"/>
              <a:gd name="T8" fmla="*/ 2147483647 w 450"/>
              <a:gd name="T9" fmla="*/ 2147483647 h 273"/>
              <a:gd name="T10" fmla="*/ 2147483647 w 450"/>
              <a:gd name="T11" fmla="*/ 2147483647 h 273"/>
              <a:gd name="T12" fmla="*/ 2147483647 w 450"/>
              <a:gd name="T13" fmla="*/ 2147483647 h 273"/>
              <a:gd name="T14" fmla="*/ 2147483647 w 450"/>
              <a:gd name="T15" fmla="*/ 2147483647 h 273"/>
              <a:gd name="T16" fmla="*/ 2147483647 w 450"/>
              <a:gd name="T17" fmla="*/ 2147483647 h 273"/>
              <a:gd name="T18" fmla="*/ 2147483647 w 450"/>
              <a:gd name="T19" fmla="*/ 2147483647 h 273"/>
              <a:gd name="T20" fmla="*/ 2147483647 w 450"/>
              <a:gd name="T21" fmla="*/ 2147483647 h 273"/>
              <a:gd name="T22" fmla="*/ 2147483647 w 450"/>
              <a:gd name="T23" fmla="*/ 2147483647 h 273"/>
              <a:gd name="T24" fmla="*/ 2147483647 w 450"/>
              <a:gd name="T25" fmla="*/ 2147483647 h 273"/>
              <a:gd name="T26" fmla="*/ 2147483647 w 450"/>
              <a:gd name="T27" fmla="*/ 2147483647 h 273"/>
              <a:gd name="T28" fmla="*/ 2147483647 w 450"/>
              <a:gd name="T29" fmla="*/ 2147483647 h 273"/>
              <a:gd name="T30" fmla="*/ 2147483647 w 450"/>
              <a:gd name="T31" fmla="*/ 2147483647 h 273"/>
              <a:gd name="T32" fmla="*/ 2147483647 w 450"/>
              <a:gd name="T33" fmla="*/ 2147483647 h 273"/>
              <a:gd name="T34" fmla="*/ 2147483647 w 450"/>
              <a:gd name="T35" fmla="*/ 2147483647 h 273"/>
              <a:gd name="T36" fmla="*/ 2147483647 w 450"/>
              <a:gd name="T37" fmla="*/ 2147483647 h 273"/>
              <a:gd name="T38" fmla="*/ 2147483647 w 450"/>
              <a:gd name="T39" fmla="*/ 2147483647 h 273"/>
              <a:gd name="T40" fmla="*/ 2147483647 w 450"/>
              <a:gd name="T41" fmla="*/ 2147483647 h 273"/>
              <a:gd name="T42" fmla="*/ 2147483647 w 450"/>
              <a:gd name="T43" fmla="*/ 0 h 273"/>
              <a:gd name="T44" fmla="*/ 2147483647 w 450"/>
              <a:gd name="T45" fmla="*/ 2147483647 h 273"/>
              <a:gd name="T46" fmla="*/ 2147483647 w 450"/>
              <a:gd name="T47" fmla="*/ 2147483647 h 273"/>
              <a:gd name="T48" fmla="*/ 2147483647 w 450"/>
              <a:gd name="T49" fmla="*/ 2147483647 h 273"/>
              <a:gd name="T50" fmla="*/ 2147483647 w 450"/>
              <a:gd name="T51" fmla="*/ 2147483647 h 273"/>
              <a:gd name="T52" fmla="*/ 2147483647 w 450"/>
              <a:gd name="T53" fmla="*/ 2147483647 h 273"/>
              <a:gd name="T54" fmla="*/ 2147483647 w 450"/>
              <a:gd name="T55" fmla="*/ 2147483647 h 273"/>
              <a:gd name="T56" fmla="*/ 2147483647 w 450"/>
              <a:gd name="T57" fmla="*/ 2147483647 h 273"/>
              <a:gd name="T58" fmla="*/ 2147483647 w 450"/>
              <a:gd name="T59" fmla="*/ 2147483647 h 273"/>
              <a:gd name="T60" fmla="*/ 2147483647 w 450"/>
              <a:gd name="T61" fmla="*/ 2147483647 h 273"/>
              <a:gd name="T62" fmla="*/ 2147483647 w 450"/>
              <a:gd name="T63" fmla="*/ 2147483647 h 273"/>
              <a:gd name="T64" fmla="*/ 2147483647 w 450"/>
              <a:gd name="T65" fmla="*/ 2147483647 h 273"/>
              <a:gd name="T66" fmla="*/ 2147483647 w 450"/>
              <a:gd name="T67" fmla="*/ 2147483647 h 273"/>
              <a:gd name="T68" fmla="*/ 2147483647 w 450"/>
              <a:gd name="T69" fmla="*/ 2147483647 h 273"/>
              <a:gd name="T70" fmla="*/ 2147483647 w 450"/>
              <a:gd name="T71" fmla="*/ 2147483647 h 273"/>
              <a:gd name="T72" fmla="*/ 2147483647 w 450"/>
              <a:gd name="T73" fmla="*/ 2147483647 h 273"/>
              <a:gd name="T74" fmla="*/ 0 w 450"/>
              <a:gd name="T75" fmla="*/ 2147483647 h 273"/>
              <a:gd name="T76" fmla="*/ 2147483647 w 450"/>
              <a:gd name="T77" fmla="*/ 2147483647 h 273"/>
              <a:gd name="T78" fmla="*/ 2147483647 w 450"/>
              <a:gd name="T79" fmla="*/ 2147483647 h 273"/>
              <a:gd name="T80" fmla="*/ 2147483647 w 450"/>
              <a:gd name="T81" fmla="*/ 2147483647 h 273"/>
              <a:gd name="T82" fmla="*/ 2147483647 w 450"/>
              <a:gd name="T83" fmla="*/ 2147483647 h 273"/>
              <a:gd name="T84" fmla="*/ 2147483647 w 450"/>
              <a:gd name="T85" fmla="*/ 2147483647 h 2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50" h="273">
                <a:moveTo>
                  <a:pt x="225" y="15"/>
                </a:moveTo>
                <a:lnTo>
                  <a:pt x="247" y="15"/>
                </a:lnTo>
                <a:lnTo>
                  <a:pt x="267" y="17"/>
                </a:lnTo>
                <a:lnTo>
                  <a:pt x="287" y="20"/>
                </a:lnTo>
                <a:lnTo>
                  <a:pt x="306" y="23"/>
                </a:lnTo>
                <a:lnTo>
                  <a:pt x="324" y="28"/>
                </a:lnTo>
                <a:lnTo>
                  <a:pt x="342" y="34"/>
                </a:lnTo>
                <a:lnTo>
                  <a:pt x="358" y="42"/>
                </a:lnTo>
                <a:lnTo>
                  <a:pt x="374" y="50"/>
                </a:lnTo>
                <a:lnTo>
                  <a:pt x="389" y="59"/>
                </a:lnTo>
                <a:lnTo>
                  <a:pt x="401" y="69"/>
                </a:lnTo>
                <a:lnTo>
                  <a:pt x="412" y="79"/>
                </a:lnTo>
                <a:lnTo>
                  <a:pt x="421" y="89"/>
                </a:lnTo>
                <a:lnTo>
                  <a:pt x="427" y="101"/>
                </a:lnTo>
                <a:lnTo>
                  <a:pt x="432" y="112"/>
                </a:lnTo>
                <a:lnTo>
                  <a:pt x="435" y="125"/>
                </a:lnTo>
                <a:lnTo>
                  <a:pt x="436" y="137"/>
                </a:lnTo>
                <a:lnTo>
                  <a:pt x="435" y="149"/>
                </a:lnTo>
                <a:lnTo>
                  <a:pt x="432" y="161"/>
                </a:lnTo>
                <a:lnTo>
                  <a:pt x="427" y="173"/>
                </a:lnTo>
                <a:lnTo>
                  <a:pt x="421" y="184"/>
                </a:lnTo>
                <a:lnTo>
                  <a:pt x="412" y="194"/>
                </a:lnTo>
                <a:lnTo>
                  <a:pt x="401" y="204"/>
                </a:lnTo>
                <a:lnTo>
                  <a:pt x="389" y="214"/>
                </a:lnTo>
                <a:lnTo>
                  <a:pt x="374" y="223"/>
                </a:lnTo>
                <a:lnTo>
                  <a:pt x="358" y="232"/>
                </a:lnTo>
                <a:lnTo>
                  <a:pt x="342" y="239"/>
                </a:lnTo>
                <a:lnTo>
                  <a:pt x="324" y="245"/>
                </a:lnTo>
                <a:lnTo>
                  <a:pt x="306" y="250"/>
                </a:lnTo>
                <a:lnTo>
                  <a:pt x="287" y="254"/>
                </a:lnTo>
                <a:lnTo>
                  <a:pt x="267" y="257"/>
                </a:lnTo>
                <a:lnTo>
                  <a:pt x="247" y="258"/>
                </a:lnTo>
                <a:lnTo>
                  <a:pt x="225" y="259"/>
                </a:lnTo>
                <a:lnTo>
                  <a:pt x="204" y="258"/>
                </a:lnTo>
                <a:lnTo>
                  <a:pt x="183" y="257"/>
                </a:lnTo>
                <a:lnTo>
                  <a:pt x="163" y="254"/>
                </a:lnTo>
                <a:lnTo>
                  <a:pt x="144" y="250"/>
                </a:lnTo>
                <a:lnTo>
                  <a:pt x="126" y="245"/>
                </a:lnTo>
                <a:lnTo>
                  <a:pt x="108" y="239"/>
                </a:lnTo>
                <a:lnTo>
                  <a:pt x="92" y="232"/>
                </a:lnTo>
                <a:lnTo>
                  <a:pt x="76" y="223"/>
                </a:lnTo>
                <a:lnTo>
                  <a:pt x="62" y="214"/>
                </a:lnTo>
                <a:lnTo>
                  <a:pt x="49" y="204"/>
                </a:lnTo>
                <a:lnTo>
                  <a:pt x="39" y="194"/>
                </a:lnTo>
                <a:lnTo>
                  <a:pt x="30" y="184"/>
                </a:lnTo>
                <a:lnTo>
                  <a:pt x="24" y="173"/>
                </a:lnTo>
                <a:lnTo>
                  <a:pt x="18" y="161"/>
                </a:lnTo>
                <a:lnTo>
                  <a:pt x="16" y="149"/>
                </a:lnTo>
                <a:lnTo>
                  <a:pt x="15" y="137"/>
                </a:lnTo>
                <a:lnTo>
                  <a:pt x="16" y="125"/>
                </a:lnTo>
                <a:lnTo>
                  <a:pt x="18" y="112"/>
                </a:lnTo>
                <a:lnTo>
                  <a:pt x="24" y="101"/>
                </a:lnTo>
                <a:lnTo>
                  <a:pt x="30" y="89"/>
                </a:lnTo>
                <a:lnTo>
                  <a:pt x="39" y="79"/>
                </a:lnTo>
                <a:lnTo>
                  <a:pt x="49" y="69"/>
                </a:lnTo>
                <a:lnTo>
                  <a:pt x="62" y="59"/>
                </a:lnTo>
                <a:lnTo>
                  <a:pt x="76" y="50"/>
                </a:lnTo>
                <a:lnTo>
                  <a:pt x="92" y="42"/>
                </a:lnTo>
                <a:lnTo>
                  <a:pt x="108" y="34"/>
                </a:lnTo>
                <a:lnTo>
                  <a:pt x="126" y="28"/>
                </a:lnTo>
                <a:lnTo>
                  <a:pt x="144" y="23"/>
                </a:lnTo>
                <a:lnTo>
                  <a:pt x="163" y="20"/>
                </a:lnTo>
                <a:lnTo>
                  <a:pt x="183" y="17"/>
                </a:lnTo>
                <a:lnTo>
                  <a:pt x="204" y="15"/>
                </a:lnTo>
                <a:lnTo>
                  <a:pt x="225" y="15"/>
                </a:lnTo>
                <a:lnTo>
                  <a:pt x="225" y="0"/>
                </a:lnTo>
                <a:lnTo>
                  <a:pt x="248" y="1"/>
                </a:lnTo>
                <a:lnTo>
                  <a:pt x="270" y="3"/>
                </a:lnTo>
                <a:lnTo>
                  <a:pt x="291" y="6"/>
                </a:lnTo>
                <a:lnTo>
                  <a:pt x="312" y="10"/>
                </a:lnTo>
                <a:lnTo>
                  <a:pt x="331" y="16"/>
                </a:lnTo>
                <a:lnTo>
                  <a:pt x="350" y="23"/>
                </a:lnTo>
                <a:lnTo>
                  <a:pt x="368" y="31"/>
                </a:lnTo>
                <a:lnTo>
                  <a:pt x="384" y="40"/>
                </a:lnTo>
                <a:lnTo>
                  <a:pt x="400" y="50"/>
                </a:lnTo>
                <a:lnTo>
                  <a:pt x="413" y="61"/>
                </a:lnTo>
                <a:lnTo>
                  <a:pt x="424" y="72"/>
                </a:lnTo>
                <a:lnTo>
                  <a:pt x="434" y="84"/>
                </a:lnTo>
                <a:lnTo>
                  <a:pt x="441" y="97"/>
                </a:lnTo>
                <a:lnTo>
                  <a:pt x="446" y="109"/>
                </a:lnTo>
                <a:lnTo>
                  <a:pt x="449" y="123"/>
                </a:lnTo>
                <a:lnTo>
                  <a:pt x="450" y="137"/>
                </a:lnTo>
                <a:lnTo>
                  <a:pt x="449" y="151"/>
                </a:lnTo>
                <a:lnTo>
                  <a:pt x="446" y="164"/>
                </a:lnTo>
                <a:lnTo>
                  <a:pt x="441" y="177"/>
                </a:lnTo>
                <a:lnTo>
                  <a:pt x="434" y="189"/>
                </a:lnTo>
                <a:lnTo>
                  <a:pt x="424" y="201"/>
                </a:lnTo>
                <a:lnTo>
                  <a:pt x="413" y="212"/>
                </a:lnTo>
                <a:lnTo>
                  <a:pt x="400" y="223"/>
                </a:lnTo>
                <a:lnTo>
                  <a:pt x="384" y="233"/>
                </a:lnTo>
                <a:lnTo>
                  <a:pt x="368" y="243"/>
                </a:lnTo>
                <a:lnTo>
                  <a:pt x="350" y="251"/>
                </a:lnTo>
                <a:lnTo>
                  <a:pt x="331" y="258"/>
                </a:lnTo>
                <a:lnTo>
                  <a:pt x="312" y="263"/>
                </a:lnTo>
                <a:lnTo>
                  <a:pt x="291" y="268"/>
                </a:lnTo>
                <a:lnTo>
                  <a:pt x="270" y="271"/>
                </a:lnTo>
                <a:lnTo>
                  <a:pt x="248" y="272"/>
                </a:lnTo>
                <a:lnTo>
                  <a:pt x="225" y="273"/>
                </a:lnTo>
                <a:lnTo>
                  <a:pt x="202" y="272"/>
                </a:lnTo>
                <a:lnTo>
                  <a:pt x="180" y="271"/>
                </a:lnTo>
                <a:lnTo>
                  <a:pt x="159" y="268"/>
                </a:lnTo>
                <a:lnTo>
                  <a:pt x="139" y="263"/>
                </a:lnTo>
                <a:lnTo>
                  <a:pt x="120" y="258"/>
                </a:lnTo>
                <a:lnTo>
                  <a:pt x="101" y="251"/>
                </a:lnTo>
                <a:lnTo>
                  <a:pt x="83" y="243"/>
                </a:lnTo>
                <a:lnTo>
                  <a:pt x="66" y="233"/>
                </a:lnTo>
                <a:lnTo>
                  <a:pt x="51" y="223"/>
                </a:lnTo>
                <a:lnTo>
                  <a:pt x="37" y="212"/>
                </a:lnTo>
                <a:lnTo>
                  <a:pt x="26" y="201"/>
                </a:lnTo>
                <a:lnTo>
                  <a:pt x="17" y="189"/>
                </a:lnTo>
                <a:lnTo>
                  <a:pt x="10" y="177"/>
                </a:lnTo>
                <a:lnTo>
                  <a:pt x="4" y="164"/>
                </a:lnTo>
                <a:lnTo>
                  <a:pt x="2" y="151"/>
                </a:lnTo>
                <a:lnTo>
                  <a:pt x="0" y="137"/>
                </a:lnTo>
                <a:lnTo>
                  <a:pt x="2" y="123"/>
                </a:lnTo>
                <a:lnTo>
                  <a:pt x="4" y="109"/>
                </a:lnTo>
                <a:lnTo>
                  <a:pt x="10" y="97"/>
                </a:lnTo>
                <a:lnTo>
                  <a:pt x="17" y="84"/>
                </a:lnTo>
                <a:lnTo>
                  <a:pt x="26" y="72"/>
                </a:lnTo>
                <a:lnTo>
                  <a:pt x="37" y="61"/>
                </a:lnTo>
                <a:lnTo>
                  <a:pt x="51" y="50"/>
                </a:lnTo>
                <a:lnTo>
                  <a:pt x="66" y="40"/>
                </a:lnTo>
                <a:lnTo>
                  <a:pt x="83" y="31"/>
                </a:lnTo>
                <a:lnTo>
                  <a:pt x="101" y="23"/>
                </a:lnTo>
                <a:lnTo>
                  <a:pt x="120" y="16"/>
                </a:lnTo>
                <a:lnTo>
                  <a:pt x="139" y="10"/>
                </a:lnTo>
                <a:lnTo>
                  <a:pt x="159" y="6"/>
                </a:lnTo>
                <a:lnTo>
                  <a:pt x="180" y="3"/>
                </a:lnTo>
                <a:lnTo>
                  <a:pt x="202" y="1"/>
                </a:lnTo>
                <a:lnTo>
                  <a:pt x="225" y="0"/>
                </a:lnTo>
                <a:lnTo>
                  <a:pt x="225"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0185" name="Rectangle 18">
            <a:extLst>
              <a:ext uri="{FF2B5EF4-FFF2-40B4-BE49-F238E27FC236}">
                <a16:creationId xmlns:a16="http://schemas.microsoft.com/office/drawing/2014/main" id="{EC1EAE9B-3AB9-5445-BD98-E67FC81BE2DF}"/>
              </a:ext>
            </a:extLst>
          </p:cNvPr>
          <p:cNvSpPr>
            <a:spLocks noChangeArrowheads="1"/>
          </p:cNvSpPr>
          <p:nvPr/>
        </p:nvSpPr>
        <p:spPr bwMode="auto">
          <a:xfrm>
            <a:off x="1982391" y="1582341"/>
            <a:ext cx="15228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650">
                <a:solidFill>
                  <a:srgbClr val="000000"/>
                </a:solidFill>
                <a:latin typeface="Arial" panose="020B0604020202020204" pitchFamily="34" charset="0"/>
                <a:cs typeface="Arial" panose="020B0604020202020204" pitchFamily="34" charset="0"/>
              </a:rPr>
              <a:t>A</a:t>
            </a:r>
            <a:endParaRPr lang="en-US" altLang="it-IT" sz="1800">
              <a:latin typeface="Arial" panose="020B0604020202020204" pitchFamily="34" charset="0"/>
              <a:cs typeface="Arial" panose="020B0604020202020204" pitchFamily="34" charset="0"/>
            </a:endParaRPr>
          </a:p>
        </p:txBody>
      </p:sp>
      <p:sp>
        <p:nvSpPr>
          <p:cNvPr id="50186" name="Rectangle 19">
            <a:extLst>
              <a:ext uri="{FF2B5EF4-FFF2-40B4-BE49-F238E27FC236}">
                <a16:creationId xmlns:a16="http://schemas.microsoft.com/office/drawing/2014/main" id="{50BA1781-5954-EC46-A77D-B0F91A86DA04}"/>
              </a:ext>
            </a:extLst>
          </p:cNvPr>
          <p:cNvSpPr>
            <a:spLocks noChangeArrowheads="1"/>
          </p:cNvSpPr>
          <p:nvPr/>
        </p:nvSpPr>
        <p:spPr bwMode="auto">
          <a:xfrm>
            <a:off x="2902744" y="1595438"/>
            <a:ext cx="15228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650">
                <a:solidFill>
                  <a:srgbClr val="000000"/>
                </a:solidFill>
                <a:latin typeface="Arial" panose="020B0604020202020204" pitchFamily="34" charset="0"/>
                <a:cs typeface="Arial" panose="020B0604020202020204" pitchFamily="34" charset="0"/>
              </a:rPr>
              <a:t>B</a:t>
            </a:r>
            <a:endParaRPr lang="en-US" altLang="it-IT" sz="1800">
              <a:latin typeface="Arial" panose="020B0604020202020204" pitchFamily="34" charset="0"/>
              <a:cs typeface="Arial" panose="020B0604020202020204" pitchFamily="34" charset="0"/>
            </a:endParaRPr>
          </a:p>
        </p:txBody>
      </p:sp>
      <p:sp>
        <p:nvSpPr>
          <p:cNvPr id="50187" name="Rectangle 20">
            <a:extLst>
              <a:ext uri="{FF2B5EF4-FFF2-40B4-BE49-F238E27FC236}">
                <a16:creationId xmlns:a16="http://schemas.microsoft.com/office/drawing/2014/main" id="{E22ADA42-1354-3A49-8653-C5917160348D}"/>
              </a:ext>
            </a:extLst>
          </p:cNvPr>
          <p:cNvSpPr>
            <a:spLocks noChangeArrowheads="1"/>
          </p:cNvSpPr>
          <p:nvPr/>
        </p:nvSpPr>
        <p:spPr bwMode="auto">
          <a:xfrm>
            <a:off x="2396729" y="1389460"/>
            <a:ext cx="20037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650">
                <a:solidFill>
                  <a:srgbClr val="000000"/>
                </a:solidFill>
                <a:latin typeface="Arial" panose="020B0604020202020204" pitchFamily="34" charset="0"/>
                <a:cs typeface="Arial" panose="020B0604020202020204" pitchFamily="34" charset="0"/>
              </a:rPr>
              <a:t>IS</a:t>
            </a:r>
            <a:endParaRPr lang="en-US" altLang="it-IT" sz="1800">
              <a:latin typeface="Arial" panose="020B0604020202020204" pitchFamily="34" charset="0"/>
              <a:cs typeface="Arial" panose="020B0604020202020204" pitchFamily="34" charset="0"/>
            </a:endParaRPr>
          </a:p>
        </p:txBody>
      </p:sp>
      <p:sp>
        <p:nvSpPr>
          <p:cNvPr id="122888" name="Rectangle 8">
            <a:extLst>
              <a:ext uri="{FF2B5EF4-FFF2-40B4-BE49-F238E27FC236}">
                <a16:creationId xmlns:a16="http://schemas.microsoft.com/office/drawing/2014/main" id="{1D6DC9CE-6D7A-CF49-8A85-69C9912C7A7D}"/>
              </a:ext>
            </a:extLst>
          </p:cNvPr>
          <p:cNvSpPr>
            <a:spLocks noChangeArrowheads="1"/>
          </p:cNvSpPr>
          <p:nvPr/>
        </p:nvSpPr>
        <p:spPr bwMode="auto">
          <a:xfrm>
            <a:off x="4029075" y="2389585"/>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50189" name="Oval 22">
            <a:extLst>
              <a:ext uri="{FF2B5EF4-FFF2-40B4-BE49-F238E27FC236}">
                <a16:creationId xmlns:a16="http://schemas.microsoft.com/office/drawing/2014/main" id="{3852430E-FF5D-ED41-8306-880AAD585B25}"/>
              </a:ext>
            </a:extLst>
          </p:cNvPr>
          <p:cNvSpPr>
            <a:spLocks noChangeArrowheads="1"/>
          </p:cNvSpPr>
          <p:nvPr/>
        </p:nvSpPr>
        <p:spPr bwMode="auto">
          <a:xfrm>
            <a:off x="1778794" y="2400300"/>
            <a:ext cx="457200" cy="3714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latin typeface="Arial" panose="020B0604020202020204" pitchFamily="34" charset="0"/>
              <a:cs typeface="Arial" panose="020B0604020202020204" pitchFamily="34" charset="0"/>
            </a:endParaRPr>
          </a:p>
        </p:txBody>
      </p:sp>
      <p:sp>
        <p:nvSpPr>
          <p:cNvPr id="50190" name="Freeform 23">
            <a:extLst>
              <a:ext uri="{FF2B5EF4-FFF2-40B4-BE49-F238E27FC236}">
                <a16:creationId xmlns:a16="http://schemas.microsoft.com/office/drawing/2014/main" id="{6AA48E81-370B-E041-8500-CADFD90F232D}"/>
              </a:ext>
            </a:extLst>
          </p:cNvPr>
          <p:cNvSpPr>
            <a:spLocks/>
          </p:cNvSpPr>
          <p:nvPr/>
        </p:nvSpPr>
        <p:spPr bwMode="auto">
          <a:xfrm>
            <a:off x="1778794" y="2478881"/>
            <a:ext cx="457200" cy="371475"/>
          </a:xfrm>
          <a:custGeom>
            <a:avLst/>
            <a:gdLst>
              <a:gd name="T0" fmla="*/ 2147483647 w 384"/>
              <a:gd name="T1" fmla="*/ 2147483647 h 312"/>
              <a:gd name="T2" fmla="*/ 2147483647 w 384"/>
              <a:gd name="T3" fmla="*/ 2147483647 h 312"/>
              <a:gd name="T4" fmla="*/ 2147483647 w 384"/>
              <a:gd name="T5" fmla="*/ 2147483647 h 312"/>
              <a:gd name="T6" fmla="*/ 2147483647 w 384"/>
              <a:gd name="T7" fmla="*/ 2147483647 h 312"/>
              <a:gd name="T8" fmla="*/ 2147483647 w 384"/>
              <a:gd name="T9" fmla="*/ 2147483647 h 312"/>
              <a:gd name="T10" fmla="*/ 2147483647 w 384"/>
              <a:gd name="T11" fmla="*/ 2147483647 h 312"/>
              <a:gd name="T12" fmla="*/ 2147483647 w 384"/>
              <a:gd name="T13" fmla="*/ 2147483647 h 312"/>
              <a:gd name="T14" fmla="*/ 2147483647 w 384"/>
              <a:gd name="T15" fmla="*/ 2147483647 h 312"/>
              <a:gd name="T16" fmla="*/ 2147483647 w 384"/>
              <a:gd name="T17" fmla="*/ 2147483647 h 312"/>
              <a:gd name="T18" fmla="*/ 2147483647 w 384"/>
              <a:gd name="T19" fmla="*/ 2147483647 h 312"/>
              <a:gd name="T20" fmla="*/ 2147483647 w 384"/>
              <a:gd name="T21" fmla="*/ 2147483647 h 312"/>
              <a:gd name="T22" fmla="*/ 2147483647 w 384"/>
              <a:gd name="T23" fmla="*/ 2147483647 h 312"/>
              <a:gd name="T24" fmla="*/ 2147483647 w 384"/>
              <a:gd name="T25" fmla="*/ 2147483647 h 312"/>
              <a:gd name="T26" fmla="*/ 2147483647 w 384"/>
              <a:gd name="T27" fmla="*/ 2147483647 h 312"/>
              <a:gd name="T28" fmla="*/ 2147483647 w 384"/>
              <a:gd name="T29" fmla="*/ 2147483647 h 312"/>
              <a:gd name="T30" fmla="*/ 2147483647 w 384"/>
              <a:gd name="T31" fmla="*/ 2147483647 h 312"/>
              <a:gd name="T32" fmla="*/ 2147483647 w 384"/>
              <a:gd name="T33" fmla="*/ 2147483647 h 312"/>
              <a:gd name="T34" fmla="*/ 2147483647 w 384"/>
              <a:gd name="T35" fmla="*/ 2147483647 h 312"/>
              <a:gd name="T36" fmla="*/ 2147483647 w 384"/>
              <a:gd name="T37" fmla="*/ 2147483647 h 312"/>
              <a:gd name="T38" fmla="*/ 2147483647 w 384"/>
              <a:gd name="T39" fmla="*/ 2147483647 h 312"/>
              <a:gd name="T40" fmla="*/ 2147483647 w 384"/>
              <a:gd name="T41" fmla="*/ 2147483647 h 312"/>
              <a:gd name="T42" fmla="*/ 2147483647 w 384"/>
              <a:gd name="T43" fmla="*/ 0 h 312"/>
              <a:gd name="T44" fmla="*/ 2147483647 w 384"/>
              <a:gd name="T45" fmla="*/ 2147483647 h 312"/>
              <a:gd name="T46" fmla="*/ 2147483647 w 384"/>
              <a:gd name="T47" fmla="*/ 2147483647 h 312"/>
              <a:gd name="T48" fmla="*/ 2147483647 w 384"/>
              <a:gd name="T49" fmla="*/ 2147483647 h 312"/>
              <a:gd name="T50" fmla="*/ 2147483647 w 384"/>
              <a:gd name="T51" fmla="*/ 2147483647 h 312"/>
              <a:gd name="T52" fmla="*/ 2147483647 w 384"/>
              <a:gd name="T53" fmla="*/ 2147483647 h 312"/>
              <a:gd name="T54" fmla="*/ 2147483647 w 384"/>
              <a:gd name="T55" fmla="*/ 2147483647 h 312"/>
              <a:gd name="T56" fmla="*/ 2147483647 w 384"/>
              <a:gd name="T57" fmla="*/ 2147483647 h 312"/>
              <a:gd name="T58" fmla="*/ 2147483647 w 384"/>
              <a:gd name="T59" fmla="*/ 2147483647 h 312"/>
              <a:gd name="T60" fmla="*/ 2147483647 w 384"/>
              <a:gd name="T61" fmla="*/ 2147483647 h 312"/>
              <a:gd name="T62" fmla="*/ 2147483647 w 384"/>
              <a:gd name="T63" fmla="*/ 2147483647 h 312"/>
              <a:gd name="T64" fmla="*/ 2147483647 w 384"/>
              <a:gd name="T65" fmla="*/ 2147483647 h 312"/>
              <a:gd name="T66" fmla="*/ 2147483647 w 384"/>
              <a:gd name="T67" fmla="*/ 2147483647 h 312"/>
              <a:gd name="T68" fmla="*/ 2147483647 w 384"/>
              <a:gd name="T69" fmla="*/ 2147483647 h 312"/>
              <a:gd name="T70" fmla="*/ 2147483647 w 384"/>
              <a:gd name="T71" fmla="*/ 2147483647 h 312"/>
              <a:gd name="T72" fmla="*/ 2147483647 w 384"/>
              <a:gd name="T73" fmla="*/ 2147483647 h 312"/>
              <a:gd name="T74" fmla="*/ 0 w 384"/>
              <a:gd name="T75" fmla="*/ 2147483647 h 312"/>
              <a:gd name="T76" fmla="*/ 2147483647 w 384"/>
              <a:gd name="T77" fmla="*/ 2147483647 h 312"/>
              <a:gd name="T78" fmla="*/ 2147483647 w 384"/>
              <a:gd name="T79" fmla="*/ 2147483647 h 312"/>
              <a:gd name="T80" fmla="*/ 2147483647 w 384"/>
              <a:gd name="T81" fmla="*/ 2147483647 h 312"/>
              <a:gd name="T82" fmla="*/ 2147483647 w 384"/>
              <a:gd name="T83" fmla="*/ 2147483647 h 312"/>
              <a:gd name="T84" fmla="*/ 2147483647 w 384"/>
              <a:gd name="T85" fmla="*/ 2147483647 h 3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84" h="312">
                <a:moveTo>
                  <a:pt x="192" y="17"/>
                </a:moveTo>
                <a:lnTo>
                  <a:pt x="210" y="18"/>
                </a:lnTo>
                <a:lnTo>
                  <a:pt x="228" y="19"/>
                </a:lnTo>
                <a:lnTo>
                  <a:pt x="245" y="23"/>
                </a:lnTo>
                <a:lnTo>
                  <a:pt x="261" y="27"/>
                </a:lnTo>
                <a:lnTo>
                  <a:pt x="276" y="32"/>
                </a:lnTo>
                <a:lnTo>
                  <a:pt x="291" y="39"/>
                </a:lnTo>
                <a:lnTo>
                  <a:pt x="305" y="48"/>
                </a:lnTo>
                <a:lnTo>
                  <a:pt x="319" y="57"/>
                </a:lnTo>
                <a:lnTo>
                  <a:pt x="331" y="68"/>
                </a:lnTo>
                <a:lnTo>
                  <a:pt x="342" y="79"/>
                </a:lnTo>
                <a:lnTo>
                  <a:pt x="351" y="90"/>
                </a:lnTo>
                <a:lnTo>
                  <a:pt x="358" y="103"/>
                </a:lnTo>
                <a:lnTo>
                  <a:pt x="364" y="115"/>
                </a:lnTo>
                <a:lnTo>
                  <a:pt x="368" y="129"/>
                </a:lnTo>
                <a:lnTo>
                  <a:pt x="370" y="142"/>
                </a:lnTo>
                <a:lnTo>
                  <a:pt x="371" y="156"/>
                </a:lnTo>
                <a:lnTo>
                  <a:pt x="370" y="170"/>
                </a:lnTo>
                <a:lnTo>
                  <a:pt x="368" y="184"/>
                </a:lnTo>
                <a:lnTo>
                  <a:pt x="364" y="197"/>
                </a:lnTo>
                <a:lnTo>
                  <a:pt x="358" y="210"/>
                </a:lnTo>
                <a:lnTo>
                  <a:pt x="351" y="222"/>
                </a:lnTo>
                <a:lnTo>
                  <a:pt x="342" y="234"/>
                </a:lnTo>
                <a:lnTo>
                  <a:pt x="331" y="245"/>
                </a:lnTo>
                <a:lnTo>
                  <a:pt x="319" y="255"/>
                </a:lnTo>
                <a:lnTo>
                  <a:pt x="305" y="265"/>
                </a:lnTo>
                <a:lnTo>
                  <a:pt x="291" y="273"/>
                </a:lnTo>
                <a:lnTo>
                  <a:pt x="276" y="280"/>
                </a:lnTo>
                <a:lnTo>
                  <a:pt x="261" y="286"/>
                </a:lnTo>
                <a:lnTo>
                  <a:pt x="245" y="290"/>
                </a:lnTo>
                <a:lnTo>
                  <a:pt x="228" y="294"/>
                </a:lnTo>
                <a:lnTo>
                  <a:pt x="210" y="295"/>
                </a:lnTo>
                <a:lnTo>
                  <a:pt x="192" y="296"/>
                </a:lnTo>
                <a:lnTo>
                  <a:pt x="174" y="295"/>
                </a:lnTo>
                <a:lnTo>
                  <a:pt x="156" y="294"/>
                </a:lnTo>
                <a:lnTo>
                  <a:pt x="139" y="290"/>
                </a:lnTo>
                <a:lnTo>
                  <a:pt x="123" y="286"/>
                </a:lnTo>
                <a:lnTo>
                  <a:pt x="107" y="280"/>
                </a:lnTo>
                <a:lnTo>
                  <a:pt x="92" y="273"/>
                </a:lnTo>
                <a:lnTo>
                  <a:pt x="78" y="265"/>
                </a:lnTo>
                <a:lnTo>
                  <a:pt x="65" y="255"/>
                </a:lnTo>
                <a:lnTo>
                  <a:pt x="53" y="245"/>
                </a:lnTo>
                <a:lnTo>
                  <a:pt x="42" y="234"/>
                </a:lnTo>
                <a:lnTo>
                  <a:pt x="33" y="222"/>
                </a:lnTo>
                <a:lnTo>
                  <a:pt x="25" y="210"/>
                </a:lnTo>
                <a:lnTo>
                  <a:pt x="20" y="197"/>
                </a:lnTo>
                <a:lnTo>
                  <a:pt x="15" y="184"/>
                </a:lnTo>
                <a:lnTo>
                  <a:pt x="13" y="170"/>
                </a:lnTo>
                <a:lnTo>
                  <a:pt x="12" y="156"/>
                </a:lnTo>
                <a:lnTo>
                  <a:pt x="13" y="142"/>
                </a:lnTo>
                <a:lnTo>
                  <a:pt x="15" y="129"/>
                </a:lnTo>
                <a:lnTo>
                  <a:pt x="20" y="115"/>
                </a:lnTo>
                <a:lnTo>
                  <a:pt x="25" y="103"/>
                </a:lnTo>
                <a:lnTo>
                  <a:pt x="33" y="90"/>
                </a:lnTo>
                <a:lnTo>
                  <a:pt x="42" y="79"/>
                </a:lnTo>
                <a:lnTo>
                  <a:pt x="53" y="68"/>
                </a:lnTo>
                <a:lnTo>
                  <a:pt x="65" y="57"/>
                </a:lnTo>
                <a:lnTo>
                  <a:pt x="78" y="48"/>
                </a:lnTo>
                <a:lnTo>
                  <a:pt x="92" y="39"/>
                </a:lnTo>
                <a:lnTo>
                  <a:pt x="107" y="32"/>
                </a:lnTo>
                <a:lnTo>
                  <a:pt x="123" y="27"/>
                </a:lnTo>
                <a:lnTo>
                  <a:pt x="139" y="23"/>
                </a:lnTo>
                <a:lnTo>
                  <a:pt x="156" y="19"/>
                </a:lnTo>
                <a:lnTo>
                  <a:pt x="174" y="18"/>
                </a:lnTo>
                <a:lnTo>
                  <a:pt x="192" y="17"/>
                </a:lnTo>
                <a:lnTo>
                  <a:pt x="192" y="0"/>
                </a:lnTo>
                <a:lnTo>
                  <a:pt x="211" y="1"/>
                </a:lnTo>
                <a:lnTo>
                  <a:pt x="230" y="3"/>
                </a:lnTo>
                <a:lnTo>
                  <a:pt x="248" y="7"/>
                </a:lnTo>
                <a:lnTo>
                  <a:pt x="265" y="12"/>
                </a:lnTo>
                <a:lnTo>
                  <a:pt x="282" y="18"/>
                </a:lnTo>
                <a:lnTo>
                  <a:pt x="298" y="26"/>
                </a:lnTo>
                <a:lnTo>
                  <a:pt x="313" y="35"/>
                </a:lnTo>
                <a:lnTo>
                  <a:pt x="327" y="46"/>
                </a:lnTo>
                <a:lnTo>
                  <a:pt x="340" y="57"/>
                </a:lnTo>
                <a:lnTo>
                  <a:pt x="352" y="70"/>
                </a:lnTo>
                <a:lnTo>
                  <a:pt x="361" y="83"/>
                </a:lnTo>
                <a:lnTo>
                  <a:pt x="370" y="97"/>
                </a:lnTo>
                <a:lnTo>
                  <a:pt x="376" y="110"/>
                </a:lnTo>
                <a:lnTo>
                  <a:pt x="380" y="125"/>
                </a:lnTo>
                <a:lnTo>
                  <a:pt x="383" y="140"/>
                </a:lnTo>
                <a:lnTo>
                  <a:pt x="384" y="156"/>
                </a:lnTo>
                <a:lnTo>
                  <a:pt x="383" y="172"/>
                </a:lnTo>
                <a:lnTo>
                  <a:pt x="380" y="187"/>
                </a:lnTo>
                <a:lnTo>
                  <a:pt x="376" y="202"/>
                </a:lnTo>
                <a:lnTo>
                  <a:pt x="370" y="216"/>
                </a:lnTo>
                <a:lnTo>
                  <a:pt x="361" y="229"/>
                </a:lnTo>
                <a:lnTo>
                  <a:pt x="352" y="242"/>
                </a:lnTo>
                <a:lnTo>
                  <a:pt x="340" y="255"/>
                </a:lnTo>
                <a:lnTo>
                  <a:pt x="327" y="267"/>
                </a:lnTo>
                <a:lnTo>
                  <a:pt x="313" y="277"/>
                </a:lnTo>
                <a:lnTo>
                  <a:pt x="298" y="287"/>
                </a:lnTo>
                <a:lnTo>
                  <a:pt x="282" y="295"/>
                </a:lnTo>
                <a:lnTo>
                  <a:pt x="265" y="301"/>
                </a:lnTo>
                <a:lnTo>
                  <a:pt x="248" y="306"/>
                </a:lnTo>
                <a:lnTo>
                  <a:pt x="230" y="309"/>
                </a:lnTo>
                <a:lnTo>
                  <a:pt x="211" y="311"/>
                </a:lnTo>
                <a:lnTo>
                  <a:pt x="192" y="312"/>
                </a:lnTo>
                <a:lnTo>
                  <a:pt x="172" y="311"/>
                </a:lnTo>
                <a:lnTo>
                  <a:pt x="154" y="309"/>
                </a:lnTo>
                <a:lnTo>
                  <a:pt x="135" y="306"/>
                </a:lnTo>
                <a:lnTo>
                  <a:pt x="118" y="301"/>
                </a:lnTo>
                <a:lnTo>
                  <a:pt x="102" y="295"/>
                </a:lnTo>
                <a:lnTo>
                  <a:pt x="86" y="287"/>
                </a:lnTo>
                <a:lnTo>
                  <a:pt x="70" y="277"/>
                </a:lnTo>
                <a:lnTo>
                  <a:pt x="56" y="267"/>
                </a:lnTo>
                <a:lnTo>
                  <a:pt x="43" y="255"/>
                </a:lnTo>
                <a:lnTo>
                  <a:pt x="32" y="242"/>
                </a:lnTo>
                <a:lnTo>
                  <a:pt x="22" y="229"/>
                </a:lnTo>
                <a:lnTo>
                  <a:pt x="14" y="216"/>
                </a:lnTo>
                <a:lnTo>
                  <a:pt x="8" y="202"/>
                </a:lnTo>
                <a:lnTo>
                  <a:pt x="3" y="187"/>
                </a:lnTo>
                <a:lnTo>
                  <a:pt x="1" y="172"/>
                </a:lnTo>
                <a:lnTo>
                  <a:pt x="0" y="156"/>
                </a:lnTo>
                <a:lnTo>
                  <a:pt x="1" y="140"/>
                </a:lnTo>
                <a:lnTo>
                  <a:pt x="3" y="125"/>
                </a:lnTo>
                <a:lnTo>
                  <a:pt x="8" y="110"/>
                </a:lnTo>
                <a:lnTo>
                  <a:pt x="14" y="97"/>
                </a:lnTo>
                <a:lnTo>
                  <a:pt x="22" y="83"/>
                </a:lnTo>
                <a:lnTo>
                  <a:pt x="32" y="70"/>
                </a:lnTo>
                <a:lnTo>
                  <a:pt x="43" y="57"/>
                </a:lnTo>
                <a:lnTo>
                  <a:pt x="56" y="46"/>
                </a:lnTo>
                <a:lnTo>
                  <a:pt x="70" y="35"/>
                </a:lnTo>
                <a:lnTo>
                  <a:pt x="86" y="26"/>
                </a:lnTo>
                <a:lnTo>
                  <a:pt x="102" y="18"/>
                </a:lnTo>
                <a:lnTo>
                  <a:pt x="118" y="12"/>
                </a:lnTo>
                <a:lnTo>
                  <a:pt x="135" y="7"/>
                </a:lnTo>
                <a:lnTo>
                  <a:pt x="154" y="3"/>
                </a:lnTo>
                <a:lnTo>
                  <a:pt x="172" y="1"/>
                </a:lnTo>
                <a:lnTo>
                  <a:pt x="192" y="0"/>
                </a:lnTo>
                <a:lnTo>
                  <a:pt x="1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0191" name="Oval 24">
            <a:extLst>
              <a:ext uri="{FF2B5EF4-FFF2-40B4-BE49-F238E27FC236}">
                <a16:creationId xmlns:a16="http://schemas.microsoft.com/office/drawing/2014/main" id="{6FFAFF1C-A05C-404E-8C19-810D69FF6C6B}"/>
              </a:ext>
            </a:extLst>
          </p:cNvPr>
          <p:cNvSpPr>
            <a:spLocks noChangeArrowheads="1"/>
          </p:cNvSpPr>
          <p:nvPr/>
        </p:nvSpPr>
        <p:spPr bwMode="auto">
          <a:xfrm>
            <a:off x="2850357" y="2478881"/>
            <a:ext cx="456010" cy="3714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latin typeface="Arial" panose="020B0604020202020204" pitchFamily="34" charset="0"/>
              <a:cs typeface="Arial" panose="020B0604020202020204" pitchFamily="34" charset="0"/>
            </a:endParaRPr>
          </a:p>
        </p:txBody>
      </p:sp>
      <p:sp>
        <p:nvSpPr>
          <p:cNvPr id="50192" name="Freeform 25">
            <a:extLst>
              <a:ext uri="{FF2B5EF4-FFF2-40B4-BE49-F238E27FC236}">
                <a16:creationId xmlns:a16="http://schemas.microsoft.com/office/drawing/2014/main" id="{7DD58B54-9336-634C-A2C2-1E916CCB24F2}"/>
              </a:ext>
            </a:extLst>
          </p:cNvPr>
          <p:cNvSpPr>
            <a:spLocks/>
          </p:cNvSpPr>
          <p:nvPr/>
        </p:nvSpPr>
        <p:spPr bwMode="auto">
          <a:xfrm>
            <a:off x="2850357" y="2478881"/>
            <a:ext cx="456010" cy="371475"/>
          </a:xfrm>
          <a:custGeom>
            <a:avLst/>
            <a:gdLst>
              <a:gd name="T0" fmla="*/ 2147483647 w 383"/>
              <a:gd name="T1" fmla="*/ 2147483647 h 312"/>
              <a:gd name="T2" fmla="*/ 2147483647 w 383"/>
              <a:gd name="T3" fmla="*/ 2147483647 h 312"/>
              <a:gd name="T4" fmla="*/ 2147483647 w 383"/>
              <a:gd name="T5" fmla="*/ 2147483647 h 312"/>
              <a:gd name="T6" fmla="*/ 2147483647 w 383"/>
              <a:gd name="T7" fmla="*/ 2147483647 h 312"/>
              <a:gd name="T8" fmla="*/ 2147483647 w 383"/>
              <a:gd name="T9" fmla="*/ 2147483647 h 312"/>
              <a:gd name="T10" fmla="*/ 2147483647 w 383"/>
              <a:gd name="T11" fmla="*/ 2147483647 h 312"/>
              <a:gd name="T12" fmla="*/ 2147483647 w 383"/>
              <a:gd name="T13" fmla="*/ 2147483647 h 312"/>
              <a:gd name="T14" fmla="*/ 2147483647 w 383"/>
              <a:gd name="T15" fmla="*/ 2147483647 h 312"/>
              <a:gd name="T16" fmla="*/ 2147483647 w 383"/>
              <a:gd name="T17" fmla="*/ 2147483647 h 312"/>
              <a:gd name="T18" fmla="*/ 2147483647 w 383"/>
              <a:gd name="T19" fmla="*/ 2147483647 h 312"/>
              <a:gd name="T20" fmla="*/ 2147483647 w 383"/>
              <a:gd name="T21" fmla="*/ 2147483647 h 312"/>
              <a:gd name="T22" fmla="*/ 2147483647 w 383"/>
              <a:gd name="T23" fmla="*/ 2147483647 h 312"/>
              <a:gd name="T24" fmla="*/ 2147483647 w 383"/>
              <a:gd name="T25" fmla="*/ 2147483647 h 312"/>
              <a:gd name="T26" fmla="*/ 2147483647 w 383"/>
              <a:gd name="T27" fmla="*/ 2147483647 h 312"/>
              <a:gd name="T28" fmla="*/ 2147483647 w 383"/>
              <a:gd name="T29" fmla="*/ 2147483647 h 312"/>
              <a:gd name="T30" fmla="*/ 2147483647 w 383"/>
              <a:gd name="T31" fmla="*/ 2147483647 h 312"/>
              <a:gd name="T32" fmla="*/ 2147483647 w 383"/>
              <a:gd name="T33" fmla="*/ 2147483647 h 312"/>
              <a:gd name="T34" fmla="*/ 2147483647 w 383"/>
              <a:gd name="T35" fmla="*/ 2147483647 h 312"/>
              <a:gd name="T36" fmla="*/ 2147483647 w 383"/>
              <a:gd name="T37" fmla="*/ 2147483647 h 312"/>
              <a:gd name="T38" fmla="*/ 2147483647 w 383"/>
              <a:gd name="T39" fmla="*/ 2147483647 h 312"/>
              <a:gd name="T40" fmla="*/ 2147483647 w 383"/>
              <a:gd name="T41" fmla="*/ 2147483647 h 312"/>
              <a:gd name="T42" fmla="*/ 2147483647 w 383"/>
              <a:gd name="T43" fmla="*/ 0 h 312"/>
              <a:gd name="T44" fmla="*/ 2147483647 w 383"/>
              <a:gd name="T45" fmla="*/ 2147483647 h 312"/>
              <a:gd name="T46" fmla="*/ 2147483647 w 383"/>
              <a:gd name="T47" fmla="*/ 2147483647 h 312"/>
              <a:gd name="T48" fmla="*/ 2147483647 w 383"/>
              <a:gd name="T49" fmla="*/ 2147483647 h 312"/>
              <a:gd name="T50" fmla="*/ 2147483647 w 383"/>
              <a:gd name="T51" fmla="*/ 2147483647 h 312"/>
              <a:gd name="T52" fmla="*/ 2147483647 w 383"/>
              <a:gd name="T53" fmla="*/ 2147483647 h 312"/>
              <a:gd name="T54" fmla="*/ 2147483647 w 383"/>
              <a:gd name="T55" fmla="*/ 2147483647 h 312"/>
              <a:gd name="T56" fmla="*/ 2147483647 w 383"/>
              <a:gd name="T57" fmla="*/ 2147483647 h 312"/>
              <a:gd name="T58" fmla="*/ 2147483647 w 383"/>
              <a:gd name="T59" fmla="*/ 2147483647 h 312"/>
              <a:gd name="T60" fmla="*/ 2147483647 w 383"/>
              <a:gd name="T61" fmla="*/ 2147483647 h 312"/>
              <a:gd name="T62" fmla="*/ 2147483647 w 383"/>
              <a:gd name="T63" fmla="*/ 2147483647 h 312"/>
              <a:gd name="T64" fmla="*/ 2147483647 w 383"/>
              <a:gd name="T65" fmla="*/ 2147483647 h 312"/>
              <a:gd name="T66" fmla="*/ 2147483647 w 383"/>
              <a:gd name="T67" fmla="*/ 2147483647 h 312"/>
              <a:gd name="T68" fmla="*/ 2147483647 w 383"/>
              <a:gd name="T69" fmla="*/ 2147483647 h 312"/>
              <a:gd name="T70" fmla="*/ 2147483647 w 383"/>
              <a:gd name="T71" fmla="*/ 2147483647 h 312"/>
              <a:gd name="T72" fmla="*/ 2147483647 w 383"/>
              <a:gd name="T73" fmla="*/ 2147483647 h 312"/>
              <a:gd name="T74" fmla="*/ 0 w 383"/>
              <a:gd name="T75" fmla="*/ 2147483647 h 312"/>
              <a:gd name="T76" fmla="*/ 2147483647 w 383"/>
              <a:gd name="T77" fmla="*/ 2147483647 h 312"/>
              <a:gd name="T78" fmla="*/ 2147483647 w 383"/>
              <a:gd name="T79" fmla="*/ 2147483647 h 312"/>
              <a:gd name="T80" fmla="*/ 2147483647 w 383"/>
              <a:gd name="T81" fmla="*/ 2147483647 h 312"/>
              <a:gd name="T82" fmla="*/ 2147483647 w 383"/>
              <a:gd name="T83" fmla="*/ 2147483647 h 312"/>
              <a:gd name="T84" fmla="*/ 2147483647 w 383"/>
              <a:gd name="T85" fmla="*/ 2147483647 h 3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83" h="312">
                <a:moveTo>
                  <a:pt x="192" y="17"/>
                </a:moveTo>
                <a:lnTo>
                  <a:pt x="210" y="18"/>
                </a:lnTo>
                <a:lnTo>
                  <a:pt x="227" y="19"/>
                </a:lnTo>
                <a:lnTo>
                  <a:pt x="244" y="23"/>
                </a:lnTo>
                <a:lnTo>
                  <a:pt x="261" y="27"/>
                </a:lnTo>
                <a:lnTo>
                  <a:pt x="276" y="32"/>
                </a:lnTo>
                <a:lnTo>
                  <a:pt x="291" y="39"/>
                </a:lnTo>
                <a:lnTo>
                  <a:pt x="305" y="48"/>
                </a:lnTo>
                <a:lnTo>
                  <a:pt x="318" y="57"/>
                </a:lnTo>
                <a:lnTo>
                  <a:pt x="331" y="68"/>
                </a:lnTo>
                <a:lnTo>
                  <a:pt x="342" y="79"/>
                </a:lnTo>
                <a:lnTo>
                  <a:pt x="350" y="90"/>
                </a:lnTo>
                <a:lnTo>
                  <a:pt x="358" y="103"/>
                </a:lnTo>
                <a:lnTo>
                  <a:pt x="363" y="115"/>
                </a:lnTo>
                <a:lnTo>
                  <a:pt x="368" y="129"/>
                </a:lnTo>
                <a:lnTo>
                  <a:pt x="370" y="142"/>
                </a:lnTo>
                <a:lnTo>
                  <a:pt x="371" y="156"/>
                </a:lnTo>
                <a:lnTo>
                  <a:pt x="370" y="170"/>
                </a:lnTo>
                <a:lnTo>
                  <a:pt x="368" y="184"/>
                </a:lnTo>
                <a:lnTo>
                  <a:pt x="363" y="197"/>
                </a:lnTo>
                <a:lnTo>
                  <a:pt x="358" y="210"/>
                </a:lnTo>
                <a:lnTo>
                  <a:pt x="350" y="222"/>
                </a:lnTo>
                <a:lnTo>
                  <a:pt x="342" y="234"/>
                </a:lnTo>
                <a:lnTo>
                  <a:pt x="331" y="245"/>
                </a:lnTo>
                <a:lnTo>
                  <a:pt x="318" y="255"/>
                </a:lnTo>
                <a:lnTo>
                  <a:pt x="305" y="265"/>
                </a:lnTo>
                <a:lnTo>
                  <a:pt x="291" y="273"/>
                </a:lnTo>
                <a:lnTo>
                  <a:pt x="276" y="280"/>
                </a:lnTo>
                <a:lnTo>
                  <a:pt x="261" y="286"/>
                </a:lnTo>
                <a:lnTo>
                  <a:pt x="244" y="290"/>
                </a:lnTo>
                <a:lnTo>
                  <a:pt x="227" y="294"/>
                </a:lnTo>
                <a:lnTo>
                  <a:pt x="210" y="295"/>
                </a:lnTo>
                <a:lnTo>
                  <a:pt x="192" y="296"/>
                </a:lnTo>
                <a:lnTo>
                  <a:pt x="173" y="295"/>
                </a:lnTo>
                <a:lnTo>
                  <a:pt x="156" y="294"/>
                </a:lnTo>
                <a:lnTo>
                  <a:pt x="139" y="290"/>
                </a:lnTo>
                <a:lnTo>
                  <a:pt x="122" y="286"/>
                </a:lnTo>
                <a:lnTo>
                  <a:pt x="107" y="280"/>
                </a:lnTo>
                <a:lnTo>
                  <a:pt x="92" y="273"/>
                </a:lnTo>
                <a:lnTo>
                  <a:pt x="78" y="265"/>
                </a:lnTo>
                <a:lnTo>
                  <a:pt x="65" y="255"/>
                </a:lnTo>
                <a:lnTo>
                  <a:pt x="52" y="245"/>
                </a:lnTo>
                <a:lnTo>
                  <a:pt x="41" y="234"/>
                </a:lnTo>
                <a:lnTo>
                  <a:pt x="33" y="222"/>
                </a:lnTo>
                <a:lnTo>
                  <a:pt x="25" y="210"/>
                </a:lnTo>
                <a:lnTo>
                  <a:pt x="20" y="197"/>
                </a:lnTo>
                <a:lnTo>
                  <a:pt x="15" y="184"/>
                </a:lnTo>
                <a:lnTo>
                  <a:pt x="13" y="170"/>
                </a:lnTo>
                <a:lnTo>
                  <a:pt x="12" y="156"/>
                </a:lnTo>
                <a:lnTo>
                  <a:pt x="13" y="142"/>
                </a:lnTo>
                <a:lnTo>
                  <a:pt x="15" y="129"/>
                </a:lnTo>
                <a:lnTo>
                  <a:pt x="20" y="115"/>
                </a:lnTo>
                <a:lnTo>
                  <a:pt x="25" y="103"/>
                </a:lnTo>
                <a:lnTo>
                  <a:pt x="33" y="90"/>
                </a:lnTo>
                <a:lnTo>
                  <a:pt x="41" y="79"/>
                </a:lnTo>
                <a:lnTo>
                  <a:pt x="52" y="68"/>
                </a:lnTo>
                <a:lnTo>
                  <a:pt x="65" y="57"/>
                </a:lnTo>
                <a:lnTo>
                  <a:pt x="78" y="48"/>
                </a:lnTo>
                <a:lnTo>
                  <a:pt x="92" y="39"/>
                </a:lnTo>
                <a:lnTo>
                  <a:pt x="107" y="32"/>
                </a:lnTo>
                <a:lnTo>
                  <a:pt x="122" y="27"/>
                </a:lnTo>
                <a:lnTo>
                  <a:pt x="139" y="23"/>
                </a:lnTo>
                <a:lnTo>
                  <a:pt x="156" y="19"/>
                </a:lnTo>
                <a:lnTo>
                  <a:pt x="173" y="18"/>
                </a:lnTo>
                <a:lnTo>
                  <a:pt x="192" y="17"/>
                </a:lnTo>
                <a:lnTo>
                  <a:pt x="192" y="0"/>
                </a:lnTo>
                <a:lnTo>
                  <a:pt x="211" y="1"/>
                </a:lnTo>
                <a:lnTo>
                  <a:pt x="230" y="3"/>
                </a:lnTo>
                <a:lnTo>
                  <a:pt x="248" y="7"/>
                </a:lnTo>
                <a:lnTo>
                  <a:pt x="265" y="12"/>
                </a:lnTo>
                <a:lnTo>
                  <a:pt x="282" y="18"/>
                </a:lnTo>
                <a:lnTo>
                  <a:pt x="298" y="26"/>
                </a:lnTo>
                <a:lnTo>
                  <a:pt x="313" y="35"/>
                </a:lnTo>
                <a:lnTo>
                  <a:pt x="327" y="46"/>
                </a:lnTo>
                <a:lnTo>
                  <a:pt x="340" y="57"/>
                </a:lnTo>
                <a:lnTo>
                  <a:pt x="352" y="70"/>
                </a:lnTo>
                <a:lnTo>
                  <a:pt x="361" y="83"/>
                </a:lnTo>
                <a:lnTo>
                  <a:pt x="369" y="97"/>
                </a:lnTo>
                <a:lnTo>
                  <a:pt x="375" y="110"/>
                </a:lnTo>
                <a:lnTo>
                  <a:pt x="380" y="125"/>
                </a:lnTo>
                <a:lnTo>
                  <a:pt x="382" y="140"/>
                </a:lnTo>
                <a:lnTo>
                  <a:pt x="383" y="156"/>
                </a:lnTo>
                <a:lnTo>
                  <a:pt x="382" y="172"/>
                </a:lnTo>
                <a:lnTo>
                  <a:pt x="380" y="187"/>
                </a:lnTo>
                <a:lnTo>
                  <a:pt x="375" y="202"/>
                </a:lnTo>
                <a:lnTo>
                  <a:pt x="369" y="216"/>
                </a:lnTo>
                <a:lnTo>
                  <a:pt x="361" y="229"/>
                </a:lnTo>
                <a:lnTo>
                  <a:pt x="352" y="242"/>
                </a:lnTo>
                <a:lnTo>
                  <a:pt x="340" y="255"/>
                </a:lnTo>
                <a:lnTo>
                  <a:pt x="327" y="267"/>
                </a:lnTo>
                <a:lnTo>
                  <a:pt x="313" y="277"/>
                </a:lnTo>
                <a:lnTo>
                  <a:pt x="298" y="287"/>
                </a:lnTo>
                <a:lnTo>
                  <a:pt x="282" y="295"/>
                </a:lnTo>
                <a:lnTo>
                  <a:pt x="265" y="301"/>
                </a:lnTo>
                <a:lnTo>
                  <a:pt x="248" y="306"/>
                </a:lnTo>
                <a:lnTo>
                  <a:pt x="230" y="309"/>
                </a:lnTo>
                <a:lnTo>
                  <a:pt x="211" y="311"/>
                </a:lnTo>
                <a:lnTo>
                  <a:pt x="192" y="312"/>
                </a:lnTo>
                <a:lnTo>
                  <a:pt x="172" y="311"/>
                </a:lnTo>
                <a:lnTo>
                  <a:pt x="153" y="309"/>
                </a:lnTo>
                <a:lnTo>
                  <a:pt x="135" y="306"/>
                </a:lnTo>
                <a:lnTo>
                  <a:pt x="118" y="301"/>
                </a:lnTo>
                <a:lnTo>
                  <a:pt x="101" y="295"/>
                </a:lnTo>
                <a:lnTo>
                  <a:pt x="85" y="287"/>
                </a:lnTo>
                <a:lnTo>
                  <a:pt x="70" y="277"/>
                </a:lnTo>
                <a:lnTo>
                  <a:pt x="56" y="267"/>
                </a:lnTo>
                <a:lnTo>
                  <a:pt x="43" y="255"/>
                </a:lnTo>
                <a:lnTo>
                  <a:pt x="31" y="242"/>
                </a:lnTo>
                <a:lnTo>
                  <a:pt x="22" y="229"/>
                </a:lnTo>
                <a:lnTo>
                  <a:pt x="14" y="216"/>
                </a:lnTo>
                <a:lnTo>
                  <a:pt x="8" y="202"/>
                </a:lnTo>
                <a:lnTo>
                  <a:pt x="3" y="187"/>
                </a:lnTo>
                <a:lnTo>
                  <a:pt x="1" y="172"/>
                </a:lnTo>
                <a:lnTo>
                  <a:pt x="0" y="156"/>
                </a:lnTo>
                <a:lnTo>
                  <a:pt x="1" y="140"/>
                </a:lnTo>
                <a:lnTo>
                  <a:pt x="3" y="125"/>
                </a:lnTo>
                <a:lnTo>
                  <a:pt x="8" y="110"/>
                </a:lnTo>
                <a:lnTo>
                  <a:pt x="14" y="97"/>
                </a:lnTo>
                <a:lnTo>
                  <a:pt x="22" y="83"/>
                </a:lnTo>
                <a:lnTo>
                  <a:pt x="31" y="70"/>
                </a:lnTo>
                <a:lnTo>
                  <a:pt x="43" y="57"/>
                </a:lnTo>
                <a:lnTo>
                  <a:pt x="56" y="46"/>
                </a:lnTo>
                <a:lnTo>
                  <a:pt x="70" y="35"/>
                </a:lnTo>
                <a:lnTo>
                  <a:pt x="85" y="26"/>
                </a:lnTo>
                <a:lnTo>
                  <a:pt x="101" y="18"/>
                </a:lnTo>
                <a:lnTo>
                  <a:pt x="118" y="12"/>
                </a:lnTo>
                <a:lnTo>
                  <a:pt x="135" y="7"/>
                </a:lnTo>
                <a:lnTo>
                  <a:pt x="153" y="3"/>
                </a:lnTo>
                <a:lnTo>
                  <a:pt x="172" y="1"/>
                </a:lnTo>
                <a:lnTo>
                  <a:pt x="192" y="0"/>
                </a:lnTo>
                <a:lnTo>
                  <a:pt x="1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0193" name="Rectangle 26">
            <a:extLst>
              <a:ext uri="{FF2B5EF4-FFF2-40B4-BE49-F238E27FC236}">
                <a16:creationId xmlns:a16="http://schemas.microsoft.com/office/drawing/2014/main" id="{738809BD-CB3F-E946-9230-68EFF91F9D62}"/>
              </a:ext>
            </a:extLst>
          </p:cNvPr>
          <p:cNvSpPr>
            <a:spLocks noChangeArrowheads="1"/>
          </p:cNvSpPr>
          <p:nvPr/>
        </p:nvSpPr>
        <p:spPr bwMode="auto">
          <a:xfrm>
            <a:off x="3000375" y="2518173"/>
            <a:ext cx="131446"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425">
                <a:solidFill>
                  <a:srgbClr val="000000"/>
                </a:solidFill>
                <a:latin typeface="Arial" panose="020B0604020202020204" pitchFamily="34" charset="0"/>
                <a:cs typeface="Arial" panose="020B0604020202020204" pitchFamily="34" charset="0"/>
              </a:rPr>
              <a:t>B</a:t>
            </a:r>
            <a:endParaRPr lang="en-US" altLang="it-IT" sz="1800">
              <a:latin typeface="Arial" panose="020B0604020202020204" pitchFamily="34" charset="0"/>
              <a:cs typeface="Arial" panose="020B0604020202020204" pitchFamily="34" charset="0"/>
            </a:endParaRPr>
          </a:p>
        </p:txBody>
      </p:sp>
      <p:sp>
        <p:nvSpPr>
          <p:cNvPr id="50194" name="Rectangle 28">
            <a:extLst>
              <a:ext uri="{FF2B5EF4-FFF2-40B4-BE49-F238E27FC236}">
                <a16:creationId xmlns:a16="http://schemas.microsoft.com/office/drawing/2014/main" id="{1ECAB7E0-7A32-A443-A73D-C746BF306BA7}"/>
              </a:ext>
            </a:extLst>
          </p:cNvPr>
          <p:cNvSpPr>
            <a:spLocks noChangeArrowheads="1"/>
          </p:cNvSpPr>
          <p:nvPr/>
        </p:nvSpPr>
        <p:spPr bwMode="auto">
          <a:xfrm>
            <a:off x="2403873" y="2299098"/>
            <a:ext cx="365485"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425">
                <a:solidFill>
                  <a:srgbClr val="000000"/>
                </a:solidFill>
                <a:latin typeface="Arial" panose="020B0604020202020204" pitchFamily="34" charset="0"/>
                <a:cs typeface="Arial" panose="020B0604020202020204" pitchFamily="34" charset="0"/>
              </a:rPr>
              <a:t>IS-A</a:t>
            </a:r>
            <a:endParaRPr lang="en-US" altLang="it-IT" sz="1800">
              <a:latin typeface="Arial" panose="020B0604020202020204" pitchFamily="34" charset="0"/>
              <a:cs typeface="Arial" panose="020B0604020202020204" pitchFamily="34" charset="0"/>
            </a:endParaRPr>
          </a:p>
        </p:txBody>
      </p:sp>
      <p:sp>
        <p:nvSpPr>
          <p:cNvPr id="50195" name="Rectangle 29">
            <a:extLst>
              <a:ext uri="{FF2B5EF4-FFF2-40B4-BE49-F238E27FC236}">
                <a16:creationId xmlns:a16="http://schemas.microsoft.com/office/drawing/2014/main" id="{ADC03315-F299-6A43-94B1-EDAAE9D624CF}"/>
              </a:ext>
            </a:extLst>
          </p:cNvPr>
          <p:cNvSpPr>
            <a:spLocks noChangeArrowheads="1"/>
          </p:cNvSpPr>
          <p:nvPr/>
        </p:nvSpPr>
        <p:spPr bwMode="auto">
          <a:xfrm>
            <a:off x="1951435" y="2474119"/>
            <a:ext cx="10099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425">
                <a:solidFill>
                  <a:srgbClr val="000000"/>
                </a:solidFill>
                <a:latin typeface="Arial" panose="020B0604020202020204" pitchFamily="34" charset="0"/>
                <a:cs typeface="Arial" panose="020B0604020202020204" pitchFamily="34" charset="0"/>
              </a:rPr>
              <a:t>a</a:t>
            </a:r>
            <a:endParaRPr lang="en-US" altLang="it-IT" sz="1800">
              <a:latin typeface="Arial" panose="020B0604020202020204" pitchFamily="34" charset="0"/>
              <a:cs typeface="Arial" panose="020B0604020202020204" pitchFamily="34" charset="0"/>
            </a:endParaRPr>
          </a:p>
        </p:txBody>
      </p:sp>
      <p:sp>
        <p:nvSpPr>
          <p:cNvPr id="122890" name="Rectangle 10">
            <a:extLst>
              <a:ext uri="{FF2B5EF4-FFF2-40B4-BE49-F238E27FC236}">
                <a16:creationId xmlns:a16="http://schemas.microsoft.com/office/drawing/2014/main" id="{6FA07CEA-1EF8-024B-B881-C00F243A942B}"/>
              </a:ext>
            </a:extLst>
          </p:cNvPr>
          <p:cNvSpPr>
            <a:spLocks noChangeArrowheads="1"/>
          </p:cNvSpPr>
          <p:nvPr/>
        </p:nvSpPr>
        <p:spPr bwMode="auto">
          <a:xfrm>
            <a:off x="4096941" y="2407444"/>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50197" name="Rectangle 31">
            <a:extLst>
              <a:ext uri="{FF2B5EF4-FFF2-40B4-BE49-F238E27FC236}">
                <a16:creationId xmlns:a16="http://schemas.microsoft.com/office/drawing/2014/main" id="{38879DF7-75EC-2240-9AAB-2D021747EBFA}"/>
              </a:ext>
            </a:extLst>
          </p:cNvPr>
          <p:cNvSpPr>
            <a:spLocks noChangeArrowheads="1"/>
          </p:cNvSpPr>
          <p:nvPr/>
        </p:nvSpPr>
        <p:spPr bwMode="auto">
          <a:xfrm>
            <a:off x="2457450" y="3257550"/>
            <a:ext cx="15228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650">
                <a:solidFill>
                  <a:srgbClr val="000000"/>
                </a:solidFill>
                <a:latin typeface="Arial" panose="020B0604020202020204" pitchFamily="34" charset="0"/>
                <a:cs typeface="Arial" panose="020B0604020202020204" pitchFamily="34" charset="0"/>
              </a:rPr>
              <a:t>R</a:t>
            </a:r>
            <a:endParaRPr lang="en-US" altLang="it-IT" sz="1800">
              <a:latin typeface="Arial" panose="020B0604020202020204" pitchFamily="34" charset="0"/>
              <a:cs typeface="Arial" panose="020B0604020202020204" pitchFamily="34" charset="0"/>
            </a:endParaRPr>
          </a:p>
        </p:txBody>
      </p:sp>
      <p:sp>
        <p:nvSpPr>
          <p:cNvPr id="50198" name="Oval 32">
            <a:extLst>
              <a:ext uri="{FF2B5EF4-FFF2-40B4-BE49-F238E27FC236}">
                <a16:creationId xmlns:a16="http://schemas.microsoft.com/office/drawing/2014/main" id="{79AAFF19-3F40-D444-A135-D54AFF9E4644}"/>
              </a:ext>
            </a:extLst>
          </p:cNvPr>
          <p:cNvSpPr>
            <a:spLocks noChangeArrowheads="1"/>
          </p:cNvSpPr>
          <p:nvPr/>
        </p:nvSpPr>
        <p:spPr bwMode="auto">
          <a:xfrm>
            <a:off x="1837135" y="3431382"/>
            <a:ext cx="535781" cy="33099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latin typeface="Arial" panose="020B0604020202020204" pitchFamily="34" charset="0"/>
              <a:cs typeface="Arial" panose="020B0604020202020204" pitchFamily="34" charset="0"/>
            </a:endParaRPr>
          </a:p>
        </p:txBody>
      </p:sp>
      <p:sp>
        <p:nvSpPr>
          <p:cNvPr id="50199" name="Freeform 33">
            <a:extLst>
              <a:ext uri="{FF2B5EF4-FFF2-40B4-BE49-F238E27FC236}">
                <a16:creationId xmlns:a16="http://schemas.microsoft.com/office/drawing/2014/main" id="{ED01C2F8-72D7-B547-8AB2-7119F875F436}"/>
              </a:ext>
            </a:extLst>
          </p:cNvPr>
          <p:cNvSpPr>
            <a:spLocks/>
          </p:cNvSpPr>
          <p:nvPr/>
        </p:nvSpPr>
        <p:spPr bwMode="auto">
          <a:xfrm>
            <a:off x="1837135" y="3431382"/>
            <a:ext cx="535781" cy="330994"/>
          </a:xfrm>
          <a:custGeom>
            <a:avLst/>
            <a:gdLst>
              <a:gd name="T0" fmla="*/ 2147483647 w 450"/>
              <a:gd name="T1" fmla="*/ 2147483647 h 278"/>
              <a:gd name="T2" fmla="*/ 2147483647 w 450"/>
              <a:gd name="T3" fmla="*/ 2147483647 h 278"/>
              <a:gd name="T4" fmla="*/ 2147483647 w 450"/>
              <a:gd name="T5" fmla="*/ 2147483647 h 278"/>
              <a:gd name="T6" fmla="*/ 2147483647 w 450"/>
              <a:gd name="T7" fmla="*/ 2147483647 h 278"/>
              <a:gd name="T8" fmla="*/ 2147483647 w 450"/>
              <a:gd name="T9" fmla="*/ 2147483647 h 278"/>
              <a:gd name="T10" fmla="*/ 2147483647 w 450"/>
              <a:gd name="T11" fmla="*/ 2147483647 h 278"/>
              <a:gd name="T12" fmla="*/ 2147483647 w 450"/>
              <a:gd name="T13" fmla="*/ 2147483647 h 278"/>
              <a:gd name="T14" fmla="*/ 2147483647 w 450"/>
              <a:gd name="T15" fmla="*/ 2147483647 h 278"/>
              <a:gd name="T16" fmla="*/ 2147483647 w 450"/>
              <a:gd name="T17" fmla="*/ 2147483647 h 278"/>
              <a:gd name="T18" fmla="*/ 2147483647 w 450"/>
              <a:gd name="T19" fmla="*/ 2147483647 h 278"/>
              <a:gd name="T20" fmla="*/ 2147483647 w 450"/>
              <a:gd name="T21" fmla="*/ 2147483647 h 278"/>
              <a:gd name="T22" fmla="*/ 2147483647 w 450"/>
              <a:gd name="T23" fmla="*/ 2147483647 h 278"/>
              <a:gd name="T24" fmla="*/ 2147483647 w 450"/>
              <a:gd name="T25" fmla="*/ 2147483647 h 278"/>
              <a:gd name="T26" fmla="*/ 2147483647 w 450"/>
              <a:gd name="T27" fmla="*/ 2147483647 h 278"/>
              <a:gd name="T28" fmla="*/ 2147483647 w 450"/>
              <a:gd name="T29" fmla="*/ 2147483647 h 278"/>
              <a:gd name="T30" fmla="*/ 2147483647 w 450"/>
              <a:gd name="T31" fmla="*/ 2147483647 h 278"/>
              <a:gd name="T32" fmla="*/ 2147483647 w 450"/>
              <a:gd name="T33" fmla="*/ 2147483647 h 278"/>
              <a:gd name="T34" fmla="*/ 2147483647 w 450"/>
              <a:gd name="T35" fmla="*/ 2147483647 h 278"/>
              <a:gd name="T36" fmla="*/ 2147483647 w 450"/>
              <a:gd name="T37" fmla="*/ 2147483647 h 278"/>
              <a:gd name="T38" fmla="*/ 2147483647 w 450"/>
              <a:gd name="T39" fmla="*/ 2147483647 h 278"/>
              <a:gd name="T40" fmla="*/ 2147483647 w 450"/>
              <a:gd name="T41" fmla="*/ 2147483647 h 278"/>
              <a:gd name="T42" fmla="*/ 2147483647 w 450"/>
              <a:gd name="T43" fmla="*/ 0 h 278"/>
              <a:gd name="T44" fmla="*/ 2147483647 w 450"/>
              <a:gd name="T45" fmla="*/ 2147483647 h 278"/>
              <a:gd name="T46" fmla="*/ 2147483647 w 450"/>
              <a:gd name="T47" fmla="*/ 2147483647 h 278"/>
              <a:gd name="T48" fmla="*/ 2147483647 w 450"/>
              <a:gd name="T49" fmla="*/ 2147483647 h 278"/>
              <a:gd name="T50" fmla="*/ 2147483647 w 450"/>
              <a:gd name="T51" fmla="*/ 2147483647 h 278"/>
              <a:gd name="T52" fmla="*/ 2147483647 w 450"/>
              <a:gd name="T53" fmla="*/ 2147483647 h 278"/>
              <a:gd name="T54" fmla="*/ 2147483647 w 450"/>
              <a:gd name="T55" fmla="*/ 2147483647 h 278"/>
              <a:gd name="T56" fmla="*/ 2147483647 w 450"/>
              <a:gd name="T57" fmla="*/ 2147483647 h 278"/>
              <a:gd name="T58" fmla="*/ 2147483647 w 450"/>
              <a:gd name="T59" fmla="*/ 2147483647 h 278"/>
              <a:gd name="T60" fmla="*/ 2147483647 w 450"/>
              <a:gd name="T61" fmla="*/ 2147483647 h 278"/>
              <a:gd name="T62" fmla="*/ 2147483647 w 450"/>
              <a:gd name="T63" fmla="*/ 2147483647 h 278"/>
              <a:gd name="T64" fmla="*/ 2147483647 w 450"/>
              <a:gd name="T65" fmla="*/ 2147483647 h 278"/>
              <a:gd name="T66" fmla="*/ 2147483647 w 450"/>
              <a:gd name="T67" fmla="*/ 2147483647 h 278"/>
              <a:gd name="T68" fmla="*/ 2147483647 w 450"/>
              <a:gd name="T69" fmla="*/ 2147483647 h 278"/>
              <a:gd name="T70" fmla="*/ 2147483647 w 450"/>
              <a:gd name="T71" fmla="*/ 2147483647 h 278"/>
              <a:gd name="T72" fmla="*/ 2147483647 w 450"/>
              <a:gd name="T73" fmla="*/ 2147483647 h 278"/>
              <a:gd name="T74" fmla="*/ 0 w 450"/>
              <a:gd name="T75" fmla="*/ 2147483647 h 278"/>
              <a:gd name="T76" fmla="*/ 2147483647 w 450"/>
              <a:gd name="T77" fmla="*/ 2147483647 h 278"/>
              <a:gd name="T78" fmla="*/ 2147483647 w 450"/>
              <a:gd name="T79" fmla="*/ 2147483647 h 278"/>
              <a:gd name="T80" fmla="*/ 2147483647 w 450"/>
              <a:gd name="T81" fmla="*/ 2147483647 h 278"/>
              <a:gd name="T82" fmla="*/ 2147483647 w 450"/>
              <a:gd name="T83" fmla="*/ 2147483647 h 278"/>
              <a:gd name="T84" fmla="*/ 2147483647 w 450"/>
              <a:gd name="T85" fmla="*/ 2147483647 h 27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50" h="278">
                <a:moveTo>
                  <a:pt x="225" y="14"/>
                </a:moveTo>
                <a:lnTo>
                  <a:pt x="246" y="15"/>
                </a:lnTo>
                <a:lnTo>
                  <a:pt x="267" y="17"/>
                </a:lnTo>
                <a:lnTo>
                  <a:pt x="287" y="20"/>
                </a:lnTo>
                <a:lnTo>
                  <a:pt x="306" y="24"/>
                </a:lnTo>
                <a:lnTo>
                  <a:pt x="324" y="29"/>
                </a:lnTo>
                <a:lnTo>
                  <a:pt x="342" y="35"/>
                </a:lnTo>
                <a:lnTo>
                  <a:pt x="358" y="42"/>
                </a:lnTo>
                <a:lnTo>
                  <a:pt x="374" y="51"/>
                </a:lnTo>
                <a:lnTo>
                  <a:pt x="388" y="60"/>
                </a:lnTo>
                <a:lnTo>
                  <a:pt x="401" y="70"/>
                </a:lnTo>
                <a:lnTo>
                  <a:pt x="411" y="80"/>
                </a:lnTo>
                <a:lnTo>
                  <a:pt x="420" y="91"/>
                </a:lnTo>
                <a:lnTo>
                  <a:pt x="426" y="102"/>
                </a:lnTo>
                <a:lnTo>
                  <a:pt x="432" y="114"/>
                </a:lnTo>
                <a:lnTo>
                  <a:pt x="434" y="126"/>
                </a:lnTo>
                <a:lnTo>
                  <a:pt x="435" y="139"/>
                </a:lnTo>
                <a:lnTo>
                  <a:pt x="434" y="152"/>
                </a:lnTo>
                <a:lnTo>
                  <a:pt x="432" y="164"/>
                </a:lnTo>
                <a:lnTo>
                  <a:pt x="426" y="176"/>
                </a:lnTo>
                <a:lnTo>
                  <a:pt x="420" y="187"/>
                </a:lnTo>
                <a:lnTo>
                  <a:pt x="411" y="198"/>
                </a:lnTo>
                <a:lnTo>
                  <a:pt x="401" y="208"/>
                </a:lnTo>
                <a:lnTo>
                  <a:pt x="388" y="218"/>
                </a:lnTo>
                <a:lnTo>
                  <a:pt x="374" y="227"/>
                </a:lnTo>
                <a:lnTo>
                  <a:pt x="358" y="236"/>
                </a:lnTo>
                <a:lnTo>
                  <a:pt x="342" y="243"/>
                </a:lnTo>
                <a:lnTo>
                  <a:pt x="324" y="250"/>
                </a:lnTo>
                <a:lnTo>
                  <a:pt x="306" y="254"/>
                </a:lnTo>
                <a:lnTo>
                  <a:pt x="287" y="258"/>
                </a:lnTo>
                <a:lnTo>
                  <a:pt x="267" y="262"/>
                </a:lnTo>
                <a:lnTo>
                  <a:pt x="246" y="263"/>
                </a:lnTo>
                <a:lnTo>
                  <a:pt x="225" y="264"/>
                </a:lnTo>
                <a:lnTo>
                  <a:pt x="204" y="263"/>
                </a:lnTo>
                <a:lnTo>
                  <a:pt x="183" y="262"/>
                </a:lnTo>
                <a:lnTo>
                  <a:pt x="163" y="258"/>
                </a:lnTo>
                <a:lnTo>
                  <a:pt x="144" y="254"/>
                </a:lnTo>
                <a:lnTo>
                  <a:pt x="126" y="250"/>
                </a:lnTo>
                <a:lnTo>
                  <a:pt x="108" y="243"/>
                </a:lnTo>
                <a:lnTo>
                  <a:pt x="92" y="236"/>
                </a:lnTo>
                <a:lnTo>
                  <a:pt x="76" y="227"/>
                </a:lnTo>
                <a:lnTo>
                  <a:pt x="62" y="218"/>
                </a:lnTo>
                <a:lnTo>
                  <a:pt x="49" y="208"/>
                </a:lnTo>
                <a:lnTo>
                  <a:pt x="39" y="198"/>
                </a:lnTo>
                <a:lnTo>
                  <a:pt x="30" y="187"/>
                </a:lnTo>
                <a:lnTo>
                  <a:pt x="23" y="176"/>
                </a:lnTo>
                <a:lnTo>
                  <a:pt x="18" y="164"/>
                </a:lnTo>
                <a:lnTo>
                  <a:pt x="16" y="152"/>
                </a:lnTo>
                <a:lnTo>
                  <a:pt x="14" y="139"/>
                </a:lnTo>
                <a:lnTo>
                  <a:pt x="16" y="126"/>
                </a:lnTo>
                <a:lnTo>
                  <a:pt x="18" y="114"/>
                </a:lnTo>
                <a:lnTo>
                  <a:pt x="23" y="102"/>
                </a:lnTo>
                <a:lnTo>
                  <a:pt x="30" y="91"/>
                </a:lnTo>
                <a:lnTo>
                  <a:pt x="39" y="80"/>
                </a:lnTo>
                <a:lnTo>
                  <a:pt x="49" y="70"/>
                </a:lnTo>
                <a:lnTo>
                  <a:pt x="62" y="60"/>
                </a:lnTo>
                <a:lnTo>
                  <a:pt x="76" y="51"/>
                </a:lnTo>
                <a:lnTo>
                  <a:pt x="92" y="42"/>
                </a:lnTo>
                <a:lnTo>
                  <a:pt x="108" y="35"/>
                </a:lnTo>
                <a:lnTo>
                  <a:pt x="126" y="29"/>
                </a:lnTo>
                <a:lnTo>
                  <a:pt x="144" y="24"/>
                </a:lnTo>
                <a:lnTo>
                  <a:pt x="163" y="20"/>
                </a:lnTo>
                <a:lnTo>
                  <a:pt x="183" y="17"/>
                </a:lnTo>
                <a:lnTo>
                  <a:pt x="204" y="15"/>
                </a:lnTo>
                <a:lnTo>
                  <a:pt x="225" y="14"/>
                </a:lnTo>
                <a:lnTo>
                  <a:pt x="225" y="0"/>
                </a:lnTo>
                <a:lnTo>
                  <a:pt x="248" y="1"/>
                </a:lnTo>
                <a:lnTo>
                  <a:pt x="270" y="2"/>
                </a:lnTo>
                <a:lnTo>
                  <a:pt x="291" y="6"/>
                </a:lnTo>
                <a:lnTo>
                  <a:pt x="311" y="10"/>
                </a:lnTo>
                <a:lnTo>
                  <a:pt x="331" y="16"/>
                </a:lnTo>
                <a:lnTo>
                  <a:pt x="350" y="23"/>
                </a:lnTo>
                <a:lnTo>
                  <a:pt x="367" y="31"/>
                </a:lnTo>
                <a:lnTo>
                  <a:pt x="384" y="41"/>
                </a:lnTo>
                <a:lnTo>
                  <a:pt x="399" y="51"/>
                </a:lnTo>
                <a:lnTo>
                  <a:pt x="413" y="62"/>
                </a:lnTo>
                <a:lnTo>
                  <a:pt x="424" y="74"/>
                </a:lnTo>
                <a:lnTo>
                  <a:pt x="433" y="86"/>
                </a:lnTo>
                <a:lnTo>
                  <a:pt x="440" y="98"/>
                </a:lnTo>
                <a:lnTo>
                  <a:pt x="446" y="111"/>
                </a:lnTo>
                <a:lnTo>
                  <a:pt x="449" y="125"/>
                </a:lnTo>
                <a:lnTo>
                  <a:pt x="450" y="139"/>
                </a:lnTo>
                <a:lnTo>
                  <a:pt x="449" y="153"/>
                </a:lnTo>
                <a:lnTo>
                  <a:pt x="446" y="167"/>
                </a:lnTo>
                <a:lnTo>
                  <a:pt x="440" y="180"/>
                </a:lnTo>
                <a:lnTo>
                  <a:pt x="433" y="192"/>
                </a:lnTo>
                <a:lnTo>
                  <a:pt x="424" y="204"/>
                </a:lnTo>
                <a:lnTo>
                  <a:pt x="413" y="216"/>
                </a:lnTo>
                <a:lnTo>
                  <a:pt x="399" y="227"/>
                </a:lnTo>
                <a:lnTo>
                  <a:pt x="384" y="237"/>
                </a:lnTo>
                <a:lnTo>
                  <a:pt x="367" y="247"/>
                </a:lnTo>
                <a:lnTo>
                  <a:pt x="350" y="255"/>
                </a:lnTo>
                <a:lnTo>
                  <a:pt x="331" y="262"/>
                </a:lnTo>
                <a:lnTo>
                  <a:pt x="311" y="268"/>
                </a:lnTo>
                <a:lnTo>
                  <a:pt x="291" y="272"/>
                </a:lnTo>
                <a:lnTo>
                  <a:pt x="270" y="276"/>
                </a:lnTo>
                <a:lnTo>
                  <a:pt x="248" y="277"/>
                </a:lnTo>
                <a:lnTo>
                  <a:pt x="225" y="278"/>
                </a:lnTo>
                <a:lnTo>
                  <a:pt x="202" y="277"/>
                </a:lnTo>
                <a:lnTo>
                  <a:pt x="180" y="276"/>
                </a:lnTo>
                <a:lnTo>
                  <a:pt x="159" y="272"/>
                </a:lnTo>
                <a:lnTo>
                  <a:pt x="139" y="268"/>
                </a:lnTo>
                <a:lnTo>
                  <a:pt x="119" y="262"/>
                </a:lnTo>
                <a:lnTo>
                  <a:pt x="100" y="255"/>
                </a:lnTo>
                <a:lnTo>
                  <a:pt x="83" y="247"/>
                </a:lnTo>
                <a:lnTo>
                  <a:pt x="66" y="237"/>
                </a:lnTo>
                <a:lnTo>
                  <a:pt x="51" y="227"/>
                </a:lnTo>
                <a:lnTo>
                  <a:pt x="37" y="216"/>
                </a:lnTo>
                <a:lnTo>
                  <a:pt x="26" y="204"/>
                </a:lnTo>
                <a:lnTo>
                  <a:pt x="16" y="192"/>
                </a:lnTo>
                <a:lnTo>
                  <a:pt x="9" y="180"/>
                </a:lnTo>
                <a:lnTo>
                  <a:pt x="4" y="167"/>
                </a:lnTo>
                <a:lnTo>
                  <a:pt x="1" y="153"/>
                </a:lnTo>
                <a:lnTo>
                  <a:pt x="0" y="139"/>
                </a:lnTo>
                <a:lnTo>
                  <a:pt x="1" y="125"/>
                </a:lnTo>
                <a:lnTo>
                  <a:pt x="4" y="111"/>
                </a:lnTo>
                <a:lnTo>
                  <a:pt x="9" y="98"/>
                </a:lnTo>
                <a:lnTo>
                  <a:pt x="16" y="86"/>
                </a:lnTo>
                <a:lnTo>
                  <a:pt x="26" y="74"/>
                </a:lnTo>
                <a:lnTo>
                  <a:pt x="37" y="62"/>
                </a:lnTo>
                <a:lnTo>
                  <a:pt x="51" y="51"/>
                </a:lnTo>
                <a:lnTo>
                  <a:pt x="66" y="41"/>
                </a:lnTo>
                <a:lnTo>
                  <a:pt x="83" y="31"/>
                </a:lnTo>
                <a:lnTo>
                  <a:pt x="100" y="23"/>
                </a:lnTo>
                <a:lnTo>
                  <a:pt x="119" y="16"/>
                </a:lnTo>
                <a:lnTo>
                  <a:pt x="139" y="10"/>
                </a:lnTo>
                <a:lnTo>
                  <a:pt x="159" y="6"/>
                </a:lnTo>
                <a:lnTo>
                  <a:pt x="180" y="2"/>
                </a:lnTo>
                <a:lnTo>
                  <a:pt x="202" y="1"/>
                </a:lnTo>
                <a:lnTo>
                  <a:pt x="225" y="0"/>
                </a:lnTo>
                <a:lnTo>
                  <a:pt x="225"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0200" name="Oval 34">
            <a:extLst>
              <a:ext uri="{FF2B5EF4-FFF2-40B4-BE49-F238E27FC236}">
                <a16:creationId xmlns:a16="http://schemas.microsoft.com/office/drawing/2014/main" id="{A1F5B25A-66BE-B449-AD2F-E930CA59D6DB}"/>
              </a:ext>
            </a:extLst>
          </p:cNvPr>
          <p:cNvSpPr>
            <a:spLocks noChangeArrowheads="1"/>
          </p:cNvSpPr>
          <p:nvPr/>
        </p:nvSpPr>
        <p:spPr bwMode="auto">
          <a:xfrm>
            <a:off x="2769394" y="3431382"/>
            <a:ext cx="535781" cy="33099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latin typeface="Arial" panose="020B0604020202020204" pitchFamily="34" charset="0"/>
              <a:cs typeface="Arial" panose="020B0604020202020204" pitchFamily="34" charset="0"/>
            </a:endParaRPr>
          </a:p>
        </p:txBody>
      </p:sp>
      <p:sp>
        <p:nvSpPr>
          <p:cNvPr id="50201" name="Freeform 35">
            <a:extLst>
              <a:ext uri="{FF2B5EF4-FFF2-40B4-BE49-F238E27FC236}">
                <a16:creationId xmlns:a16="http://schemas.microsoft.com/office/drawing/2014/main" id="{393D3417-CCD2-D44B-886D-D74D91E7B0B1}"/>
              </a:ext>
            </a:extLst>
          </p:cNvPr>
          <p:cNvSpPr>
            <a:spLocks/>
          </p:cNvSpPr>
          <p:nvPr/>
        </p:nvSpPr>
        <p:spPr bwMode="auto">
          <a:xfrm>
            <a:off x="2769394" y="3431382"/>
            <a:ext cx="535781" cy="330994"/>
          </a:xfrm>
          <a:custGeom>
            <a:avLst/>
            <a:gdLst>
              <a:gd name="T0" fmla="*/ 2147483647 w 450"/>
              <a:gd name="T1" fmla="*/ 2147483647 h 278"/>
              <a:gd name="T2" fmla="*/ 2147483647 w 450"/>
              <a:gd name="T3" fmla="*/ 2147483647 h 278"/>
              <a:gd name="T4" fmla="*/ 2147483647 w 450"/>
              <a:gd name="T5" fmla="*/ 2147483647 h 278"/>
              <a:gd name="T6" fmla="*/ 2147483647 w 450"/>
              <a:gd name="T7" fmla="*/ 2147483647 h 278"/>
              <a:gd name="T8" fmla="*/ 2147483647 w 450"/>
              <a:gd name="T9" fmla="*/ 2147483647 h 278"/>
              <a:gd name="T10" fmla="*/ 2147483647 w 450"/>
              <a:gd name="T11" fmla="*/ 2147483647 h 278"/>
              <a:gd name="T12" fmla="*/ 2147483647 w 450"/>
              <a:gd name="T13" fmla="*/ 2147483647 h 278"/>
              <a:gd name="T14" fmla="*/ 2147483647 w 450"/>
              <a:gd name="T15" fmla="*/ 2147483647 h 278"/>
              <a:gd name="T16" fmla="*/ 2147483647 w 450"/>
              <a:gd name="T17" fmla="*/ 2147483647 h 278"/>
              <a:gd name="T18" fmla="*/ 2147483647 w 450"/>
              <a:gd name="T19" fmla="*/ 2147483647 h 278"/>
              <a:gd name="T20" fmla="*/ 2147483647 w 450"/>
              <a:gd name="T21" fmla="*/ 2147483647 h 278"/>
              <a:gd name="T22" fmla="*/ 2147483647 w 450"/>
              <a:gd name="T23" fmla="*/ 2147483647 h 278"/>
              <a:gd name="T24" fmla="*/ 2147483647 w 450"/>
              <a:gd name="T25" fmla="*/ 2147483647 h 278"/>
              <a:gd name="T26" fmla="*/ 2147483647 w 450"/>
              <a:gd name="T27" fmla="*/ 2147483647 h 278"/>
              <a:gd name="T28" fmla="*/ 2147483647 w 450"/>
              <a:gd name="T29" fmla="*/ 2147483647 h 278"/>
              <a:gd name="T30" fmla="*/ 2147483647 w 450"/>
              <a:gd name="T31" fmla="*/ 2147483647 h 278"/>
              <a:gd name="T32" fmla="*/ 2147483647 w 450"/>
              <a:gd name="T33" fmla="*/ 2147483647 h 278"/>
              <a:gd name="T34" fmla="*/ 2147483647 w 450"/>
              <a:gd name="T35" fmla="*/ 2147483647 h 278"/>
              <a:gd name="T36" fmla="*/ 2147483647 w 450"/>
              <a:gd name="T37" fmla="*/ 2147483647 h 278"/>
              <a:gd name="T38" fmla="*/ 2147483647 w 450"/>
              <a:gd name="T39" fmla="*/ 2147483647 h 278"/>
              <a:gd name="T40" fmla="*/ 2147483647 w 450"/>
              <a:gd name="T41" fmla="*/ 2147483647 h 278"/>
              <a:gd name="T42" fmla="*/ 2147483647 w 450"/>
              <a:gd name="T43" fmla="*/ 0 h 278"/>
              <a:gd name="T44" fmla="*/ 2147483647 w 450"/>
              <a:gd name="T45" fmla="*/ 2147483647 h 278"/>
              <a:gd name="T46" fmla="*/ 2147483647 w 450"/>
              <a:gd name="T47" fmla="*/ 2147483647 h 278"/>
              <a:gd name="T48" fmla="*/ 2147483647 w 450"/>
              <a:gd name="T49" fmla="*/ 2147483647 h 278"/>
              <a:gd name="T50" fmla="*/ 2147483647 w 450"/>
              <a:gd name="T51" fmla="*/ 2147483647 h 278"/>
              <a:gd name="T52" fmla="*/ 2147483647 w 450"/>
              <a:gd name="T53" fmla="*/ 2147483647 h 278"/>
              <a:gd name="T54" fmla="*/ 2147483647 w 450"/>
              <a:gd name="T55" fmla="*/ 2147483647 h 278"/>
              <a:gd name="T56" fmla="*/ 2147483647 w 450"/>
              <a:gd name="T57" fmla="*/ 2147483647 h 278"/>
              <a:gd name="T58" fmla="*/ 2147483647 w 450"/>
              <a:gd name="T59" fmla="*/ 2147483647 h 278"/>
              <a:gd name="T60" fmla="*/ 2147483647 w 450"/>
              <a:gd name="T61" fmla="*/ 2147483647 h 278"/>
              <a:gd name="T62" fmla="*/ 2147483647 w 450"/>
              <a:gd name="T63" fmla="*/ 2147483647 h 278"/>
              <a:gd name="T64" fmla="*/ 2147483647 w 450"/>
              <a:gd name="T65" fmla="*/ 2147483647 h 278"/>
              <a:gd name="T66" fmla="*/ 2147483647 w 450"/>
              <a:gd name="T67" fmla="*/ 2147483647 h 278"/>
              <a:gd name="T68" fmla="*/ 2147483647 w 450"/>
              <a:gd name="T69" fmla="*/ 2147483647 h 278"/>
              <a:gd name="T70" fmla="*/ 2147483647 w 450"/>
              <a:gd name="T71" fmla="*/ 2147483647 h 278"/>
              <a:gd name="T72" fmla="*/ 2147483647 w 450"/>
              <a:gd name="T73" fmla="*/ 2147483647 h 278"/>
              <a:gd name="T74" fmla="*/ 0 w 450"/>
              <a:gd name="T75" fmla="*/ 2147483647 h 278"/>
              <a:gd name="T76" fmla="*/ 2147483647 w 450"/>
              <a:gd name="T77" fmla="*/ 2147483647 h 278"/>
              <a:gd name="T78" fmla="*/ 2147483647 w 450"/>
              <a:gd name="T79" fmla="*/ 2147483647 h 278"/>
              <a:gd name="T80" fmla="*/ 2147483647 w 450"/>
              <a:gd name="T81" fmla="*/ 2147483647 h 278"/>
              <a:gd name="T82" fmla="*/ 2147483647 w 450"/>
              <a:gd name="T83" fmla="*/ 2147483647 h 278"/>
              <a:gd name="T84" fmla="*/ 2147483647 w 450"/>
              <a:gd name="T85" fmla="*/ 2147483647 h 27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50" h="278">
                <a:moveTo>
                  <a:pt x="225" y="14"/>
                </a:moveTo>
                <a:lnTo>
                  <a:pt x="247" y="15"/>
                </a:lnTo>
                <a:lnTo>
                  <a:pt x="267" y="17"/>
                </a:lnTo>
                <a:lnTo>
                  <a:pt x="287" y="20"/>
                </a:lnTo>
                <a:lnTo>
                  <a:pt x="306" y="24"/>
                </a:lnTo>
                <a:lnTo>
                  <a:pt x="324" y="29"/>
                </a:lnTo>
                <a:lnTo>
                  <a:pt x="342" y="35"/>
                </a:lnTo>
                <a:lnTo>
                  <a:pt x="358" y="42"/>
                </a:lnTo>
                <a:lnTo>
                  <a:pt x="374" y="51"/>
                </a:lnTo>
                <a:lnTo>
                  <a:pt x="389" y="60"/>
                </a:lnTo>
                <a:lnTo>
                  <a:pt x="401" y="70"/>
                </a:lnTo>
                <a:lnTo>
                  <a:pt x="412" y="80"/>
                </a:lnTo>
                <a:lnTo>
                  <a:pt x="421" y="91"/>
                </a:lnTo>
                <a:lnTo>
                  <a:pt x="427" y="102"/>
                </a:lnTo>
                <a:lnTo>
                  <a:pt x="432" y="114"/>
                </a:lnTo>
                <a:lnTo>
                  <a:pt x="435" y="126"/>
                </a:lnTo>
                <a:lnTo>
                  <a:pt x="436" y="139"/>
                </a:lnTo>
                <a:lnTo>
                  <a:pt x="435" y="152"/>
                </a:lnTo>
                <a:lnTo>
                  <a:pt x="432" y="164"/>
                </a:lnTo>
                <a:lnTo>
                  <a:pt x="427" y="176"/>
                </a:lnTo>
                <a:lnTo>
                  <a:pt x="421" y="187"/>
                </a:lnTo>
                <a:lnTo>
                  <a:pt x="412" y="198"/>
                </a:lnTo>
                <a:lnTo>
                  <a:pt x="401" y="208"/>
                </a:lnTo>
                <a:lnTo>
                  <a:pt x="389" y="218"/>
                </a:lnTo>
                <a:lnTo>
                  <a:pt x="374" y="227"/>
                </a:lnTo>
                <a:lnTo>
                  <a:pt x="358" y="236"/>
                </a:lnTo>
                <a:lnTo>
                  <a:pt x="342" y="243"/>
                </a:lnTo>
                <a:lnTo>
                  <a:pt x="324" y="250"/>
                </a:lnTo>
                <a:lnTo>
                  <a:pt x="306" y="254"/>
                </a:lnTo>
                <a:lnTo>
                  <a:pt x="287" y="258"/>
                </a:lnTo>
                <a:lnTo>
                  <a:pt x="267" y="262"/>
                </a:lnTo>
                <a:lnTo>
                  <a:pt x="247" y="263"/>
                </a:lnTo>
                <a:lnTo>
                  <a:pt x="225" y="264"/>
                </a:lnTo>
                <a:lnTo>
                  <a:pt x="204" y="263"/>
                </a:lnTo>
                <a:lnTo>
                  <a:pt x="183" y="262"/>
                </a:lnTo>
                <a:lnTo>
                  <a:pt x="163" y="258"/>
                </a:lnTo>
                <a:lnTo>
                  <a:pt x="144" y="254"/>
                </a:lnTo>
                <a:lnTo>
                  <a:pt x="126" y="250"/>
                </a:lnTo>
                <a:lnTo>
                  <a:pt x="108" y="243"/>
                </a:lnTo>
                <a:lnTo>
                  <a:pt x="92" y="236"/>
                </a:lnTo>
                <a:lnTo>
                  <a:pt x="76" y="227"/>
                </a:lnTo>
                <a:lnTo>
                  <a:pt x="62" y="218"/>
                </a:lnTo>
                <a:lnTo>
                  <a:pt x="49" y="208"/>
                </a:lnTo>
                <a:lnTo>
                  <a:pt x="39" y="198"/>
                </a:lnTo>
                <a:lnTo>
                  <a:pt x="30" y="187"/>
                </a:lnTo>
                <a:lnTo>
                  <a:pt x="24" y="176"/>
                </a:lnTo>
                <a:lnTo>
                  <a:pt x="18" y="164"/>
                </a:lnTo>
                <a:lnTo>
                  <a:pt x="16" y="152"/>
                </a:lnTo>
                <a:lnTo>
                  <a:pt x="15" y="139"/>
                </a:lnTo>
                <a:lnTo>
                  <a:pt x="16" y="126"/>
                </a:lnTo>
                <a:lnTo>
                  <a:pt x="18" y="114"/>
                </a:lnTo>
                <a:lnTo>
                  <a:pt x="24" y="102"/>
                </a:lnTo>
                <a:lnTo>
                  <a:pt x="30" y="91"/>
                </a:lnTo>
                <a:lnTo>
                  <a:pt x="39" y="80"/>
                </a:lnTo>
                <a:lnTo>
                  <a:pt x="49" y="70"/>
                </a:lnTo>
                <a:lnTo>
                  <a:pt x="62" y="60"/>
                </a:lnTo>
                <a:lnTo>
                  <a:pt x="76" y="51"/>
                </a:lnTo>
                <a:lnTo>
                  <a:pt x="92" y="42"/>
                </a:lnTo>
                <a:lnTo>
                  <a:pt x="108" y="35"/>
                </a:lnTo>
                <a:lnTo>
                  <a:pt x="126" y="29"/>
                </a:lnTo>
                <a:lnTo>
                  <a:pt x="144" y="24"/>
                </a:lnTo>
                <a:lnTo>
                  <a:pt x="163" y="20"/>
                </a:lnTo>
                <a:lnTo>
                  <a:pt x="183" y="17"/>
                </a:lnTo>
                <a:lnTo>
                  <a:pt x="204" y="15"/>
                </a:lnTo>
                <a:lnTo>
                  <a:pt x="225" y="14"/>
                </a:lnTo>
                <a:lnTo>
                  <a:pt x="225" y="0"/>
                </a:lnTo>
                <a:lnTo>
                  <a:pt x="248" y="1"/>
                </a:lnTo>
                <a:lnTo>
                  <a:pt x="270" y="2"/>
                </a:lnTo>
                <a:lnTo>
                  <a:pt x="291" y="6"/>
                </a:lnTo>
                <a:lnTo>
                  <a:pt x="312" y="10"/>
                </a:lnTo>
                <a:lnTo>
                  <a:pt x="331" y="16"/>
                </a:lnTo>
                <a:lnTo>
                  <a:pt x="350" y="23"/>
                </a:lnTo>
                <a:lnTo>
                  <a:pt x="368" y="31"/>
                </a:lnTo>
                <a:lnTo>
                  <a:pt x="384" y="41"/>
                </a:lnTo>
                <a:lnTo>
                  <a:pt x="400" y="51"/>
                </a:lnTo>
                <a:lnTo>
                  <a:pt x="413" y="62"/>
                </a:lnTo>
                <a:lnTo>
                  <a:pt x="424" y="74"/>
                </a:lnTo>
                <a:lnTo>
                  <a:pt x="434" y="86"/>
                </a:lnTo>
                <a:lnTo>
                  <a:pt x="441" y="98"/>
                </a:lnTo>
                <a:lnTo>
                  <a:pt x="446" y="111"/>
                </a:lnTo>
                <a:lnTo>
                  <a:pt x="449" y="125"/>
                </a:lnTo>
                <a:lnTo>
                  <a:pt x="450" y="139"/>
                </a:lnTo>
                <a:lnTo>
                  <a:pt x="449" y="153"/>
                </a:lnTo>
                <a:lnTo>
                  <a:pt x="446" y="167"/>
                </a:lnTo>
                <a:lnTo>
                  <a:pt x="441" y="180"/>
                </a:lnTo>
                <a:lnTo>
                  <a:pt x="434" y="192"/>
                </a:lnTo>
                <a:lnTo>
                  <a:pt x="424" y="204"/>
                </a:lnTo>
                <a:lnTo>
                  <a:pt x="413" y="216"/>
                </a:lnTo>
                <a:lnTo>
                  <a:pt x="400" y="227"/>
                </a:lnTo>
                <a:lnTo>
                  <a:pt x="384" y="237"/>
                </a:lnTo>
                <a:lnTo>
                  <a:pt x="368" y="247"/>
                </a:lnTo>
                <a:lnTo>
                  <a:pt x="350" y="255"/>
                </a:lnTo>
                <a:lnTo>
                  <a:pt x="331" y="262"/>
                </a:lnTo>
                <a:lnTo>
                  <a:pt x="312" y="268"/>
                </a:lnTo>
                <a:lnTo>
                  <a:pt x="291" y="272"/>
                </a:lnTo>
                <a:lnTo>
                  <a:pt x="270" y="276"/>
                </a:lnTo>
                <a:lnTo>
                  <a:pt x="248" y="277"/>
                </a:lnTo>
                <a:lnTo>
                  <a:pt x="225" y="278"/>
                </a:lnTo>
                <a:lnTo>
                  <a:pt x="202" y="277"/>
                </a:lnTo>
                <a:lnTo>
                  <a:pt x="180" y="276"/>
                </a:lnTo>
                <a:lnTo>
                  <a:pt x="159" y="272"/>
                </a:lnTo>
                <a:lnTo>
                  <a:pt x="139" y="268"/>
                </a:lnTo>
                <a:lnTo>
                  <a:pt x="120" y="262"/>
                </a:lnTo>
                <a:lnTo>
                  <a:pt x="101" y="255"/>
                </a:lnTo>
                <a:lnTo>
                  <a:pt x="83" y="247"/>
                </a:lnTo>
                <a:lnTo>
                  <a:pt x="66" y="237"/>
                </a:lnTo>
                <a:lnTo>
                  <a:pt x="51" y="227"/>
                </a:lnTo>
                <a:lnTo>
                  <a:pt x="37" y="216"/>
                </a:lnTo>
                <a:lnTo>
                  <a:pt x="26" y="204"/>
                </a:lnTo>
                <a:lnTo>
                  <a:pt x="17" y="192"/>
                </a:lnTo>
                <a:lnTo>
                  <a:pt x="10" y="180"/>
                </a:lnTo>
                <a:lnTo>
                  <a:pt x="4" y="167"/>
                </a:lnTo>
                <a:lnTo>
                  <a:pt x="2" y="153"/>
                </a:lnTo>
                <a:lnTo>
                  <a:pt x="0" y="139"/>
                </a:lnTo>
                <a:lnTo>
                  <a:pt x="2" y="125"/>
                </a:lnTo>
                <a:lnTo>
                  <a:pt x="4" y="111"/>
                </a:lnTo>
                <a:lnTo>
                  <a:pt x="10" y="98"/>
                </a:lnTo>
                <a:lnTo>
                  <a:pt x="17" y="86"/>
                </a:lnTo>
                <a:lnTo>
                  <a:pt x="26" y="74"/>
                </a:lnTo>
                <a:lnTo>
                  <a:pt x="37" y="62"/>
                </a:lnTo>
                <a:lnTo>
                  <a:pt x="51" y="51"/>
                </a:lnTo>
                <a:lnTo>
                  <a:pt x="66" y="41"/>
                </a:lnTo>
                <a:lnTo>
                  <a:pt x="83" y="31"/>
                </a:lnTo>
                <a:lnTo>
                  <a:pt x="101" y="23"/>
                </a:lnTo>
                <a:lnTo>
                  <a:pt x="120" y="16"/>
                </a:lnTo>
                <a:lnTo>
                  <a:pt x="139" y="10"/>
                </a:lnTo>
                <a:lnTo>
                  <a:pt x="159" y="6"/>
                </a:lnTo>
                <a:lnTo>
                  <a:pt x="180" y="2"/>
                </a:lnTo>
                <a:lnTo>
                  <a:pt x="202" y="1"/>
                </a:lnTo>
                <a:lnTo>
                  <a:pt x="225" y="0"/>
                </a:lnTo>
                <a:lnTo>
                  <a:pt x="225"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0202" name="Rectangle 37">
            <a:extLst>
              <a:ext uri="{FF2B5EF4-FFF2-40B4-BE49-F238E27FC236}">
                <a16:creationId xmlns:a16="http://schemas.microsoft.com/office/drawing/2014/main" id="{3E807909-3C3E-1E4E-9796-E003D980C17E}"/>
              </a:ext>
            </a:extLst>
          </p:cNvPr>
          <p:cNvSpPr>
            <a:spLocks noChangeArrowheads="1"/>
          </p:cNvSpPr>
          <p:nvPr/>
        </p:nvSpPr>
        <p:spPr bwMode="auto">
          <a:xfrm>
            <a:off x="2039541" y="3454004"/>
            <a:ext cx="15228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650">
                <a:solidFill>
                  <a:srgbClr val="000000"/>
                </a:solidFill>
                <a:latin typeface="Arial" panose="020B0604020202020204" pitchFamily="34" charset="0"/>
                <a:cs typeface="Arial" panose="020B0604020202020204" pitchFamily="34" charset="0"/>
              </a:rPr>
              <a:t>A</a:t>
            </a:r>
            <a:endParaRPr lang="en-US" altLang="it-IT" sz="1800">
              <a:latin typeface="Arial" panose="020B0604020202020204" pitchFamily="34" charset="0"/>
              <a:cs typeface="Arial" panose="020B0604020202020204" pitchFamily="34" charset="0"/>
            </a:endParaRPr>
          </a:p>
        </p:txBody>
      </p:sp>
      <p:sp>
        <p:nvSpPr>
          <p:cNvPr id="50203" name="Rectangle 38">
            <a:extLst>
              <a:ext uri="{FF2B5EF4-FFF2-40B4-BE49-F238E27FC236}">
                <a16:creationId xmlns:a16="http://schemas.microsoft.com/office/drawing/2014/main" id="{3EC74CCC-F0B1-D44C-BD75-B0179F4088AE}"/>
              </a:ext>
            </a:extLst>
          </p:cNvPr>
          <p:cNvSpPr>
            <a:spLocks noChangeArrowheads="1"/>
          </p:cNvSpPr>
          <p:nvPr/>
        </p:nvSpPr>
        <p:spPr bwMode="auto">
          <a:xfrm>
            <a:off x="2971800" y="3429000"/>
            <a:ext cx="1298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650">
                <a:solidFill>
                  <a:srgbClr val="000000"/>
                </a:solidFill>
                <a:latin typeface="Arial" panose="020B0604020202020204" pitchFamily="34" charset="0"/>
                <a:cs typeface="Arial" panose="020B0604020202020204" pitchFamily="34" charset="0"/>
              </a:rPr>
              <a:t>b</a:t>
            </a:r>
            <a:endParaRPr lang="en-US" altLang="it-IT" sz="1800">
              <a:latin typeface="Arial" panose="020B0604020202020204" pitchFamily="34" charset="0"/>
              <a:cs typeface="Arial" panose="020B0604020202020204" pitchFamily="34" charset="0"/>
            </a:endParaRPr>
          </a:p>
        </p:txBody>
      </p:sp>
      <p:sp>
        <p:nvSpPr>
          <p:cNvPr id="122892" name="Rectangle 12">
            <a:extLst>
              <a:ext uri="{FF2B5EF4-FFF2-40B4-BE49-F238E27FC236}">
                <a16:creationId xmlns:a16="http://schemas.microsoft.com/office/drawing/2014/main" id="{7E2673F8-C0C4-2445-AFBD-7064FB4DCF95}"/>
              </a:ext>
            </a:extLst>
          </p:cNvPr>
          <p:cNvSpPr>
            <a:spLocks noChangeArrowheads="1"/>
          </p:cNvSpPr>
          <p:nvPr/>
        </p:nvSpPr>
        <p:spPr bwMode="auto">
          <a:xfrm>
            <a:off x="4096941" y="2407444"/>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50205" name="Rectangle 44">
            <a:extLst>
              <a:ext uri="{FF2B5EF4-FFF2-40B4-BE49-F238E27FC236}">
                <a16:creationId xmlns:a16="http://schemas.microsoft.com/office/drawing/2014/main" id="{D023BAD5-FE67-AD4B-BFC6-71F08A005DF1}"/>
              </a:ext>
            </a:extLst>
          </p:cNvPr>
          <p:cNvSpPr>
            <a:spLocks noChangeArrowheads="1"/>
          </p:cNvSpPr>
          <p:nvPr/>
        </p:nvSpPr>
        <p:spPr bwMode="auto">
          <a:xfrm>
            <a:off x="2430066" y="4057650"/>
            <a:ext cx="145874"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575">
                <a:solidFill>
                  <a:srgbClr val="000000"/>
                </a:solidFill>
                <a:latin typeface="Arial" panose="020B0604020202020204" pitchFamily="34" charset="0"/>
                <a:cs typeface="Arial" panose="020B0604020202020204" pitchFamily="34" charset="0"/>
              </a:rPr>
              <a:t>R</a:t>
            </a:r>
            <a:endParaRPr lang="en-US" altLang="it-IT" sz="1800">
              <a:latin typeface="Arial" panose="020B0604020202020204" pitchFamily="34" charset="0"/>
              <a:cs typeface="Arial" panose="020B0604020202020204" pitchFamily="34" charset="0"/>
            </a:endParaRPr>
          </a:p>
        </p:txBody>
      </p:sp>
      <p:sp>
        <p:nvSpPr>
          <p:cNvPr id="50206" name="Oval 45">
            <a:extLst>
              <a:ext uri="{FF2B5EF4-FFF2-40B4-BE49-F238E27FC236}">
                <a16:creationId xmlns:a16="http://schemas.microsoft.com/office/drawing/2014/main" id="{81624454-6343-214A-AA93-077FF33FF241}"/>
              </a:ext>
            </a:extLst>
          </p:cNvPr>
          <p:cNvSpPr>
            <a:spLocks noChangeArrowheads="1"/>
          </p:cNvSpPr>
          <p:nvPr/>
        </p:nvSpPr>
        <p:spPr bwMode="auto">
          <a:xfrm>
            <a:off x="1837135" y="4224338"/>
            <a:ext cx="514350" cy="31789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latin typeface="Arial" panose="020B0604020202020204" pitchFamily="34" charset="0"/>
              <a:cs typeface="Arial" panose="020B0604020202020204" pitchFamily="34" charset="0"/>
            </a:endParaRPr>
          </a:p>
        </p:txBody>
      </p:sp>
      <p:sp>
        <p:nvSpPr>
          <p:cNvPr id="50207" name="Freeform 46">
            <a:extLst>
              <a:ext uri="{FF2B5EF4-FFF2-40B4-BE49-F238E27FC236}">
                <a16:creationId xmlns:a16="http://schemas.microsoft.com/office/drawing/2014/main" id="{EE87FFF9-64A3-7B49-9906-E476F04D34B6}"/>
              </a:ext>
            </a:extLst>
          </p:cNvPr>
          <p:cNvSpPr>
            <a:spLocks/>
          </p:cNvSpPr>
          <p:nvPr/>
        </p:nvSpPr>
        <p:spPr bwMode="auto">
          <a:xfrm>
            <a:off x="1837135" y="4224338"/>
            <a:ext cx="514350" cy="317897"/>
          </a:xfrm>
          <a:custGeom>
            <a:avLst/>
            <a:gdLst>
              <a:gd name="T0" fmla="*/ 2147483647 w 432"/>
              <a:gd name="T1" fmla="*/ 2147483647 h 267"/>
              <a:gd name="T2" fmla="*/ 2147483647 w 432"/>
              <a:gd name="T3" fmla="*/ 2147483647 h 267"/>
              <a:gd name="T4" fmla="*/ 2147483647 w 432"/>
              <a:gd name="T5" fmla="*/ 2147483647 h 267"/>
              <a:gd name="T6" fmla="*/ 2147483647 w 432"/>
              <a:gd name="T7" fmla="*/ 2147483647 h 267"/>
              <a:gd name="T8" fmla="*/ 2147483647 w 432"/>
              <a:gd name="T9" fmla="*/ 2147483647 h 267"/>
              <a:gd name="T10" fmla="*/ 2147483647 w 432"/>
              <a:gd name="T11" fmla="*/ 2147483647 h 267"/>
              <a:gd name="T12" fmla="*/ 2147483647 w 432"/>
              <a:gd name="T13" fmla="*/ 2147483647 h 267"/>
              <a:gd name="T14" fmla="*/ 2147483647 w 432"/>
              <a:gd name="T15" fmla="*/ 2147483647 h 267"/>
              <a:gd name="T16" fmla="*/ 2147483647 w 432"/>
              <a:gd name="T17" fmla="*/ 2147483647 h 267"/>
              <a:gd name="T18" fmla="*/ 2147483647 w 432"/>
              <a:gd name="T19" fmla="*/ 2147483647 h 267"/>
              <a:gd name="T20" fmla="*/ 2147483647 w 432"/>
              <a:gd name="T21" fmla="*/ 2147483647 h 267"/>
              <a:gd name="T22" fmla="*/ 2147483647 w 432"/>
              <a:gd name="T23" fmla="*/ 2147483647 h 267"/>
              <a:gd name="T24" fmla="*/ 2147483647 w 432"/>
              <a:gd name="T25" fmla="*/ 2147483647 h 267"/>
              <a:gd name="T26" fmla="*/ 2147483647 w 432"/>
              <a:gd name="T27" fmla="*/ 2147483647 h 267"/>
              <a:gd name="T28" fmla="*/ 2147483647 w 432"/>
              <a:gd name="T29" fmla="*/ 2147483647 h 267"/>
              <a:gd name="T30" fmla="*/ 2147483647 w 432"/>
              <a:gd name="T31" fmla="*/ 2147483647 h 267"/>
              <a:gd name="T32" fmla="*/ 2147483647 w 432"/>
              <a:gd name="T33" fmla="*/ 2147483647 h 267"/>
              <a:gd name="T34" fmla="*/ 2147483647 w 432"/>
              <a:gd name="T35" fmla="*/ 2147483647 h 267"/>
              <a:gd name="T36" fmla="*/ 2147483647 w 432"/>
              <a:gd name="T37" fmla="*/ 2147483647 h 267"/>
              <a:gd name="T38" fmla="*/ 2147483647 w 432"/>
              <a:gd name="T39" fmla="*/ 2147483647 h 267"/>
              <a:gd name="T40" fmla="*/ 2147483647 w 432"/>
              <a:gd name="T41" fmla="*/ 2147483647 h 267"/>
              <a:gd name="T42" fmla="*/ 2147483647 w 432"/>
              <a:gd name="T43" fmla="*/ 0 h 267"/>
              <a:gd name="T44" fmla="*/ 2147483647 w 432"/>
              <a:gd name="T45" fmla="*/ 2147483647 h 267"/>
              <a:gd name="T46" fmla="*/ 2147483647 w 432"/>
              <a:gd name="T47" fmla="*/ 2147483647 h 267"/>
              <a:gd name="T48" fmla="*/ 2147483647 w 432"/>
              <a:gd name="T49" fmla="*/ 2147483647 h 267"/>
              <a:gd name="T50" fmla="*/ 2147483647 w 432"/>
              <a:gd name="T51" fmla="*/ 2147483647 h 267"/>
              <a:gd name="T52" fmla="*/ 2147483647 w 432"/>
              <a:gd name="T53" fmla="*/ 2147483647 h 267"/>
              <a:gd name="T54" fmla="*/ 2147483647 w 432"/>
              <a:gd name="T55" fmla="*/ 2147483647 h 267"/>
              <a:gd name="T56" fmla="*/ 2147483647 w 432"/>
              <a:gd name="T57" fmla="*/ 2147483647 h 267"/>
              <a:gd name="T58" fmla="*/ 2147483647 w 432"/>
              <a:gd name="T59" fmla="*/ 2147483647 h 267"/>
              <a:gd name="T60" fmla="*/ 2147483647 w 432"/>
              <a:gd name="T61" fmla="*/ 2147483647 h 267"/>
              <a:gd name="T62" fmla="*/ 2147483647 w 432"/>
              <a:gd name="T63" fmla="*/ 2147483647 h 267"/>
              <a:gd name="T64" fmla="*/ 2147483647 w 432"/>
              <a:gd name="T65" fmla="*/ 2147483647 h 267"/>
              <a:gd name="T66" fmla="*/ 2147483647 w 432"/>
              <a:gd name="T67" fmla="*/ 2147483647 h 267"/>
              <a:gd name="T68" fmla="*/ 2147483647 w 432"/>
              <a:gd name="T69" fmla="*/ 2147483647 h 267"/>
              <a:gd name="T70" fmla="*/ 2147483647 w 432"/>
              <a:gd name="T71" fmla="*/ 2147483647 h 267"/>
              <a:gd name="T72" fmla="*/ 2147483647 w 432"/>
              <a:gd name="T73" fmla="*/ 2147483647 h 267"/>
              <a:gd name="T74" fmla="*/ 0 w 432"/>
              <a:gd name="T75" fmla="*/ 2147483647 h 267"/>
              <a:gd name="T76" fmla="*/ 2147483647 w 432"/>
              <a:gd name="T77" fmla="*/ 2147483647 h 267"/>
              <a:gd name="T78" fmla="*/ 2147483647 w 432"/>
              <a:gd name="T79" fmla="*/ 2147483647 h 267"/>
              <a:gd name="T80" fmla="*/ 2147483647 w 432"/>
              <a:gd name="T81" fmla="*/ 2147483647 h 267"/>
              <a:gd name="T82" fmla="*/ 2147483647 w 432"/>
              <a:gd name="T83" fmla="*/ 2147483647 h 267"/>
              <a:gd name="T84" fmla="*/ 2147483647 w 432"/>
              <a:gd name="T85" fmla="*/ 2147483647 h 26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32" h="267">
                <a:moveTo>
                  <a:pt x="216" y="14"/>
                </a:moveTo>
                <a:lnTo>
                  <a:pt x="237" y="15"/>
                </a:lnTo>
                <a:lnTo>
                  <a:pt x="256" y="16"/>
                </a:lnTo>
                <a:lnTo>
                  <a:pt x="276" y="19"/>
                </a:lnTo>
                <a:lnTo>
                  <a:pt x="294" y="23"/>
                </a:lnTo>
                <a:lnTo>
                  <a:pt x="311" y="28"/>
                </a:lnTo>
                <a:lnTo>
                  <a:pt x="328" y="34"/>
                </a:lnTo>
                <a:lnTo>
                  <a:pt x="344" y="41"/>
                </a:lnTo>
                <a:lnTo>
                  <a:pt x="359" y="49"/>
                </a:lnTo>
                <a:lnTo>
                  <a:pt x="373" y="58"/>
                </a:lnTo>
                <a:lnTo>
                  <a:pt x="385" y="68"/>
                </a:lnTo>
                <a:lnTo>
                  <a:pt x="395" y="77"/>
                </a:lnTo>
                <a:lnTo>
                  <a:pt x="404" y="88"/>
                </a:lnTo>
                <a:lnTo>
                  <a:pt x="410" y="99"/>
                </a:lnTo>
                <a:lnTo>
                  <a:pt x="415" y="110"/>
                </a:lnTo>
                <a:lnTo>
                  <a:pt x="417" y="122"/>
                </a:lnTo>
                <a:lnTo>
                  <a:pt x="418" y="134"/>
                </a:lnTo>
                <a:lnTo>
                  <a:pt x="417" y="146"/>
                </a:lnTo>
                <a:lnTo>
                  <a:pt x="415" y="158"/>
                </a:lnTo>
                <a:lnTo>
                  <a:pt x="410" y="169"/>
                </a:lnTo>
                <a:lnTo>
                  <a:pt x="404" y="180"/>
                </a:lnTo>
                <a:lnTo>
                  <a:pt x="395" y="190"/>
                </a:lnTo>
                <a:lnTo>
                  <a:pt x="385" y="200"/>
                </a:lnTo>
                <a:lnTo>
                  <a:pt x="373" y="210"/>
                </a:lnTo>
                <a:lnTo>
                  <a:pt x="359" y="218"/>
                </a:lnTo>
                <a:lnTo>
                  <a:pt x="344" y="227"/>
                </a:lnTo>
                <a:lnTo>
                  <a:pt x="328" y="234"/>
                </a:lnTo>
                <a:lnTo>
                  <a:pt x="311" y="240"/>
                </a:lnTo>
                <a:lnTo>
                  <a:pt x="294" y="245"/>
                </a:lnTo>
                <a:lnTo>
                  <a:pt x="276" y="248"/>
                </a:lnTo>
                <a:lnTo>
                  <a:pt x="256" y="252"/>
                </a:lnTo>
                <a:lnTo>
                  <a:pt x="237" y="253"/>
                </a:lnTo>
                <a:lnTo>
                  <a:pt x="216" y="253"/>
                </a:lnTo>
                <a:lnTo>
                  <a:pt x="195" y="253"/>
                </a:lnTo>
                <a:lnTo>
                  <a:pt x="176" y="252"/>
                </a:lnTo>
                <a:lnTo>
                  <a:pt x="156" y="248"/>
                </a:lnTo>
                <a:lnTo>
                  <a:pt x="138" y="245"/>
                </a:lnTo>
                <a:lnTo>
                  <a:pt x="121" y="240"/>
                </a:lnTo>
                <a:lnTo>
                  <a:pt x="104" y="234"/>
                </a:lnTo>
                <a:lnTo>
                  <a:pt x="88" y="227"/>
                </a:lnTo>
                <a:lnTo>
                  <a:pt x="73" y="218"/>
                </a:lnTo>
                <a:lnTo>
                  <a:pt x="59" y="210"/>
                </a:lnTo>
                <a:lnTo>
                  <a:pt x="47" y="200"/>
                </a:lnTo>
                <a:lnTo>
                  <a:pt x="37" y="190"/>
                </a:lnTo>
                <a:lnTo>
                  <a:pt x="28" y="180"/>
                </a:lnTo>
                <a:lnTo>
                  <a:pt x="22" y="169"/>
                </a:lnTo>
                <a:lnTo>
                  <a:pt x="17" y="158"/>
                </a:lnTo>
                <a:lnTo>
                  <a:pt x="15" y="146"/>
                </a:lnTo>
                <a:lnTo>
                  <a:pt x="14" y="134"/>
                </a:lnTo>
                <a:lnTo>
                  <a:pt x="15" y="122"/>
                </a:lnTo>
                <a:lnTo>
                  <a:pt x="17" y="110"/>
                </a:lnTo>
                <a:lnTo>
                  <a:pt x="22" y="99"/>
                </a:lnTo>
                <a:lnTo>
                  <a:pt x="28" y="88"/>
                </a:lnTo>
                <a:lnTo>
                  <a:pt x="37" y="77"/>
                </a:lnTo>
                <a:lnTo>
                  <a:pt x="47" y="68"/>
                </a:lnTo>
                <a:lnTo>
                  <a:pt x="59" y="58"/>
                </a:lnTo>
                <a:lnTo>
                  <a:pt x="73" y="49"/>
                </a:lnTo>
                <a:lnTo>
                  <a:pt x="88" y="41"/>
                </a:lnTo>
                <a:lnTo>
                  <a:pt x="104" y="34"/>
                </a:lnTo>
                <a:lnTo>
                  <a:pt x="121" y="28"/>
                </a:lnTo>
                <a:lnTo>
                  <a:pt x="138" y="23"/>
                </a:lnTo>
                <a:lnTo>
                  <a:pt x="156" y="19"/>
                </a:lnTo>
                <a:lnTo>
                  <a:pt x="176" y="16"/>
                </a:lnTo>
                <a:lnTo>
                  <a:pt x="195" y="15"/>
                </a:lnTo>
                <a:lnTo>
                  <a:pt x="216" y="14"/>
                </a:lnTo>
                <a:lnTo>
                  <a:pt x="216" y="0"/>
                </a:lnTo>
                <a:lnTo>
                  <a:pt x="238" y="1"/>
                </a:lnTo>
                <a:lnTo>
                  <a:pt x="259" y="3"/>
                </a:lnTo>
                <a:lnTo>
                  <a:pt x="280" y="6"/>
                </a:lnTo>
                <a:lnTo>
                  <a:pt x="299" y="10"/>
                </a:lnTo>
                <a:lnTo>
                  <a:pt x="318" y="15"/>
                </a:lnTo>
                <a:lnTo>
                  <a:pt x="336" y="22"/>
                </a:lnTo>
                <a:lnTo>
                  <a:pt x="353" y="30"/>
                </a:lnTo>
                <a:lnTo>
                  <a:pt x="369" y="39"/>
                </a:lnTo>
                <a:lnTo>
                  <a:pt x="384" y="49"/>
                </a:lnTo>
                <a:lnTo>
                  <a:pt x="397" y="60"/>
                </a:lnTo>
                <a:lnTo>
                  <a:pt x="407" y="71"/>
                </a:lnTo>
                <a:lnTo>
                  <a:pt x="416" y="83"/>
                </a:lnTo>
                <a:lnTo>
                  <a:pt x="423" y="95"/>
                </a:lnTo>
                <a:lnTo>
                  <a:pt x="428" y="107"/>
                </a:lnTo>
                <a:lnTo>
                  <a:pt x="431" y="120"/>
                </a:lnTo>
                <a:lnTo>
                  <a:pt x="432" y="134"/>
                </a:lnTo>
                <a:lnTo>
                  <a:pt x="431" y="148"/>
                </a:lnTo>
                <a:lnTo>
                  <a:pt x="428" y="160"/>
                </a:lnTo>
                <a:lnTo>
                  <a:pt x="423" y="173"/>
                </a:lnTo>
                <a:lnTo>
                  <a:pt x="416" y="185"/>
                </a:lnTo>
                <a:lnTo>
                  <a:pt x="407" y="197"/>
                </a:lnTo>
                <a:lnTo>
                  <a:pt x="397" y="208"/>
                </a:lnTo>
                <a:lnTo>
                  <a:pt x="384" y="218"/>
                </a:lnTo>
                <a:lnTo>
                  <a:pt x="369" y="228"/>
                </a:lnTo>
                <a:lnTo>
                  <a:pt x="353" y="238"/>
                </a:lnTo>
                <a:lnTo>
                  <a:pt x="336" y="246"/>
                </a:lnTo>
                <a:lnTo>
                  <a:pt x="318" y="252"/>
                </a:lnTo>
                <a:lnTo>
                  <a:pt x="299" y="257"/>
                </a:lnTo>
                <a:lnTo>
                  <a:pt x="280" y="262"/>
                </a:lnTo>
                <a:lnTo>
                  <a:pt x="259" y="265"/>
                </a:lnTo>
                <a:lnTo>
                  <a:pt x="238" y="267"/>
                </a:lnTo>
                <a:lnTo>
                  <a:pt x="216" y="267"/>
                </a:lnTo>
                <a:lnTo>
                  <a:pt x="194" y="267"/>
                </a:lnTo>
                <a:lnTo>
                  <a:pt x="173" y="265"/>
                </a:lnTo>
                <a:lnTo>
                  <a:pt x="152" y="262"/>
                </a:lnTo>
                <a:lnTo>
                  <a:pt x="133" y="257"/>
                </a:lnTo>
                <a:lnTo>
                  <a:pt x="114" y="252"/>
                </a:lnTo>
                <a:lnTo>
                  <a:pt x="96" y="246"/>
                </a:lnTo>
                <a:lnTo>
                  <a:pt x="79" y="238"/>
                </a:lnTo>
                <a:lnTo>
                  <a:pt x="63" y="228"/>
                </a:lnTo>
                <a:lnTo>
                  <a:pt x="48" y="218"/>
                </a:lnTo>
                <a:lnTo>
                  <a:pt x="35" y="208"/>
                </a:lnTo>
                <a:lnTo>
                  <a:pt x="25" y="197"/>
                </a:lnTo>
                <a:lnTo>
                  <a:pt x="16" y="185"/>
                </a:lnTo>
                <a:lnTo>
                  <a:pt x="9" y="173"/>
                </a:lnTo>
                <a:lnTo>
                  <a:pt x="4" y="160"/>
                </a:lnTo>
                <a:lnTo>
                  <a:pt x="1" y="148"/>
                </a:lnTo>
                <a:lnTo>
                  <a:pt x="0" y="134"/>
                </a:lnTo>
                <a:lnTo>
                  <a:pt x="1" y="120"/>
                </a:lnTo>
                <a:lnTo>
                  <a:pt x="4" y="107"/>
                </a:lnTo>
                <a:lnTo>
                  <a:pt x="9" y="95"/>
                </a:lnTo>
                <a:lnTo>
                  <a:pt x="16" y="83"/>
                </a:lnTo>
                <a:lnTo>
                  <a:pt x="25" y="71"/>
                </a:lnTo>
                <a:lnTo>
                  <a:pt x="35" y="60"/>
                </a:lnTo>
                <a:lnTo>
                  <a:pt x="48" y="49"/>
                </a:lnTo>
                <a:lnTo>
                  <a:pt x="63" y="39"/>
                </a:lnTo>
                <a:lnTo>
                  <a:pt x="79" y="30"/>
                </a:lnTo>
                <a:lnTo>
                  <a:pt x="96" y="22"/>
                </a:lnTo>
                <a:lnTo>
                  <a:pt x="114" y="15"/>
                </a:lnTo>
                <a:lnTo>
                  <a:pt x="133" y="10"/>
                </a:lnTo>
                <a:lnTo>
                  <a:pt x="152" y="6"/>
                </a:lnTo>
                <a:lnTo>
                  <a:pt x="173" y="3"/>
                </a:lnTo>
                <a:lnTo>
                  <a:pt x="194" y="1"/>
                </a:lnTo>
                <a:lnTo>
                  <a:pt x="216" y="0"/>
                </a:lnTo>
                <a:lnTo>
                  <a:pt x="216"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0208" name="Oval 47">
            <a:extLst>
              <a:ext uri="{FF2B5EF4-FFF2-40B4-BE49-F238E27FC236}">
                <a16:creationId xmlns:a16="http://schemas.microsoft.com/office/drawing/2014/main" id="{3288A163-BDB8-3B4E-99C8-C4B5F9D6F56F}"/>
              </a:ext>
            </a:extLst>
          </p:cNvPr>
          <p:cNvSpPr>
            <a:spLocks noChangeArrowheads="1"/>
          </p:cNvSpPr>
          <p:nvPr/>
        </p:nvSpPr>
        <p:spPr bwMode="auto">
          <a:xfrm>
            <a:off x="2733675" y="4224338"/>
            <a:ext cx="514350" cy="31789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latin typeface="Arial" panose="020B0604020202020204" pitchFamily="34" charset="0"/>
              <a:cs typeface="Arial" panose="020B0604020202020204" pitchFamily="34" charset="0"/>
            </a:endParaRPr>
          </a:p>
        </p:txBody>
      </p:sp>
      <p:sp>
        <p:nvSpPr>
          <p:cNvPr id="50209" name="Freeform 48">
            <a:extLst>
              <a:ext uri="{FF2B5EF4-FFF2-40B4-BE49-F238E27FC236}">
                <a16:creationId xmlns:a16="http://schemas.microsoft.com/office/drawing/2014/main" id="{E9BBCE62-9829-8140-A0FA-0A310457BE42}"/>
              </a:ext>
            </a:extLst>
          </p:cNvPr>
          <p:cNvSpPr>
            <a:spLocks/>
          </p:cNvSpPr>
          <p:nvPr/>
        </p:nvSpPr>
        <p:spPr bwMode="auto">
          <a:xfrm>
            <a:off x="2733675" y="4224338"/>
            <a:ext cx="514350" cy="317897"/>
          </a:xfrm>
          <a:custGeom>
            <a:avLst/>
            <a:gdLst>
              <a:gd name="T0" fmla="*/ 2147483647 w 432"/>
              <a:gd name="T1" fmla="*/ 2147483647 h 267"/>
              <a:gd name="T2" fmla="*/ 2147483647 w 432"/>
              <a:gd name="T3" fmla="*/ 2147483647 h 267"/>
              <a:gd name="T4" fmla="*/ 2147483647 w 432"/>
              <a:gd name="T5" fmla="*/ 2147483647 h 267"/>
              <a:gd name="T6" fmla="*/ 2147483647 w 432"/>
              <a:gd name="T7" fmla="*/ 2147483647 h 267"/>
              <a:gd name="T8" fmla="*/ 2147483647 w 432"/>
              <a:gd name="T9" fmla="*/ 2147483647 h 267"/>
              <a:gd name="T10" fmla="*/ 2147483647 w 432"/>
              <a:gd name="T11" fmla="*/ 2147483647 h 267"/>
              <a:gd name="T12" fmla="*/ 2147483647 w 432"/>
              <a:gd name="T13" fmla="*/ 2147483647 h 267"/>
              <a:gd name="T14" fmla="*/ 2147483647 w 432"/>
              <a:gd name="T15" fmla="*/ 2147483647 h 267"/>
              <a:gd name="T16" fmla="*/ 2147483647 w 432"/>
              <a:gd name="T17" fmla="*/ 2147483647 h 267"/>
              <a:gd name="T18" fmla="*/ 2147483647 w 432"/>
              <a:gd name="T19" fmla="*/ 2147483647 h 267"/>
              <a:gd name="T20" fmla="*/ 2147483647 w 432"/>
              <a:gd name="T21" fmla="*/ 2147483647 h 267"/>
              <a:gd name="T22" fmla="*/ 2147483647 w 432"/>
              <a:gd name="T23" fmla="*/ 2147483647 h 267"/>
              <a:gd name="T24" fmla="*/ 2147483647 w 432"/>
              <a:gd name="T25" fmla="*/ 2147483647 h 267"/>
              <a:gd name="T26" fmla="*/ 2147483647 w 432"/>
              <a:gd name="T27" fmla="*/ 2147483647 h 267"/>
              <a:gd name="T28" fmla="*/ 2147483647 w 432"/>
              <a:gd name="T29" fmla="*/ 2147483647 h 267"/>
              <a:gd name="T30" fmla="*/ 2147483647 w 432"/>
              <a:gd name="T31" fmla="*/ 2147483647 h 267"/>
              <a:gd name="T32" fmla="*/ 2147483647 w 432"/>
              <a:gd name="T33" fmla="*/ 2147483647 h 267"/>
              <a:gd name="T34" fmla="*/ 2147483647 w 432"/>
              <a:gd name="T35" fmla="*/ 2147483647 h 267"/>
              <a:gd name="T36" fmla="*/ 2147483647 w 432"/>
              <a:gd name="T37" fmla="*/ 2147483647 h 267"/>
              <a:gd name="T38" fmla="*/ 2147483647 w 432"/>
              <a:gd name="T39" fmla="*/ 2147483647 h 267"/>
              <a:gd name="T40" fmla="*/ 2147483647 w 432"/>
              <a:gd name="T41" fmla="*/ 2147483647 h 267"/>
              <a:gd name="T42" fmla="*/ 2147483647 w 432"/>
              <a:gd name="T43" fmla="*/ 0 h 267"/>
              <a:gd name="T44" fmla="*/ 2147483647 w 432"/>
              <a:gd name="T45" fmla="*/ 2147483647 h 267"/>
              <a:gd name="T46" fmla="*/ 2147483647 w 432"/>
              <a:gd name="T47" fmla="*/ 2147483647 h 267"/>
              <a:gd name="T48" fmla="*/ 2147483647 w 432"/>
              <a:gd name="T49" fmla="*/ 2147483647 h 267"/>
              <a:gd name="T50" fmla="*/ 2147483647 w 432"/>
              <a:gd name="T51" fmla="*/ 2147483647 h 267"/>
              <a:gd name="T52" fmla="*/ 2147483647 w 432"/>
              <a:gd name="T53" fmla="*/ 2147483647 h 267"/>
              <a:gd name="T54" fmla="*/ 2147483647 w 432"/>
              <a:gd name="T55" fmla="*/ 2147483647 h 267"/>
              <a:gd name="T56" fmla="*/ 2147483647 w 432"/>
              <a:gd name="T57" fmla="*/ 2147483647 h 267"/>
              <a:gd name="T58" fmla="*/ 2147483647 w 432"/>
              <a:gd name="T59" fmla="*/ 2147483647 h 267"/>
              <a:gd name="T60" fmla="*/ 2147483647 w 432"/>
              <a:gd name="T61" fmla="*/ 2147483647 h 267"/>
              <a:gd name="T62" fmla="*/ 2147483647 w 432"/>
              <a:gd name="T63" fmla="*/ 2147483647 h 267"/>
              <a:gd name="T64" fmla="*/ 2147483647 w 432"/>
              <a:gd name="T65" fmla="*/ 2147483647 h 267"/>
              <a:gd name="T66" fmla="*/ 2147483647 w 432"/>
              <a:gd name="T67" fmla="*/ 2147483647 h 267"/>
              <a:gd name="T68" fmla="*/ 2147483647 w 432"/>
              <a:gd name="T69" fmla="*/ 2147483647 h 267"/>
              <a:gd name="T70" fmla="*/ 2147483647 w 432"/>
              <a:gd name="T71" fmla="*/ 2147483647 h 267"/>
              <a:gd name="T72" fmla="*/ 2147483647 w 432"/>
              <a:gd name="T73" fmla="*/ 2147483647 h 267"/>
              <a:gd name="T74" fmla="*/ 0 w 432"/>
              <a:gd name="T75" fmla="*/ 2147483647 h 267"/>
              <a:gd name="T76" fmla="*/ 2147483647 w 432"/>
              <a:gd name="T77" fmla="*/ 2147483647 h 267"/>
              <a:gd name="T78" fmla="*/ 2147483647 w 432"/>
              <a:gd name="T79" fmla="*/ 2147483647 h 267"/>
              <a:gd name="T80" fmla="*/ 2147483647 w 432"/>
              <a:gd name="T81" fmla="*/ 2147483647 h 267"/>
              <a:gd name="T82" fmla="*/ 2147483647 w 432"/>
              <a:gd name="T83" fmla="*/ 2147483647 h 267"/>
              <a:gd name="T84" fmla="*/ 2147483647 w 432"/>
              <a:gd name="T85" fmla="*/ 2147483647 h 26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32" h="267">
                <a:moveTo>
                  <a:pt x="216" y="14"/>
                </a:moveTo>
                <a:lnTo>
                  <a:pt x="237" y="15"/>
                </a:lnTo>
                <a:lnTo>
                  <a:pt x="257" y="16"/>
                </a:lnTo>
                <a:lnTo>
                  <a:pt x="276" y="19"/>
                </a:lnTo>
                <a:lnTo>
                  <a:pt x="294" y="23"/>
                </a:lnTo>
                <a:lnTo>
                  <a:pt x="311" y="28"/>
                </a:lnTo>
                <a:lnTo>
                  <a:pt x="329" y="34"/>
                </a:lnTo>
                <a:lnTo>
                  <a:pt x="344" y="41"/>
                </a:lnTo>
                <a:lnTo>
                  <a:pt x="359" y="49"/>
                </a:lnTo>
                <a:lnTo>
                  <a:pt x="373" y="58"/>
                </a:lnTo>
                <a:lnTo>
                  <a:pt x="385" y="68"/>
                </a:lnTo>
                <a:lnTo>
                  <a:pt x="395" y="77"/>
                </a:lnTo>
                <a:lnTo>
                  <a:pt x="404" y="88"/>
                </a:lnTo>
                <a:lnTo>
                  <a:pt x="410" y="99"/>
                </a:lnTo>
                <a:lnTo>
                  <a:pt x="415" y="110"/>
                </a:lnTo>
                <a:lnTo>
                  <a:pt x="417" y="122"/>
                </a:lnTo>
                <a:lnTo>
                  <a:pt x="419" y="134"/>
                </a:lnTo>
                <a:lnTo>
                  <a:pt x="417" y="146"/>
                </a:lnTo>
                <a:lnTo>
                  <a:pt x="415" y="158"/>
                </a:lnTo>
                <a:lnTo>
                  <a:pt x="410" y="169"/>
                </a:lnTo>
                <a:lnTo>
                  <a:pt x="404" y="180"/>
                </a:lnTo>
                <a:lnTo>
                  <a:pt x="395" y="190"/>
                </a:lnTo>
                <a:lnTo>
                  <a:pt x="385" y="200"/>
                </a:lnTo>
                <a:lnTo>
                  <a:pt x="373" y="210"/>
                </a:lnTo>
                <a:lnTo>
                  <a:pt x="359" y="218"/>
                </a:lnTo>
                <a:lnTo>
                  <a:pt x="344" y="227"/>
                </a:lnTo>
                <a:lnTo>
                  <a:pt x="329" y="234"/>
                </a:lnTo>
                <a:lnTo>
                  <a:pt x="311" y="240"/>
                </a:lnTo>
                <a:lnTo>
                  <a:pt x="294" y="245"/>
                </a:lnTo>
                <a:lnTo>
                  <a:pt x="276" y="248"/>
                </a:lnTo>
                <a:lnTo>
                  <a:pt x="257" y="252"/>
                </a:lnTo>
                <a:lnTo>
                  <a:pt x="237" y="253"/>
                </a:lnTo>
                <a:lnTo>
                  <a:pt x="216" y="253"/>
                </a:lnTo>
                <a:lnTo>
                  <a:pt x="196" y="253"/>
                </a:lnTo>
                <a:lnTo>
                  <a:pt x="176" y="252"/>
                </a:lnTo>
                <a:lnTo>
                  <a:pt x="157" y="248"/>
                </a:lnTo>
                <a:lnTo>
                  <a:pt x="138" y="245"/>
                </a:lnTo>
                <a:lnTo>
                  <a:pt x="121" y="240"/>
                </a:lnTo>
                <a:lnTo>
                  <a:pt x="104" y="234"/>
                </a:lnTo>
                <a:lnTo>
                  <a:pt x="88" y="227"/>
                </a:lnTo>
                <a:lnTo>
                  <a:pt x="73" y="218"/>
                </a:lnTo>
                <a:lnTo>
                  <a:pt x="59" y="210"/>
                </a:lnTo>
                <a:lnTo>
                  <a:pt x="47" y="200"/>
                </a:lnTo>
                <a:lnTo>
                  <a:pt x="37" y="190"/>
                </a:lnTo>
                <a:lnTo>
                  <a:pt x="28" y="180"/>
                </a:lnTo>
                <a:lnTo>
                  <a:pt x="22" y="169"/>
                </a:lnTo>
                <a:lnTo>
                  <a:pt x="17" y="158"/>
                </a:lnTo>
                <a:lnTo>
                  <a:pt x="15" y="146"/>
                </a:lnTo>
                <a:lnTo>
                  <a:pt x="14" y="134"/>
                </a:lnTo>
                <a:lnTo>
                  <a:pt x="15" y="122"/>
                </a:lnTo>
                <a:lnTo>
                  <a:pt x="17" y="110"/>
                </a:lnTo>
                <a:lnTo>
                  <a:pt x="22" y="99"/>
                </a:lnTo>
                <a:lnTo>
                  <a:pt x="28" y="88"/>
                </a:lnTo>
                <a:lnTo>
                  <a:pt x="37" y="77"/>
                </a:lnTo>
                <a:lnTo>
                  <a:pt x="47" y="68"/>
                </a:lnTo>
                <a:lnTo>
                  <a:pt x="59" y="58"/>
                </a:lnTo>
                <a:lnTo>
                  <a:pt x="73" y="49"/>
                </a:lnTo>
                <a:lnTo>
                  <a:pt x="88" y="41"/>
                </a:lnTo>
                <a:lnTo>
                  <a:pt x="104" y="34"/>
                </a:lnTo>
                <a:lnTo>
                  <a:pt x="121" y="28"/>
                </a:lnTo>
                <a:lnTo>
                  <a:pt x="138" y="23"/>
                </a:lnTo>
                <a:lnTo>
                  <a:pt x="157" y="19"/>
                </a:lnTo>
                <a:lnTo>
                  <a:pt x="176" y="16"/>
                </a:lnTo>
                <a:lnTo>
                  <a:pt x="196" y="15"/>
                </a:lnTo>
                <a:lnTo>
                  <a:pt x="216" y="14"/>
                </a:lnTo>
                <a:lnTo>
                  <a:pt x="216" y="0"/>
                </a:lnTo>
                <a:lnTo>
                  <a:pt x="238" y="1"/>
                </a:lnTo>
                <a:lnTo>
                  <a:pt x="259" y="3"/>
                </a:lnTo>
                <a:lnTo>
                  <a:pt x="280" y="6"/>
                </a:lnTo>
                <a:lnTo>
                  <a:pt x="299" y="10"/>
                </a:lnTo>
                <a:lnTo>
                  <a:pt x="318" y="15"/>
                </a:lnTo>
                <a:lnTo>
                  <a:pt x="336" y="22"/>
                </a:lnTo>
                <a:lnTo>
                  <a:pt x="353" y="30"/>
                </a:lnTo>
                <a:lnTo>
                  <a:pt x="369" y="39"/>
                </a:lnTo>
                <a:lnTo>
                  <a:pt x="384" y="49"/>
                </a:lnTo>
                <a:lnTo>
                  <a:pt x="397" y="60"/>
                </a:lnTo>
                <a:lnTo>
                  <a:pt x="408" y="71"/>
                </a:lnTo>
                <a:lnTo>
                  <a:pt x="417" y="83"/>
                </a:lnTo>
                <a:lnTo>
                  <a:pt x="423" y="95"/>
                </a:lnTo>
                <a:lnTo>
                  <a:pt x="429" y="107"/>
                </a:lnTo>
                <a:lnTo>
                  <a:pt x="431" y="120"/>
                </a:lnTo>
                <a:lnTo>
                  <a:pt x="432" y="134"/>
                </a:lnTo>
                <a:lnTo>
                  <a:pt x="431" y="148"/>
                </a:lnTo>
                <a:lnTo>
                  <a:pt x="429" y="160"/>
                </a:lnTo>
                <a:lnTo>
                  <a:pt x="423" y="173"/>
                </a:lnTo>
                <a:lnTo>
                  <a:pt x="417" y="185"/>
                </a:lnTo>
                <a:lnTo>
                  <a:pt x="408" y="197"/>
                </a:lnTo>
                <a:lnTo>
                  <a:pt x="397" y="208"/>
                </a:lnTo>
                <a:lnTo>
                  <a:pt x="384" y="218"/>
                </a:lnTo>
                <a:lnTo>
                  <a:pt x="369" y="228"/>
                </a:lnTo>
                <a:lnTo>
                  <a:pt x="353" y="238"/>
                </a:lnTo>
                <a:lnTo>
                  <a:pt x="336" y="246"/>
                </a:lnTo>
                <a:lnTo>
                  <a:pt x="318" y="252"/>
                </a:lnTo>
                <a:lnTo>
                  <a:pt x="299" y="257"/>
                </a:lnTo>
                <a:lnTo>
                  <a:pt x="280" y="262"/>
                </a:lnTo>
                <a:lnTo>
                  <a:pt x="259" y="265"/>
                </a:lnTo>
                <a:lnTo>
                  <a:pt x="238" y="267"/>
                </a:lnTo>
                <a:lnTo>
                  <a:pt x="216" y="267"/>
                </a:lnTo>
                <a:lnTo>
                  <a:pt x="194" y="267"/>
                </a:lnTo>
                <a:lnTo>
                  <a:pt x="173" y="265"/>
                </a:lnTo>
                <a:lnTo>
                  <a:pt x="153" y="262"/>
                </a:lnTo>
                <a:lnTo>
                  <a:pt x="133" y="257"/>
                </a:lnTo>
                <a:lnTo>
                  <a:pt x="115" y="252"/>
                </a:lnTo>
                <a:lnTo>
                  <a:pt x="96" y="246"/>
                </a:lnTo>
                <a:lnTo>
                  <a:pt x="79" y="238"/>
                </a:lnTo>
                <a:lnTo>
                  <a:pt x="63" y="228"/>
                </a:lnTo>
                <a:lnTo>
                  <a:pt x="49" y="218"/>
                </a:lnTo>
                <a:lnTo>
                  <a:pt x="36" y="208"/>
                </a:lnTo>
                <a:lnTo>
                  <a:pt x="25" y="197"/>
                </a:lnTo>
                <a:lnTo>
                  <a:pt x="16" y="185"/>
                </a:lnTo>
                <a:lnTo>
                  <a:pt x="9" y="173"/>
                </a:lnTo>
                <a:lnTo>
                  <a:pt x="4" y="160"/>
                </a:lnTo>
                <a:lnTo>
                  <a:pt x="1" y="148"/>
                </a:lnTo>
                <a:lnTo>
                  <a:pt x="0" y="134"/>
                </a:lnTo>
                <a:lnTo>
                  <a:pt x="1" y="120"/>
                </a:lnTo>
                <a:lnTo>
                  <a:pt x="4" y="107"/>
                </a:lnTo>
                <a:lnTo>
                  <a:pt x="9" y="95"/>
                </a:lnTo>
                <a:lnTo>
                  <a:pt x="16" y="83"/>
                </a:lnTo>
                <a:lnTo>
                  <a:pt x="25" y="71"/>
                </a:lnTo>
                <a:lnTo>
                  <a:pt x="36" y="60"/>
                </a:lnTo>
                <a:lnTo>
                  <a:pt x="49" y="49"/>
                </a:lnTo>
                <a:lnTo>
                  <a:pt x="63" y="39"/>
                </a:lnTo>
                <a:lnTo>
                  <a:pt x="79" y="30"/>
                </a:lnTo>
                <a:lnTo>
                  <a:pt x="96" y="22"/>
                </a:lnTo>
                <a:lnTo>
                  <a:pt x="115" y="15"/>
                </a:lnTo>
                <a:lnTo>
                  <a:pt x="133" y="10"/>
                </a:lnTo>
                <a:lnTo>
                  <a:pt x="153" y="6"/>
                </a:lnTo>
                <a:lnTo>
                  <a:pt x="173" y="3"/>
                </a:lnTo>
                <a:lnTo>
                  <a:pt x="194" y="1"/>
                </a:lnTo>
                <a:lnTo>
                  <a:pt x="216" y="0"/>
                </a:lnTo>
                <a:lnTo>
                  <a:pt x="216"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0210" name="Rectangle 50">
            <a:extLst>
              <a:ext uri="{FF2B5EF4-FFF2-40B4-BE49-F238E27FC236}">
                <a16:creationId xmlns:a16="http://schemas.microsoft.com/office/drawing/2014/main" id="{A07FACE0-278E-A747-9610-64ECCE8273F7}"/>
              </a:ext>
            </a:extLst>
          </p:cNvPr>
          <p:cNvSpPr>
            <a:spLocks noChangeArrowheads="1"/>
          </p:cNvSpPr>
          <p:nvPr/>
        </p:nvSpPr>
        <p:spPr bwMode="auto">
          <a:xfrm>
            <a:off x="2032397" y="4245769"/>
            <a:ext cx="145874"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575">
                <a:solidFill>
                  <a:srgbClr val="000000"/>
                </a:solidFill>
                <a:latin typeface="Arial" panose="020B0604020202020204" pitchFamily="34" charset="0"/>
                <a:cs typeface="Arial" panose="020B0604020202020204" pitchFamily="34" charset="0"/>
              </a:rPr>
              <a:t>A</a:t>
            </a:r>
            <a:endParaRPr lang="en-US" altLang="it-IT" sz="1800">
              <a:latin typeface="Arial" panose="020B0604020202020204" pitchFamily="34" charset="0"/>
              <a:cs typeface="Arial" panose="020B0604020202020204" pitchFamily="34" charset="0"/>
            </a:endParaRPr>
          </a:p>
        </p:txBody>
      </p:sp>
      <p:sp>
        <p:nvSpPr>
          <p:cNvPr id="50211" name="Rectangle 51">
            <a:extLst>
              <a:ext uri="{FF2B5EF4-FFF2-40B4-BE49-F238E27FC236}">
                <a16:creationId xmlns:a16="http://schemas.microsoft.com/office/drawing/2014/main" id="{C0C01D54-56A5-CF4F-A3C9-34D08A24157B}"/>
              </a:ext>
            </a:extLst>
          </p:cNvPr>
          <p:cNvSpPr>
            <a:spLocks noChangeArrowheads="1"/>
          </p:cNvSpPr>
          <p:nvPr/>
        </p:nvSpPr>
        <p:spPr bwMode="auto">
          <a:xfrm>
            <a:off x="2915841" y="4220766"/>
            <a:ext cx="145874"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575">
                <a:solidFill>
                  <a:srgbClr val="000000"/>
                </a:solidFill>
                <a:latin typeface="Arial" panose="020B0604020202020204" pitchFamily="34" charset="0"/>
                <a:cs typeface="Arial" panose="020B0604020202020204" pitchFamily="34" charset="0"/>
              </a:rPr>
              <a:t>B</a:t>
            </a:r>
            <a:endParaRPr lang="en-US" altLang="it-IT" sz="1800">
              <a:latin typeface="Arial" panose="020B0604020202020204" pitchFamily="34" charset="0"/>
              <a:cs typeface="Arial" panose="020B0604020202020204" pitchFamily="34" charset="0"/>
            </a:endParaRPr>
          </a:p>
        </p:txBody>
      </p:sp>
      <p:sp>
        <p:nvSpPr>
          <p:cNvPr id="122901" name="AutoShape 21">
            <a:extLst>
              <a:ext uri="{FF2B5EF4-FFF2-40B4-BE49-F238E27FC236}">
                <a16:creationId xmlns:a16="http://schemas.microsoft.com/office/drawing/2014/main" id="{DEAB78C6-16F3-0441-BF3B-BEA755926B41}"/>
              </a:ext>
            </a:extLst>
          </p:cNvPr>
          <p:cNvSpPr>
            <a:spLocks noChangeArrowheads="1"/>
          </p:cNvSpPr>
          <p:nvPr/>
        </p:nvSpPr>
        <p:spPr bwMode="auto">
          <a:xfrm>
            <a:off x="2286000" y="1657350"/>
            <a:ext cx="457200" cy="114300"/>
          </a:xfrm>
          <a:prstGeom prst="rightArrow">
            <a:avLst>
              <a:gd name="adj1" fmla="val 50000"/>
              <a:gd name="adj2" fmla="val 100000"/>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a:ea typeface="ＭＳ Ｐゴシック" charset="0"/>
              <a:cs typeface="Arial"/>
            </a:endParaRPr>
          </a:p>
        </p:txBody>
      </p:sp>
      <p:sp>
        <p:nvSpPr>
          <p:cNvPr id="122910" name="AutoShape 30">
            <a:extLst>
              <a:ext uri="{FF2B5EF4-FFF2-40B4-BE49-F238E27FC236}">
                <a16:creationId xmlns:a16="http://schemas.microsoft.com/office/drawing/2014/main" id="{0744692B-E2DE-6543-99C4-98A271106EC9}"/>
              </a:ext>
            </a:extLst>
          </p:cNvPr>
          <p:cNvSpPr>
            <a:spLocks noChangeArrowheads="1"/>
          </p:cNvSpPr>
          <p:nvPr/>
        </p:nvSpPr>
        <p:spPr bwMode="auto">
          <a:xfrm>
            <a:off x="2228850" y="2571750"/>
            <a:ext cx="628650" cy="114300"/>
          </a:xfrm>
          <a:prstGeom prst="rightArrow">
            <a:avLst>
              <a:gd name="adj1" fmla="val 50000"/>
              <a:gd name="adj2" fmla="val 137500"/>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a:ea typeface="ＭＳ Ｐゴシック" charset="0"/>
              <a:cs typeface="Arial"/>
            </a:endParaRPr>
          </a:p>
        </p:txBody>
      </p:sp>
      <p:sp>
        <p:nvSpPr>
          <p:cNvPr id="122923" name="Line 43">
            <a:extLst>
              <a:ext uri="{FF2B5EF4-FFF2-40B4-BE49-F238E27FC236}">
                <a16:creationId xmlns:a16="http://schemas.microsoft.com/office/drawing/2014/main" id="{6B7E52FB-35CC-3840-8B2A-D18F77C249BF}"/>
              </a:ext>
            </a:extLst>
          </p:cNvPr>
          <p:cNvSpPr>
            <a:spLocks noChangeShapeType="1"/>
          </p:cNvSpPr>
          <p:nvPr/>
        </p:nvSpPr>
        <p:spPr bwMode="auto">
          <a:xfrm>
            <a:off x="2343150" y="3600450"/>
            <a:ext cx="457200" cy="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a:ea typeface="ＭＳ Ｐゴシック" charset="0"/>
              <a:cs typeface="Arial"/>
            </a:endParaRPr>
          </a:p>
        </p:txBody>
      </p:sp>
      <p:sp>
        <p:nvSpPr>
          <p:cNvPr id="122932" name="Line 52">
            <a:extLst>
              <a:ext uri="{FF2B5EF4-FFF2-40B4-BE49-F238E27FC236}">
                <a16:creationId xmlns:a16="http://schemas.microsoft.com/office/drawing/2014/main" id="{F8B762BB-81A5-DA4B-80F0-887192493C33}"/>
              </a:ext>
            </a:extLst>
          </p:cNvPr>
          <p:cNvSpPr>
            <a:spLocks noChangeShapeType="1"/>
          </p:cNvSpPr>
          <p:nvPr/>
        </p:nvSpPr>
        <p:spPr bwMode="auto">
          <a:xfrm>
            <a:off x="2343150" y="4400550"/>
            <a:ext cx="400050" cy="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a:ea typeface="ＭＳ Ｐゴシック" charset="0"/>
              <a:cs typeface="Arial"/>
            </a:endParaRPr>
          </a:p>
        </p:txBody>
      </p:sp>
      <p:sp>
        <p:nvSpPr>
          <p:cNvPr id="2" name="Segnaposto data 1">
            <a:extLst>
              <a:ext uri="{FF2B5EF4-FFF2-40B4-BE49-F238E27FC236}">
                <a16:creationId xmlns:a16="http://schemas.microsoft.com/office/drawing/2014/main" id="{E3ABCCC7-CADB-32E8-3E2C-222BC023BD61}"/>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B0170C7F-89B7-F2B6-B694-798F0A84840D}"/>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5877708C-C627-E3F1-22BB-CB2DBAB97E8C}"/>
              </a:ext>
            </a:extLst>
          </p:cNvPr>
          <p:cNvSpPr>
            <a:spLocks noGrp="1"/>
          </p:cNvSpPr>
          <p:nvPr>
            <p:ph type="sldNum" sz="quarter" idx="12"/>
          </p:nvPr>
        </p:nvSpPr>
        <p:spPr/>
        <p:txBody>
          <a:bodyPr/>
          <a:lstStyle/>
          <a:p>
            <a:pPr>
              <a:defRPr/>
            </a:pPr>
            <a:fld id="{43CD341D-7438-4FA4-973F-6F9EECBD14B9}" type="slidenum">
              <a:rPr lang="it-IT" altLang="it-IT" smtClean="0"/>
              <a:pPr>
                <a:defRPr/>
              </a:pPr>
              <a:t>28</a:t>
            </a:fld>
            <a:endParaRPr lang="it-IT" altLang="it-IT"/>
          </a:p>
        </p:txBody>
      </p:sp>
    </p:spTree>
    <p:extLst>
      <p:ext uri="{BB962C8B-B14F-4D97-AF65-F5344CB8AC3E}">
        <p14:creationId xmlns:p14="http://schemas.microsoft.com/office/powerpoint/2010/main" val="779378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15DF291C-ED00-214D-80B2-B2DCBC1E42F5}"/>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dirty="0"/>
              <a:t>An example of a translation</a:t>
            </a:r>
            <a:endParaRPr lang="en-GB" dirty="0"/>
          </a:p>
        </p:txBody>
      </p:sp>
      <p:sp>
        <p:nvSpPr>
          <p:cNvPr id="123907" name="Rectangle 3">
            <a:extLst>
              <a:ext uri="{FF2B5EF4-FFF2-40B4-BE49-F238E27FC236}">
                <a16:creationId xmlns:a16="http://schemas.microsoft.com/office/drawing/2014/main" id="{D8113D72-D8BC-334D-BF13-C49E72F99E76}"/>
              </a:ext>
            </a:extLst>
          </p:cNvPr>
          <p:cNvSpPr>
            <a:spLocks noGrp="1" noChangeArrowheads="1"/>
          </p:cNvSpPr>
          <p:nvPr>
            <p:ph type="body" idx="1"/>
          </p:nvPr>
        </p:nvSpPr>
        <p:spPr>
          <a:xfrm>
            <a:off x="3979563" y="881063"/>
            <a:ext cx="3829050" cy="3886200"/>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lvl="1" eaLnBrk="1" hangingPunct="1">
              <a:buFont typeface="Wingdings" pitchFamily="2" charset="2"/>
              <a:buNone/>
            </a:pPr>
            <a:r>
              <a:rPr lang="it-IT" altLang="it-IT" sz="1500" dirty="0">
                <a:sym typeface="Symbol" pitchFamily="2" charset="2"/>
              </a:rPr>
              <a:t></a:t>
            </a:r>
            <a:r>
              <a:rPr lang="it-IT" altLang="it-IT" sz="1500" dirty="0"/>
              <a:t>x </a:t>
            </a:r>
            <a:r>
              <a:rPr lang="it-IT" altLang="it-IT" sz="1500" dirty="0" err="1"/>
              <a:t>Mammal</a:t>
            </a:r>
            <a:r>
              <a:rPr lang="it-IT" altLang="it-IT" sz="1500" dirty="0"/>
              <a:t>(x) </a:t>
            </a:r>
            <a:r>
              <a:rPr lang="it-IT" altLang="it-IT" sz="1500" dirty="0">
                <a:sym typeface="Symbol" pitchFamily="2" charset="2"/>
              </a:rPr>
              <a:t></a:t>
            </a:r>
            <a:r>
              <a:rPr lang="it-IT" altLang="it-IT" sz="1500" dirty="0"/>
              <a:t>Animal(x)</a:t>
            </a:r>
          </a:p>
          <a:p>
            <a:pPr lvl="1" eaLnBrk="1" hangingPunct="1">
              <a:buFont typeface="Wingdings" pitchFamily="2" charset="2"/>
              <a:buNone/>
            </a:pPr>
            <a:r>
              <a:rPr lang="it-IT" altLang="it-IT" sz="1500" dirty="0">
                <a:sym typeface="Symbol" pitchFamily="2" charset="2"/>
              </a:rPr>
              <a:t></a:t>
            </a:r>
            <a:r>
              <a:rPr lang="it-IT" altLang="it-IT" sz="1500" dirty="0"/>
              <a:t>x </a:t>
            </a:r>
            <a:r>
              <a:rPr lang="it-IT" altLang="it-IT" sz="1500" dirty="0" err="1"/>
              <a:t>Mammal</a:t>
            </a:r>
            <a:r>
              <a:rPr lang="it-IT" altLang="it-IT" sz="1500" dirty="0"/>
              <a:t>(x) </a:t>
            </a:r>
            <a:r>
              <a:rPr lang="it-IT" altLang="it-IT" sz="1500" dirty="0">
                <a:sym typeface="Symbol" pitchFamily="2" charset="2"/>
              </a:rPr>
              <a:t></a:t>
            </a:r>
            <a:r>
              <a:rPr lang="it-IT" altLang="it-IT" sz="1500" dirty="0" err="1">
                <a:sym typeface="Symbol" pitchFamily="2" charset="2"/>
              </a:rPr>
              <a:t>HasNlegs</a:t>
            </a:r>
            <a:r>
              <a:rPr lang="it-IT" altLang="it-IT" sz="1500" dirty="0"/>
              <a:t>(x, 4)</a:t>
            </a:r>
          </a:p>
          <a:p>
            <a:pPr lvl="1" eaLnBrk="1" hangingPunct="1">
              <a:buFont typeface="Wingdings" pitchFamily="2" charset="2"/>
              <a:buNone/>
            </a:pPr>
            <a:r>
              <a:rPr lang="it-IT" altLang="it-IT" sz="1500" dirty="0">
                <a:sym typeface="Symbol" pitchFamily="2" charset="2"/>
              </a:rPr>
              <a:t></a:t>
            </a:r>
            <a:r>
              <a:rPr lang="it-IT" altLang="it-IT" sz="1500" dirty="0"/>
              <a:t>x Elefante(x) </a:t>
            </a:r>
            <a:r>
              <a:rPr lang="it-IT" altLang="it-IT" sz="1500" dirty="0">
                <a:sym typeface="Symbol" pitchFamily="2" charset="2"/>
              </a:rPr>
              <a:t></a:t>
            </a:r>
            <a:r>
              <a:rPr lang="it-IT" altLang="it-IT" sz="1500" dirty="0"/>
              <a:t> </a:t>
            </a:r>
            <a:r>
              <a:rPr lang="it-IT" altLang="it-IT" sz="1500" dirty="0" err="1"/>
              <a:t>Mammal</a:t>
            </a:r>
            <a:r>
              <a:rPr lang="it-IT" altLang="it-IT" sz="1500" dirty="0"/>
              <a:t>(x)</a:t>
            </a:r>
          </a:p>
          <a:p>
            <a:pPr lvl="1" eaLnBrk="1" hangingPunct="1">
              <a:buFont typeface="Wingdings" pitchFamily="2" charset="2"/>
              <a:buNone/>
            </a:pPr>
            <a:r>
              <a:rPr lang="it-IT" altLang="it-IT" sz="1500" dirty="0">
                <a:sym typeface="Symbol" pitchFamily="2" charset="2"/>
              </a:rPr>
              <a:t></a:t>
            </a:r>
            <a:r>
              <a:rPr lang="it-IT" altLang="it-IT" sz="1500" dirty="0"/>
              <a:t>x </a:t>
            </a:r>
            <a:r>
              <a:rPr lang="it-IT" altLang="it-IT" sz="1500" dirty="0" err="1"/>
              <a:t>Elephant</a:t>
            </a:r>
            <a:r>
              <a:rPr lang="it-IT" altLang="it-IT" sz="1500" dirty="0"/>
              <a:t>(x) </a:t>
            </a:r>
            <a:r>
              <a:rPr lang="it-IT" altLang="it-IT" sz="1500" dirty="0">
                <a:sym typeface="Symbol" pitchFamily="2" charset="2"/>
              </a:rPr>
              <a:t></a:t>
            </a:r>
            <a:r>
              <a:rPr lang="it-IT" altLang="it-IT" sz="1500" dirty="0"/>
              <a:t> </a:t>
            </a:r>
            <a:r>
              <a:rPr lang="it-IT" altLang="it-IT" sz="1500" dirty="0" err="1"/>
              <a:t>HasColor</a:t>
            </a:r>
            <a:r>
              <a:rPr lang="it-IT" altLang="it-IT" sz="1500" dirty="0"/>
              <a:t>(x, </a:t>
            </a:r>
            <a:r>
              <a:rPr lang="it-IT" altLang="it-IT" sz="1500" dirty="0" err="1"/>
              <a:t>grey</a:t>
            </a:r>
            <a:r>
              <a:rPr lang="it-IT" altLang="it-IT" sz="1500" dirty="0"/>
              <a:t>)</a:t>
            </a:r>
          </a:p>
          <a:p>
            <a:pPr lvl="1" eaLnBrk="1" hangingPunct="1">
              <a:buFont typeface="Wingdings" pitchFamily="2" charset="2"/>
              <a:buNone/>
            </a:pPr>
            <a:r>
              <a:rPr lang="it-IT" altLang="it-IT" sz="1500" dirty="0" err="1"/>
              <a:t>Elephant</a:t>
            </a:r>
            <a:r>
              <a:rPr lang="it-IT" altLang="it-IT" sz="1500" dirty="0"/>
              <a:t>(Clyde)</a:t>
            </a:r>
            <a:r>
              <a:rPr lang="en-GB" altLang="it-IT" sz="1500" dirty="0"/>
              <a:t> </a:t>
            </a:r>
            <a:endParaRPr lang="en-US" altLang="it-IT" sz="1500" dirty="0"/>
          </a:p>
          <a:p>
            <a:pPr eaLnBrk="1" hangingPunct="1">
              <a:buFont typeface="Wingdings" pitchFamily="2" charset="2"/>
              <a:buNone/>
            </a:pPr>
            <a:r>
              <a:rPr lang="it-IT" altLang="it-IT" sz="1800" dirty="0" err="1"/>
              <a:t>Then</a:t>
            </a:r>
            <a:r>
              <a:rPr lang="it-IT" altLang="it-IT" sz="1800" dirty="0"/>
              <a:t>:</a:t>
            </a:r>
          </a:p>
          <a:p>
            <a:pPr lvl="1" eaLnBrk="1" hangingPunct="1">
              <a:buFont typeface="Wingdings" pitchFamily="2" charset="2"/>
              <a:buNone/>
            </a:pPr>
            <a:r>
              <a:rPr lang="it-IT" altLang="it-IT" sz="1500" dirty="0"/>
              <a:t>Animal(Clyde)</a:t>
            </a:r>
          </a:p>
          <a:p>
            <a:pPr lvl="1" eaLnBrk="1" hangingPunct="1">
              <a:buFont typeface="Wingdings" pitchFamily="2" charset="2"/>
              <a:buNone/>
            </a:pPr>
            <a:r>
              <a:rPr lang="it-IT" altLang="it-IT" sz="1500" dirty="0" err="1"/>
              <a:t>Mammal</a:t>
            </a:r>
            <a:r>
              <a:rPr lang="it-IT" altLang="it-IT" sz="1500" dirty="0"/>
              <a:t>(Clyde)</a:t>
            </a:r>
          </a:p>
          <a:p>
            <a:pPr lvl="1" eaLnBrk="1" hangingPunct="1">
              <a:buFont typeface="Wingdings" pitchFamily="2" charset="2"/>
              <a:buNone/>
            </a:pPr>
            <a:r>
              <a:rPr lang="it-IT" altLang="it-IT" sz="1500" dirty="0" err="1"/>
              <a:t>HasNlegs</a:t>
            </a:r>
            <a:r>
              <a:rPr lang="it-IT" altLang="it-IT" sz="1500" dirty="0"/>
              <a:t>(Clyde, 4)</a:t>
            </a:r>
          </a:p>
          <a:p>
            <a:pPr lvl="1" eaLnBrk="1" hangingPunct="1">
              <a:buFont typeface="Wingdings" pitchFamily="2" charset="2"/>
              <a:buNone/>
            </a:pPr>
            <a:r>
              <a:rPr lang="it-IT" altLang="it-IT" sz="1500" dirty="0" err="1"/>
              <a:t>HasColor</a:t>
            </a:r>
            <a:r>
              <a:rPr lang="it-IT" altLang="it-IT" sz="1500" dirty="0"/>
              <a:t>(Clyde, </a:t>
            </a:r>
            <a:r>
              <a:rPr lang="it-IT" altLang="it-IT" sz="1500" dirty="0" err="1"/>
              <a:t>grey</a:t>
            </a:r>
            <a:r>
              <a:rPr lang="it-IT" altLang="it-IT" sz="1500" dirty="0"/>
              <a:t>)</a:t>
            </a:r>
          </a:p>
          <a:p>
            <a:pPr>
              <a:buNone/>
            </a:pPr>
            <a:r>
              <a:rPr lang="it-IT" altLang="it-IT" sz="1800" dirty="0" err="1"/>
              <a:t>Inheritance</a:t>
            </a:r>
            <a:r>
              <a:rPr lang="it-IT" altLang="it-IT" sz="1800" dirty="0"/>
              <a:t> </a:t>
            </a:r>
            <a:r>
              <a:rPr lang="it-IT" altLang="it-IT" sz="1800" dirty="0" err="1"/>
              <a:t>is</a:t>
            </a:r>
            <a:r>
              <a:rPr lang="it-IT" altLang="it-IT" sz="1800" dirty="0"/>
              <a:t> </a:t>
            </a:r>
          </a:p>
          <a:p>
            <a:pPr>
              <a:buNone/>
            </a:pPr>
            <a:r>
              <a:rPr lang="it-IT" altLang="it-IT" sz="1800" dirty="0">
                <a:sym typeface="Symbol" pitchFamily="2" charset="2"/>
              </a:rPr>
              <a:t>	E,</a:t>
            </a:r>
            <a:r>
              <a:rPr lang="it-IT" altLang="it-IT" sz="1800" dirty="0"/>
              <a:t> MP And </a:t>
            </a:r>
            <a:r>
              <a:rPr lang="it-IT" altLang="it-IT" sz="1800" dirty="0" err="1"/>
              <a:t>transitivity</a:t>
            </a:r>
            <a:r>
              <a:rPr lang="it-IT" altLang="it-IT" sz="1800" dirty="0"/>
              <a:t> of </a:t>
            </a:r>
            <a:r>
              <a:rPr lang="it-IT" altLang="it-IT" sz="1800" dirty="0">
                <a:sym typeface="Symbol" pitchFamily="2" charset="2"/>
              </a:rPr>
              <a:t></a:t>
            </a:r>
            <a:endParaRPr lang="en-GB" altLang="it-IT" sz="2100" dirty="0">
              <a:sym typeface="Symbol" pitchFamily="2" charset="2"/>
            </a:endParaRPr>
          </a:p>
        </p:txBody>
      </p:sp>
      <p:sp>
        <p:nvSpPr>
          <p:cNvPr id="123909" name="Rectangle 5">
            <a:extLst>
              <a:ext uri="{FF2B5EF4-FFF2-40B4-BE49-F238E27FC236}">
                <a16:creationId xmlns:a16="http://schemas.microsoft.com/office/drawing/2014/main" id="{6EE4FEC5-DE84-5840-A1AD-4FDF77D9518C}"/>
              </a:ext>
            </a:extLst>
          </p:cNvPr>
          <p:cNvSpPr>
            <a:spLocks noChangeArrowheads="1"/>
          </p:cNvSpPr>
          <p:nvPr/>
        </p:nvSpPr>
        <p:spPr bwMode="auto">
          <a:xfrm>
            <a:off x="3733104" y="1052513"/>
            <a:ext cx="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52228" name="Oval 7">
            <a:extLst>
              <a:ext uri="{FF2B5EF4-FFF2-40B4-BE49-F238E27FC236}">
                <a16:creationId xmlns:a16="http://schemas.microsoft.com/office/drawing/2014/main" id="{4A4CFBD7-330A-3E40-8688-250FF04FD2F9}"/>
              </a:ext>
            </a:extLst>
          </p:cNvPr>
          <p:cNvSpPr>
            <a:spLocks noChangeArrowheads="1"/>
          </p:cNvSpPr>
          <p:nvPr/>
        </p:nvSpPr>
        <p:spPr bwMode="auto">
          <a:xfrm>
            <a:off x="1755476" y="1171576"/>
            <a:ext cx="908447" cy="39409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2229" name="Freeform 8">
            <a:extLst>
              <a:ext uri="{FF2B5EF4-FFF2-40B4-BE49-F238E27FC236}">
                <a16:creationId xmlns:a16="http://schemas.microsoft.com/office/drawing/2014/main" id="{AC606AC5-6E6A-A249-ABBD-434C2C38E767}"/>
              </a:ext>
            </a:extLst>
          </p:cNvPr>
          <p:cNvSpPr>
            <a:spLocks/>
          </p:cNvSpPr>
          <p:nvPr/>
        </p:nvSpPr>
        <p:spPr bwMode="auto">
          <a:xfrm>
            <a:off x="1755476" y="1171576"/>
            <a:ext cx="908447" cy="394097"/>
          </a:xfrm>
          <a:custGeom>
            <a:avLst/>
            <a:gdLst>
              <a:gd name="T0" fmla="*/ 2147483647 w 763"/>
              <a:gd name="T1" fmla="*/ 2147483647 h 331"/>
              <a:gd name="T2" fmla="*/ 2147483647 w 763"/>
              <a:gd name="T3" fmla="*/ 2147483647 h 331"/>
              <a:gd name="T4" fmla="*/ 2147483647 w 763"/>
              <a:gd name="T5" fmla="*/ 2147483647 h 331"/>
              <a:gd name="T6" fmla="*/ 2147483647 w 763"/>
              <a:gd name="T7" fmla="*/ 2147483647 h 331"/>
              <a:gd name="T8" fmla="*/ 2147483647 w 763"/>
              <a:gd name="T9" fmla="*/ 2147483647 h 331"/>
              <a:gd name="T10" fmla="*/ 2147483647 w 763"/>
              <a:gd name="T11" fmla="*/ 2147483647 h 331"/>
              <a:gd name="T12" fmla="*/ 2147483647 w 763"/>
              <a:gd name="T13" fmla="*/ 2147483647 h 331"/>
              <a:gd name="T14" fmla="*/ 2147483647 w 763"/>
              <a:gd name="T15" fmla="*/ 2147483647 h 331"/>
              <a:gd name="T16" fmla="*/ 2147483647 w 763"/>
              <a:gd name="T17" fmla="*/ 2147483647 h 331"/>
              <a:gd name="T18" fmla="*/ 2147483647 w 763"/>
              <a:gd name="T19" fmla="*/ 2147483647 h 331"/>
              <a:gd name="T20" fmla="*/ 2147483647 w 763"/>
              <a:gd name="T21" fmla="*/ 2147483647 h 331"/>
              <a:gd name="T22" fmla="*/ 2147483647 w 763"/>
              <a:gd name="T23" fmla="*/ 2147483647 h 331"/>
              <a:gd name="T24" fmla="*/ 2147483647 w 763"/>
              <a:gd name="T25" fmla="*/ 2147483647 h 331"/>
              <a:gd name="T26" fmla="*/ 2147483647 w 763"/>
              <a:gd name="T27" fmla="*/ 2147483647 h 331"/>
              <a:gd name="T28" fmla="*/ 2147483647 w 763"/>
              <a:gd name="T29" fmla="*/ 2147483647 h 331"/>
              <a:gd name="T30" fmla="*/ 2147483647 w 763"/>
              <a:gd name="T31" fmla="*/ 2147483647 h 331"/>
              <a:gd name="T32" fmla="*/ 2147483647 w 763"/>
              <a:gd name="T33" fmla="*/ 2147483647 h 331"/>
              <a:gd name="T34" fmla="*/ 2147483647 w 763"/>
              <a:gd name="T35" fmla="*/ 2147483647 h 331"/>
              <a:gd name="T36" fmla="*/ 2147483647 w 763"/>
              <a:gd name="T37" fmla="*/ 2147483647 h 331"/>
              <a:gd name="T38" fmla="*/ 2147483647 w 763"/>
              <a:gd name="T39" fmla="*/ 2147483647 h 331"/>
              <a:gd name="T40" fmla="*/ 2147483647 w 763"/>
              <a:gd name="T41" fmla="*/ 2147483647 h 331"/>
              <a:gd name="T42" fmla="*/ 2147483647 w 763"/>
              <a:gd name="T43" fmla="*/ 0 h 331"/>
              <a:gd name="T44" fmla="*/ 2147483647 w 763"/>
              <a:gd name="T45" fmla="*/ 2147483647 h 331"/>
              <a:gd name="T46" fmla="*/ 2147483647 w 763"/>
              <a:gd name="T47" fmla="*/ 2147483647 h 331"/>
              <a:gd name="T48" fmla="*/ 2147483647 w 763"/>
              <a:gd name="T49" fmla="*/ 2147483647 h 331"/>
              <a:gd name="T50" fmla="*/ 2147483647 w 763"/>
              <a:gd name="T51" fmla="*/ 2147483647 h 331"/>
              <a:gd name="T52" fmla="*/ 2147483647 w 763"/>
              <a:gd name="T53" fmla="*/ 2147483647 h 331"/>
              <a:gd name="T54" fmla="*/ 2147483647 w 763"/>
              <a:gd name="T55" fmla="*/ 2147483647 h 331"/>
              <a:gd name="T56" fmla="*/ 2147483647 w 763"/>
              <a:gd name="T57" fmla="*/ 2147483647 h 331"/>
              <a:gd name="T58" fmla="*/ 2147483647 w 763"/>
              <a:gd name="T59" fmla="*/ 2147483647 h 331"/>
              <a:gd name="T60" fmla="*/ 2147483647 w 763"/>
              <a:gd name="T61" fmla="*/ 2147483647 h 331"/>
              <a:gd name="T62" fmla="*/ 2147483647 w 763"/>
              <a:gd name="T63" fmla="*/ 2147483647 h 331"/>
              <a:gd name="T64" fmla="*/ 2147483647 w 763"/>
              <a:gd name="T65" fmla="*/ 2147483647 h 331"/>
              <a:gd name="T66" fmla="*/ 2147483647 w 763"/>
              <a:gd name="T67" fmla="*/ 2147483647 h 331"/>
              <a:gd name="T68" fmla="*/ 2147483647 w 763"/>
              <a:gd name="T69" fmla="*/ 2147483647 h 331"/>
              <a:gd name="T70" fmla="*/ 2147483647 w 763"/>
              <a:gd name="T71" fmla="*/ 2147483647 h 331"/>
              <a:gd name="T72" fmla="*/ 2147483647 w 763"/>
              <a:gd name="T73" fmla="*/ 2147483647 h 331"/>
              <a:gd name="T74" fmla="*/ 0 w 763"/>
              <a:gd name="T75" fmla="*/ 2147483647 h 331"/>
              <a:gd name="T76" fmla="*/ 2147483647 w 763"/>
              <a:gd name="T77" fmla="*/ 2147483647 h 331"/>
              <a:gd name="T78" fmla="*/ 2147483647 w 763"/>
              <a:gd name="T79" fmla="*/ 2147483647 h 331"/>
              <a:gd name="T80" fmla="*/ 2147483647 w 763"/>
              <a:gd name="T81" fmla="*/ 2147483647 h 331"/>
              <a:gd name="T82" fmla="*/ 2147483647 w 763"/>
              <a:gd name="T83" fmla="*/ 2147483647 h 331"/>
              <a:gd name="T84" fmla="*/ 2147483647 w 763"/>
              <a:gd name="T85" fmla="*/ 2147483647 h 33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63" h="331">
                <a:moveTo>
                  <a:pt x="382" y="9"/>
                </a:moveTo>
                <a:lnTo>
                  <a:pt x="419" y="10"/>
                </a:lnTo>
                <a:lnTo>
                  <a:pt x="456" y="12"/>
                </a:lnTo>
                <a:lnTo>
                  <a:pt x="491" y="16"/>
                </a:lnTo>
                <a:lnTo>
                  <a:pt x="525" y="21"/>
                </a:lnTo>
                <a:lnTo>
                  <a:pt x="557" y="27"/>
                </a:lnTo>
                <a:lnTo>
                  <a:pt x="588" y="35"/>
                </a:lnTo>
                <a:lnTo>
                  <a:pt x="617" y="44"/>
                </a:lnTo>
                <a:lnTo>
                  <a:pt x="645" y="55"/>
                </a:lnTo>
                <a:lnTo>
                  <a:pt x="671" y="67"/>
                </a:lnTo>
                <a:lnTo>
                  <a:pt x="693" y="79"/>
                </a:lnTo>
                <a:lnTo>
                  <a:pt x="711" y="92"/>
                </a:lnTo>
                <a:lnTo>
                  <a:pt x="727" y="106"/>
                </a:lnTo>
                <a:lnTo>
                  <a:pt x="739" y="120"/>
                </a:lnTo>
                <a:lnTo>
                  <a:pt x="747" y="134"/>
                </a:lnTo>
                <a:lnTo>
                  <a:pt x="752" y="150"/>
                </a:lnTo>
                <a:lnTo>
                  <a:pt x="754" y="166"/>
                </a:lnTo>
                <a:lnTo>
                  <a:pt x="752" y="182"/>
                </a:lnTo>
                <a:lnTo>
                  <a:pt x="747" y="197"/>
                </a:lnTo>
                <a:lnTo>
                  <a:pt x="739" y="212"/>
                </a:lnTo>
                <a:lnTo>
                  <a:pt x="727" y="226"/>
                </a:lnTo>
                <a:lnTo>
                  <a:pt x="711" y="239"/>
                </a:lnTo>
                <a:lnTo>
                  <a:pt x="693" y="252"/>
                </a:lnTo>
                <a:lnTo>
                  <a:pt x="671" y="265"/>
                </a:lnTo>
                <a:lnTo>
                  <a:pt x="645" y="277"/>
                </a:lnTo>
                <a:lnTo>
                  <a:pt x="617" y="287"/>
                </a:lnTo>
                <a:lnTo>
                  <a:pt x="588" y="297"/>
                </a:lnTo>
                <a:lnTo>
                  <a:pt x="557" y="304"/>
                </a:lnTo>
                <a:lnTo>
                  <a:pt x="525" y="311"/>
                </a:lnTo>
                <a:lnTo>
                  <a:pt x="491" y="316"/>
                </a:lnTo>
                <a:lnTo>
                  <a:pt x="456" y="320"/>
                </a:lnTo>
                <a:lnTo>
                  <a:pt x="419" y="322"/>
                </a:lnTo>
                <a:lnTo>
                  <a:pt x="382" y="322"/>
                </a:lnTo>
                <a:lnTo>
                  <a:pt x="344" y="322"/>
                </a:lnTo>
                <a:lnTo>
                  <a:pt x="307" y="320"/>
                </a:lnTo>
                <a:lnTo>
                  <a:pt x="272" y="316"/>
                </a:lnTo>
                <a:lnTo>
                  <a:pt x="239" y="311"/>
                </a:lnTo>
                <a:lnTo>
                  <a:pt x="206" y="304"/>
                </a:lnTo>
                <a:lnTo>
                  <a:pt x="176" y="297"/>
                </a:lnTo>
                <a:lnTo>
                  <a:pt x="146" y="287"/>
                </a:lnTo>
                <a:lnTo>
                  <a:pt x="118" y="277"/>
                </a:lnTo>
                <a:lnTo>
                  <a:pt x="93" y="265"/>
                </a:lnTo>
                <a:lnTo>
                  <a:pt x="71" y="252"/>
                </a:lnTo>
                <a:lnTo>
                  <a:pt x="52" y="239"/>
                </a:lnTo>
                <a:lnTo>
                  <a:pt x="36" y="226"/>
                </a:lnTo>
                <a:lnTo>
                  <a:pt x="25" y="212"/>
                </a:lnTo>
                <a:lnTo>
                  <a:pt x="16" y="197"/>
                </a:lnTo>
                <a:lnTo>
                  <a:pt x="11" y="182"/>
                </a:lnTo>
                <a:lnTo>
                  <a:pt x="9" y="166"/>
                </a:lnTo>
                <a:lnTo>
                  <a:pt x="11" y="150"/>
                </a:lnTo>
                <a:lnTo>
                  <a:pt x="16" y="134"/>
                </a:lnTo>
                <a:lnTo>
                  <a:pt x="25" y="120"/>
                </a:lnTo>
                <a:lnTo>
                  <a:pt x="36" y="106"/>
                </a:lnTo>
                <a:lnTo>
                  <a:pt x="52" y="92"/>
                </a:lnTo>
                <a:lnTo>
                  <a:pt x="71" y="79"/>
                </a:lnTo>
                <a:lnTo>
                  <a:pt x="93" y="67"/>
                </a:lnTo>
                <a:lnTo>
                  <a:pt x="118" y="55"/>
                </a:lnTo>
                <a:lnTo>
                  <a:pt x="146" y="44"/>
                </a:lnTo>
                <a:lnTo>
                  <a:pt x="176" y="35"/>
                </a:lnTo>
                <a:lnTo>
                  <a:pt x="206" y="27"/>
                </a:lnTo>
                <a:lnTo>
                  <a:pt x="239" y="21"/>
                </a:lnTo>
                <a:lnTo>
                  <a:pt x="272" y="16"/>
                </a:lnTo>
                <a:lnTo>
                  <a:pt x="307" y="12"/>
                </a:lnTo>
                <a:lnTo>
                  <a:pt x="344" y="10"/>
                </a:lnTo>
                <a:lnTo>
                  <a:pt x="382" y="9"/>
                </a:lnTo>
                <a:lnTo>
                  <a:pt x="382" y="0"/>
                </a:lnTo>
                <a:lnTo>
                  <a:pt x="420" y="1"/>
                </a:lnTo>
                <a:lnTo>
                  <a:pt x="458" y="3"/>
                </a:lnTo>
                <a:lnTo>
                  <a:pt x="494" y="7"/>
                </a:lnTo>
                <a:lnTo>
                  <a:pt x="528" y="12"/>
                </a:lnTo>
                <a:lnTo>
                  <a:pt x="561" y="19"/>
                </a:lnTo>
                <a:lnTo>
                  <a:pt x="593" y="27"/>
                </a:lnTo>
                <a:lnTo>
                  <a:pt x="623" y="37"/>
                </a:lnTo>
                <a:lnTo>
                  <a:pt x="651" y="49"/>
                </a:lnTo>
                <a:lnTo>
                  <a:pt x="678" y="61"/>
                </a:lnTo>
                <a:lnTo>
                  <a:pt x="700" y="74"/>
                </a:lnTo>
                <a:lnTo>
                  <a:pt x="719" y="88"/>
                </a:lnTo>
                <a:lnTo>
                  <a:pt x="735" y="102"/>
                </a:lnTo>
                <a:lnTo>
                  <a:pt x="747" y="117"/>
                </a:lnTo>
                <a:lnTo>
                  <a:pt x="756" y="133"/>
                </a:lnTo>
                <a:lnTo>
                  <a:pt x="761" y="149"/>
                </a:lnTo>
                <a:lnTo>
                  <a:pt x="763" y="166"/>
                </a:lnTo>
                <a:lnTo>
                  <a:pt x="761" y="183"/>
                </a:lnTo>
                <a:lnTo>
                  <a:pt x="756" y="199"/>
                </a:lnTo>
                <a:lnTo>
                  <a:pt x="747" y="214"/>
                </a:lnTo>
                <a:lnTo>
                  <a:pt x="735" y="229"/>
                </a:lnTo>
                <a:lnTo>
                  <a:pt x="719" y="244"/>
                </a:lnTo>
                <a:lnTo>
                  <a:pt x="700" y="257"/>
                </a:lnTo>
                <a:lnTo>
                  <a:pt x="678" y="270"/>
                </a:lnTo>
                <a:lnTo>
                  <a:pt x="651" y="283"/>
                </a:lnTo>
                <a:lnTo>
                  <a:pt x="623" y="294"/>
                </a:lnTo>
                <a:lnTo>
                  <a:pt x="593" y="304"/>
                </a:lnTo>
                <a:lnTo>
                  <a:pt x="561" y="312"/>
                </a:lnTo>
                <a:lnTo>
                  <a:pt x="528" y="319"/>
                </a:lnTo>
                <a:lnTo>
                  <a:pt x="494" y="324"/>
                </a:lnTo>
                <a:lnTo>
                  <a:pt x="458" y="328"/>
                </a:lnTo>
                <a:lnTo>
                  <a:pt x="420" y="331"/>
                </a:lnTo>
                <a:lnTo>
                  <a:pt x="382" y="331"/>
                </a:lnTo>
                <a:lnTo>
                  <a:pt x="343" y="331"/>
                </a:lnTo>
                <a:lnTo>
                  <a:pt x="305" y="328"/>
                </a:lnTo>
                <a:lnTo>
                  <a:pt x="270" y="324"/>
                </a:lnTo>
                <a:lnTo>
                  <a:pt x="235" y="319"/>
                </a:lnTo>
                <a:lnTo>
                  <a:pt x="202" y="312"/>
                </a:lnTo>
                <a:lnTo>
                  <a:pt x="171" y="304"/>
                </a:lnTo>
                <a:lnTo>
                  <a:pt x="141" y="294"/>
                </a:lnTo>
                <a:lnTo>
                  <a:pt x="112" y="283"/>
                </a:lnTo>
                <a:lnTo>
                  <a:pt x="86" y="270"/>
                </a:lnTo>
                <a:lnTo>
                  <a:pt x="63" y="257"/>
                </a:lnTo>
                <a:lnTo>
                  <a:pt x="44" y="244"/>
                </a:lnTo>
                <a:lnTo>
                  <a:pt x="28" y="229"/>
                </a:lnTo>
                <a:lnTo>
                  <a:pt x="16" y="214"/>
                </a:lnTo>
                <a:lnTo>
                  <a:pt x="7" y="199"/>
                </a:lnTo>
                <a:lnTo>
                  <a:pt x="2" y="183"/>
                </a:lnTo>
                <a:lnTo>
                  <a:pt x="0" y="166"/>
                </a:lnTo>
                <a:lnTo>
                  <a:pt x="2" y="149"/>
                </a:lnTo>
                <a:lnTo>
                  <a:pt x="7" y="133"/>
                </a:lnTo>
                <a:lnTo>
                  <a:pt x="16" y="117"/>
                </a:lnTo>
                <a:lnTo>
                  <a:pt x="28" y="102"/>
                </a:lnTo>
                <a:lnTo>
                  <a:pt x="44" y="88"/>
                </a:lnTo>
                <a:lnTo>
                  <a:pt x="63" y="74"/>
                </a:lnTo>
                <a:lnTo>
                  <a:pt x="86" y="61"/>
                </a:lnTo>
                <a:lnTo>
                  <a:pt x="112" y="49"/>
                </a:lnTo>
                <a:lnTo>
                  <a:pt x="141" y="37"/>
                </a:lnTo>
                <a:lnTo>
                  <a:pt x="171" y="27"/>
                </a:lnTo>
                <a:lnTo>
                  <a:pt x="202" y="19"/>
                </a:lnTo>
                <a:lnTo>
                  <a:pt x="235" y="12"/>
                </a:lnTo>
                <a:lnTo>
                  <a:pt x="270" y="7"/>
                </a:lnTo>
                <a:lnTo>
                  <a:pt x="305" y="3"/>
                </a:lnTo>
                <a:lnTo>
                  <a:pt x="343" y="1"/>
                </a:lnTo>
                <a:lnTo>
                  <a:pt x="382" y="0"/>
                </a:lnTo>
                <a:lnTo>
                  <a:pt x="38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2230" name="Oval 9">
            <a:extLst>
              <a:ext uri="{FF2B5EF4-FFF2-40B4-BE49-F238E27FC236}">
                <a16:creationId xmlns:a16="http://schemas.microsoft.com/office/drawing/2014/main" id="{2840E7BC-138C-8C4B-82BC-9FB01064CD93}"/>
              </a:ext>
            </a:extLst>
          </p:cNvPr>
          <p:cNvSpPr>
            <a:spLocks noChangeArrowheads="1"/>
          </p:cNvSpPr>
          <p:nvPr/>
        </p:nvSpPr>
        <p:spPr bwMode="auto">
          <a:xfrm>
            <a:off x="1750714" y="1852614"/>
            <a:ext cx="908447" cy="394097"/>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2231" name="Freeform 10">
            <a:extLst>
              <a:ext uri="{FF2B5EF4-FFF2-40B4-BE49-F238E27FC236}">
                <a16:creationId xmlns:a16="http://schemas.microsoft.com/office/drawing/2014/main" id="{535C11F1-E3CE-774E-B1B9-BD128BF48225}"/>
              </a:ext>
            </a:extLst>
          </p:cNvPr>
          <p:cNvSpPr>
            <a:spLocks/>
          </p:cNvSpPr>
          <p:nvPr/>
        </p:nvSpPr>
        <p:spPr bwMode="auto">
          <a:xfrm>
            <a:off x="1755476" y="1875235"/>
            <a:ext cx="908447" cy="394097"/>
          </a:xfrm>
          <a:custGeom>
            <a:avLst/>
            <a:gdLst>
              <a:gd name="T0" fmla="*/ 2147483647 w 763"/>
              <a:gd name="T1" fmla="*/ 2147483647 h 331"/>
              <a:gd name="T2" fmla="*/ 2147483647 w 763"/>
              <a:gd name="T3" fmla="*/ 2147483647 h 331"/>
              <a:gd name="T4" fmla="*/ 2147483647 w 763"/>
              <a:gd name="T5" fmla="*/ 2147483647 h 331"/>
              <a:gd name="T6" fmla="*/ 2147483647 w 763"/>
              <a:gd name="T7" fmla="*/ 2147483647 h 331"/>
              <a:gd name="T8" fmla="*/ 2147483647 w 763"/>
              <a:gd name="T9" fmla="*/ 2147483647 h 331"/>
              <a:gd name="T10" fmla="*/ 2147483647 w 763"/>
              <a:gd name="T11" fmla="*/ 2147483647 h 331"/>
              <a:gd name="T12" fmla="*/ 2147483647 w 763"/>
              <a:gd name="T13" fmla="*/ 2147483647 h 331"/>
              <a:gd name="T14" fmla="*/ 2147483647 w 763"/>
              <a:gd name="T15" fmla="*/ 2147483647 h 331"/>
              <a:gd name="T16" fmla="*/ 2147483647 w 763"/>
              <a:gd name="T17" fmla="*/ 2147483647 h 331"/>
              <a:gd name="T18" fmla="*/ 2147483647 w 763"/>
              <a:gd name="T19" fmla="*/ 2147483647 h 331"/>
              <a:gd name="T20" fmla="*/ 2147483647 w 763"/>
              <a:gd name="T21" fmla="*/ 2147483647 h 331"/>
              <a:gd name="T22" fmla="*/ 2147483647 w 763"/>
              <a:gd name="T23" fmla="*/ 2147483647 h 331"/>
              <a:gd name="T24" fmla="*/ 2147483647 w 763"/>
              <a:gd name="T25" fmla="*/ 2147483647 h 331"/>
              <a:gd name="T26" fmla="*/ 2147483647 w 763"/>
              <a:gd name="T27" fmla="*/ 2147483647 h 331"/>
              <a:gd name="T28" fmla="*/ 2147483647 w 763"/>
              <a:gd name="T29" fmla="*/ 2147483647 h 331"/>
              <a:gd name="T30" fmla="*/ 2147483647 w 763"/>
              <a:gd name="T31" fmla="*/ 2147483647 h 331"/>
              <a:gd name="T32" fmla="*/ 2147483647 w 763"/>
              <a:gd name="T33" fmla="*/ 2147483647 h 331"/>
              <a:gd name="T34" fmla="*/ 2147483647 w 763"/>
              <a:gd name="T35" fmla="*/ 2147483647 h 331"/>
              <a:gd name="T36" fmla="*/ 2147483647 w 763"/>
              <a:gd name="T37" fmla="*/ 2147483647 h 331"/>
              <a:gd name="T38" fmla="*/ 2147483647 w 763"/>
              <a:gd name="T39" fmla="*/ 2147483647 h 331"/>
              <a:gd name="T40" fmla="*/ 2147483647 w 763"/>
              <a:gd name="T41" fmla="*/ 2147483647 h 331"/>
              <a:gd name="T42" fmla="*/ 2147483647 w 763"/>
              <a:gd name="T43" fmla="*/ 0 h 331"/>
              <a:gd name="T44" fmla="*/ 2147483647 w 763"/>
              <a:gd name="T45" fmla="*/ 2147483647 h 331"/>
              <a:gd name="T46" fmla="*/ 2147483647 w 763"/>
              <a:gd name="T47" fmla="*/ 2147483647 h 331"/>
              <a:gd name="T48" fmla="*/ 2147483647 w 763"/>
              <a:gd name="T49" fmla="*/ 2147483647 h 331"/>
              <a:gd name="T50" fmla="*/ 2147483647 w 763"/>
              <a:gd name="T51" fmla="*/ 2147483647 h 331"/>
              <a:gd name="T52" fmla="*/ 2147483647 w 763"/>
              <a:gd name="T53" fmla="*/ 2147483647 h 331"/>
              <a:gd name="T54" fmla="*/ 2147483647 w 763"/>
              <a:gd name="T55" fmla="*/ 2147483647 h 331"/>
              <a:gd name="T56" fmla="*/ 2147483647 w 763"/>
              <a:gd name="T57" fmla="*/ 2147483647 h 331"/>
              <a:gd name="T58" fmla="*/ 2147483647 w 763"/>
              <a:gd name="T59" fmla="*/ 2147483647 h 331"/>
              <a:gd name="T60" fmla="*/ 2147483647 w 763"/>
              <a:gd name="T61" fmla="*/ 2147483647 h 331"/>
              <a:gd name="T62" fmla="*/ 2147483647 w 763"/>
              <a:gd name="T63" fmla="*/ 2147483647 h 331"/>
              <a:gd name="T64" fmla="*/ 2147483647 w 763"/>
              <a:gd name="T65" fmla="*/ 2147483647 h 331"/>
              <a:gd name="T66" fmla="*/ 2147483647 w 763"/>
              <a:gd name="T67" fmla="*/ 2147483647 h 331"/>
              <a:gd name="T68" fmla="*/ 2147483647 w 763"/>
              <a:gd name="T69" fmla="*/ 2147483647 h 331"/>
              <a:gd name="T70" fmla="*/ 2147483647 w 763"/>
              <a:gd name="T71" fmla="*/ 2147483647 h 331"/>
              <a:gd name="T72" fmla="*/ 2147483647 w 763"/>
              <a:gd name="T73" fmla="*/ 2147483647 h 331"/>
              <a:gd name="T74" fmla="*/ 0 w 763"/>
              <a:gd name="T75" fmla="*/ 2147483647 h 331"/>
              <a:gd name="T76" fmla="*/ 2147483647 w 763"/>
              <a:gd name="T77" fmla="*/ 2147483647 h 331"/>
              <a:gd name="T78" fmla="*/ 2147483647 w 763"/>
              <a:gd name="T79" fmla="*/ 2147483647 h 331"/>
              <a:gd name="T80" fmla="*/ 2147483647 w 763"/>
              <a:gd name="T81" fmla="*/ 2147483647 h 331"/>
              <a:gd name="T82" fmla="*/ 2147483647 w 763"/>
              <a:gd name="T83" fmla="*/ 2147483647 h 331"/>
              <a:gd name="T84" fmla="*/ 2147483647 w 763"/>
              <a:gd name="T85" fmla="*/ 2147483647 h 33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63" h="331">
                <a:moveTo>
                  <a:pt x="382" y="9"/>
                </a:moveTo>
                <a:lnTo>
                  <a:pt x="419" y="10"/>
                </a:lnTo>
                <a:lnTo>
                  <a:pt x="456" y="12"/>
                </a:lnTo>
                <a:lnTo>
                  <a:pt x="491" y="15"/>
                </a:lnTo>
                <a:lnTo>
                  <a:pt x="525" y="20"/>
                </a:lnTo>
                <a:lnTo>
                  <a:pt x="557" y="27"/>
                </a:lnTo>
                <a:lnTo>
                  <a:pt x="588" y="35"/>
                </a:lnTo>
                <a:lnTo>
                  <a:pt x="617" y="44"/>
                </a:lnTo>
                <a:lnTo>
                  <a:pt x="645" y="55"/>
                </a:lnTo>
                <a:lnTo>
                  <a:pt x="671" y="66"/>
                </a:lnTo>
                <a:lnTo>
                  <a:pt x="693" y="79"/>
                </a:lnTo>
                <a:lnTo>
                  <a:pt x="711" y="92"/>
                </a:lnTo>
                <a:lnTo>
                  <a:pt x="727" y="105"/>
                </a:lnTo>
                <a:lnTo>
                  <a:pt x="739" y="119"/>
                </a:lnTo>
                <a:lnTo>
                  <a:pt x="747" y="134"/>
                </a:lnTo>
                <a:lnTo>
                  <a:pt x="752" y="150"/>
                </a:lnTo>
                <a:lnTo>
                  <a:pt x="754" y="166"/>
                </a:lnTo>
                <a:lnTo>
                  <a:pt x="752" y="181"/>
                </a:lnTo>
                <a:lnTo>
                  <a:pt x="747" y="197"/>
                </a:lnTo>
                <a:lnTo>
                  <a:pt x="739" y="212"/>
                </a:lnTo>
                <a:lnTo>
                  <a:pt x="727" y="226"/>
                </a:lnTo>
                <a:lnTo>
                  <a:pt x="711" y="239"/>
                </a:lnTo>
                <a:lnTo>
                  <a:pt x="693" y="252"/>
                </a:lnTo>
                <a:lnTo>
                  <a:pt x="671" y="265"/>
                </a:lnTo>
                <a:lnTo>
                  <a:pt x="645" y="276"/>
                </a:lnTo>
                <a:lnTo>
                  <a:pt x="617" y="287"/>
                </a:lnTo>
                <a:lnTo>
                  <a:pt x="588" y="297"/>
                </a:lnTo>
                <a:lnTo>
                  <a:pt x="557" y="304"/>
                </a:lnTo>
                <a:lnTo>
                  <a:pt x="525" y="311"/>
                </a:lnTo>
                <a:lnTo>
                  <a:pt x="491" y="316"/>
                </a:lnTo>
                <a:lnTo>
                  <a:pt x="456" y="319"/>
                </a:lnTo>
                <a:lnTo>
                  <a:pt x="419" y="321"/>
                </a:lnTo>
                <a:lnTo>
                  <a:pt x="382" y="322"/>
                </a:lnTo>
                <a:lnTo>
                  <a:pt x="344" y="321"/>
                </a:lnTo>
                <a:lnTo>
                  <a:pt x="307" y="319"/>
                </a:lnTo>
                <a:lnTo>
                  <a:pt x="272" y="316"/>
                </a:lnTo>
                <a:lnTo>
                  <a:pt x="239" y="311"/>
                </a:lnTo>
                <a:lnTo>
                  <a:pt x="206" y="304"/>
                </a:lnTo>
                <a:lnTo>
                  <a:pt x="176" y="297"/>
                </a:lnTo>
                <a:lnTo>
                  <a:pt x="146" y="287"/>
                </a:lnTo>
                <a:lnTo>
                  <a:pt x="118" y="276"/>
                </a:lnTo>
                <a:lnTo>
                  <a:pt x="93" y="265"/>
                </a:lnTo>
                <a:lnTo>
                  <a:pt x="71" y="252"/>
                </a:lnTo>
                <a:lnTo>
                  <a:pt x="52" y="239"/>
                </a:lnTo>
                <a:lnTo>
                  <a:pt x="36" y="226"/>
                </a:lnTo>
                <a:lnTo>
                  <a:pt x="25" y="212"/>
                </a:lnTo>
                <a:lnTo>
                  <a:pt x="16" y="197"/>
                </a:lnTo>
                <a:lnTo>
                  <a:pt x="11" y="181"/>
                </a:lnTo>
                <a:lnTo>
                  <a:pt x="9" y="166"/>
                </a:lnTo>
                <a:lnTo>
                  <a:pt x="11" y="150"/>
                </a:lnTo>
                <a:lnTo>
                  <a:pt x="16" y="134"/>
                </a:lnTo>
                <a:lnTo>
                  <a:pt x="25" y="119"/>
                </a:lnTo>
                <a:lnTo>
                  <a:pt x="36" y="105"/>
                </a:lnTo>
                <a:lnTo>
                  <a:pt x="52" y="92"/>
                </a:lnTo>
                <a:lnTo>
                  <a:pt x="71" y="79"/>
                </a:lnTo>
                <a:lnTo>
                  <a:pt x="93" y="66"/>
                </a:lnTo>
                <a:lnTo>
                  <a:pt x="118" y="55"/>
                </a:lnTo>
                <a:lnTo>
                  <a:pt x="146" y="44"/>
                </a:lnTo>
                <a:lnTo>
                  <a:pt x="176" y="35"/>
                </a:lnTo>
                <a:lnTo>
                  <a:pt x="206" y="27"/>
                </a:lnTo>
                <a:lnTo>
                  <a:pt x="239" y="20"/>
                </a:lnTo>
                <a:lnTo>
                  <a:pt x="272" y="15"/>
                </a:lnTo>
                <a:lnTo>
                  <a:pt x="307" y="12"/>
                </a:lnTo>
                <a:lnTo>
                  <a:pt x="344" y="10"/>
                </a:lnTo>
                <a:lnTo>
                  <a:pt x="382" y="9"/>
                </a:lnTo>
                <a:lnTo>
                  <a:pt x="382" y="0"/>
                </a:lnTo>
                <a:lnTo>
                  <a:pt x="420" y="1"/>
                </a:lnTo>
                <a:lnTo>
                  <a:pt x="458" y="3"/>
                </a:lnTo>
                <a:lnTo>
                  <a:pt x="494" y="7"/>
                </a:lnTo>
                <a:lnTo>
                  <a:pt x="528" y="12"/>
                </a:lnTo>
                <a:lnTo>
                  <a:pt x="561" y="19"/>
                </a:lnTo>
                <a:lnTo>
                  <a:pt x="593" y="27"/>
                </a:lnTo>
                <a:lnTo>
                  <a:pt x="623" y="37"/>
                </a:lnTo>
                <a:lnTo>
                  <a:pt x="651" y="48"/>
                </a:lnTo>
                <a:lnTo>
                  <a:pt x="678" y="61"/>
                </a:lnTo>
                <a:lnTo>
                  <a:pt x="700" y="74"/>
                </a:lnTo>
                <a:lnTo>
                  <a:pt x="719" y="88"/>
                </a:lnTo>
                <a:lnTo>
                  <a:pt x="735" y="102"/>
                </a:lnTo>
                <a:lnTo>
                  <a:pt x="747" y="117"/>
                </a:lnTo>
                <a:lnTo>
                  <a:pt x="756" y="132"/>
                </a:lnTo>
                <a:lnTo>
                  <a:pt x="761" y="149"/>
                </a:lnTo>
                <a:lnTo>
                  <a:pt x="763" y="166"/>
                </a:lnTo>
                <a:lnTo>
                  <a:pt x="761" y="182"/>
                </a:lnTo>
                <a:lnTo>
                  <a:pt x="756" y="199"/>
                </a:lnTo>
                <a:lnTo>
                  <a:pt x="747" y="214"/>
                </a:lnTo>
                <a:lnTo>
                  <a:pt x="735" y="229"/>
                </a:lnTo>
                <a:lnTo>
                  <a:pt x="719" y="243"/>
                </a:lnTo>
                <a:lnTo>
                  <a:pt x="700" y="257"/>
                </a:lnTo>
                <a:lnTo>
                  <a:pt x="678" y="270"/>
                </a:lnTo>
                <a:lnTo>
                  <a:pt x="651" y="283"/>
                </a:lnTo>
                <a:lnTo>
                  <a:pt x="623" y="294"/>
                </a:lnTo>
                <a:lnTo>
                  <a:pt x="593" y="304"/>
                </a:lnTo>
                <a:lnTo>
                  <a:pt x="561" y="312"/>
                </a:lnTo>
                <a:lnTo>
                  <a:pt x="528" y="319"/>
                </a:lnTo>
                <a:lnTo>
                  <a:pt x="494" y="324"/>
                </a:lnTo>
                <a:lnTo>
                  <a:pt x="458" y="328"/>
                </a:lnTo>
                <a:lnTo>
                  <a:pt x="420" y="330"/>
                </a:lnTo>
                <a:lnTo>
                  <a:pt x="382" y="331"/>
                </a:lnTo>
                <a:lnTo>
                  <a:pt x="343" y="330"/>
                </a:lnTo>
                <a:lnTo>
                  <a:pt x="305" y="328"/>
                </a:lnTo>
                <a:lnTo>
                  <a:pt x="270" y="324"/>
                </a:lnTo>
                <a:lnTo>
                  <a:pt x="235" y="319"/>
                </a:lnTo>
                <a:lnTo>
                  <a:pt x="202" y="312"/>
                </a:lnTo>
                <a:lnTo>
                  <a:pt x="171" y="304"/>
                </a:lnTo>
                <a:lnTo>
                  <a:pt x="141" y="294"/>
                </a:lnTo>
                <a:lnTo>
                  <a:pt x="112" y="283"/>
                </a:lnTo>
                <a:lnTo>
                  <a:pt x="86" y="270"/>
                </a:lnTo>
                <a:lnTo>
                  <a:pt x="63" y="257"/>
                </a:lnTo>
                <a:lnTo>
                  <a:pt x="44" y="243"/>
                </a:lnTo>
                <a:lnTo>
                  <a:pt x="28" y="229"/>
                </a:lnTo>
                <a:lnTo>
                  <a:pt x="16" y="214"/>
                </a:lnTo>
                <a:lnTo>
                  <a:pt x="7" y="199"/>
                </a:lnTo>
                <a:lnTo>
                  <a:pt x="2" y="182"/>
                </a:lnTo>
                <a:lnTo>
                  <a:pt x="0" y="166"/>
                </a:lnTo>
                <a:lnTo>
                  <a:pt x="2" y="149"/>
                </a:lnTo>
                <a:lnTo>
                  <a:pt x="7" y="132"/>
                </a:lnTo>
                <a:lnTo>
                  <a:pt x="16" y="117"/>
                </a:lnTo>
                <a:lnTo>
                  <a:pt x="28" y="102"/>
                </a:lnTo>
                <a:lnTo>
                  <a:pt x="44" y="88"/>
                </a:lnTo>
                <a:lnTo>
                  <a:pt x="63" y="74"/>
                </a:lnTo>
                <a:lnTo>
                  <a:pt x="86" y="61"/>
                </a:lnTo>
                <a:lnTo>
                  <a:pt x="112" y="48"/>
                </a:lnTo>
                <a:lnTo>
                  <a:pt x="141" y="37"/>
                </a:lnTo>
                <a:lnTo>
                  <a:pt x="171" y="27"/>
                </a:lnTo>
                <a:lnTo>
                  <a:pt x="202" y="19"/>
                </a:lnTo>
                <a:lnTo>
                  <a:pt x="235" y="12"/>
                </a:lnTo>
                <a:lnTo>
                  <a:pt x="270" y="7"/>
                </a:lnTo>
                <a:lnTo>
                  <a:pt x="305" y="3"/>
                </a:lnTo>
                <a:lnTo>
                  <a:pt x="343" y="1"/>
                </a:lnTo>
                <a:lnTo>
                  <a:pt x="382" y="0"/>
                </a:lnTo>
                <a:lnTo>
                  <a:pt x="38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2232" name="Oval 11">
            <a:extLst>
              <a:ext uri="{FF2B5EF4-FFF2-40B4-BE49-F238E27FC236}">
                <a16:creationId xmlns:a16="http://schemas.microsoft.com/office/drawing/2014/main" id="{395CF881-7FFE-9E4A-A476-529EC9A46528}"/>
              </a:ext>
            </a:extLst>
          </p:cNvPr>
          <p:cNvSpPr>
            <a:spLocks noChangeArrowheads="1"/>
          </p:cNvSpPr>
          <p:nvPr/>
        </p:nvSpPr>
        <p:spPr bwMode="auto">
          <a:xfrm>
            <a:off x="1755476" y="2577704"/>
            <a:ext cx="908447" cy="39409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2233" name="Freeform 12">
            <a:extLst>
              <a:ext uri="{FF2B5EF4-FFF2-40B4-BE49-F238E27FC236}">
                <a16:creationId xmlns:a16="http://schemas.microsoft.com/office/drawing/2014/main" id="{C815E158-8F18-8C4C-A3C9-35EA832F4A4E}"/>
              </a:ext>
            </a:extLst>
          </p:cNvPr>
          <p:cNvSpPr>
            <a:spLocks/>
          </p:cNvSpPr>
          <p:nvPr/>
        </p:nvSpPr>
        <p:spPr bwMode="auto">
          <a:xfrm>
            <a:off x="1755476" y="2577704"/>
            <a:ext cx="908447" cy="394097"/>
          </a:xfrm>
          <a:custGeom>
            <a:avLst/>
            <a:gdLst>
              <a:gd name="T0" fmla="*/ 2147483647 w 763"/>
              <a:gd name="T1" fmla="*/ 2147483647 h 331"/>
              <a:gd name="T2" fmla="*/ 2147483647 w 763"/>
              <a:gd name="T3" fmla="*/ 2147483647 h 331"/>
              <a:gd name="T4" fmla="*/ 2147483647 w 763"/>
              <a:gd name="T5" fmla="*/ 2147483647 h 331"/>
              <a:gd name="T6" fmla="*/ 2147483647 w 763"/>
              <a:gd name="T7" fmla="*/ 2147483647 h 331"/>
              <a:gd name="T8" fmla="*/ 2147483647 w 763"/>
              <a:gd name="T9" fmla="*/ 2147483647 h 331"/>
              <a:gd name="T10" fmla="*/ 2147483647 w 763"/>
              <a:gd name="T11" fmla="*/ 2147483647 h 331"/>
              <a:gd name="T12" fmla="*/ 2147483647 w 763"/>
              <a:gd name="T13" fmla="*/ 2147483647 h 331"/>
              <a:gd name="T14" fmla="*/ 2147483647 w 763"/>
              <a:gd name="T15" fmla="*/ 2147483647 h 331"/>
              <a:gd name="T16" fmla="*/ 2147483647 w 763"/>
              <a:gd name="T17" fmla="*/ 2147483647 h 331"/>
              <a:gd name="T18" fmla="*/ 2147483647 w 763"/>
              <a:gd name="T19" fmla="*/ 2147483647 h 331"/>
              <a:gd name="T20" fmla="*/ 2147483647 w 763"/>
              <a:gd name="T21" fmla="*/ 2147483647 h 331"/>
              <a:gd name="T22" fmla="*/ 2147483647 w 763"/>
              <a:gd name="T23" fmla="*/ 2147483647 h 331"/>
              <a:gd name="T24" fmla="*/ 2147483647 w 763"/>
              <a:gd name="T25" fmla="*/ 2147483647 h 331"/>
              <a:gd name="T26" fmla="*/ 2147483647 w 763"/>
              <a:gd name="T27" fmla="*/ 2147483647 h 331"/>
              <a:gd name="T28" fmla="*/ 2147483647 w 763"/>
              <a:gd name="T29" fmla="*/ 2147483647 h 331"/>
              <a:gd name="T30" fmla="*/ 2147483647 w 763"/>
              <a:gd name="T31" fmla="*/ 2147483647 h 331"/>
              <a:gd name="T32" fmla="*/ 2147483647 w 763"/>
              <a:gd name="T33" fmla="*/ 2147483647 h 331"/>
              <a:gd name="T34" fmla="*/ 2147483647 w 763"/>
              <a:gd name="T35" fmla="*/ 2147483647 h 331"/>
              <a:gd name="T36" fmla="*/ 2147483647 w 763"/>
              <a:gd name="T37" fmla="*/ 2147483647 h 331"/>
              <a:gd name="T38" fmla="*/ 2147483647 w 763"/>
              <a:gd name="T39" fmla="*/ 2147483647 h 331"/>
              <a:gd name="T40" fmla="*/ 2147483647 w 763"/>
              <a:gd name="T41" fmla="*/ 2147483647 h 331"/>
              <a:gd name="T42" fmla="*/ 2147483647 w 763"/>
              <a:gd name="T43" fmla="*/ 0 h 331"/>
              <a:gd name="T44" fmla="*/ 2147483647 w 763"/>
              <a:gd name="T45" fmla="*/ 2147483647 h 331"/>
              <a:gd name="T46" fmla="*/ 2147483647 w 763"/>
              <a:gd name="T47" fmla="*/ 2147483647 h 331"/>
              <a:gd name="T48" fmla="*/ 2147483647 w 763"/>
              <a:gd name="T49" fmla="*/ 2147483647 h 331"/>
              <a:gd name="T50" fmla="*/ 2147483647 w 763"/>
              <a:gd name="T51" fmla="*/ 2147483647 h 331"/>
              <a:gd name="T52" fmla="*/ 2147483647 w 763"/>
              <a:gd name="T53" fmla="*/ 2147483647 h 331"/>
              <a:gd name="T54" fmla="*/ 2147483647 w 763"/>
              <a:gd name="T55" fmla="*/ 2147483647 h 331"/>
              <a:gd name="T56" fmla="*/ 2147483647 w 763"/>
              <a:gd name="T57" fmla="*/ 2147483647 h 331"/>
              <a:gd name="T58" fmla="*/ 2147483647 w 763"/>
              <a:gd name="T59" fmla="*/ 2147483647 h 331"/>
              <a:gd name="T60" fmla="*/ 2147483647 w 763"/>
              <a:gd name="T61" fmla="*/ 2147483647 h 331"/>
              <a:gd name="T62" fmla="*/ 2147483647 w 763"/>
              <a:gd name="T63" fmla="*/ 2147483647 h 331"/>
              <a:gd name="T64" fmla="*/ 2147483647 w 763"/>
              <a:gd name="T65" fmla="*/ 2147483647 h 331"/>
              <a:gd name="T66" fmla="*/ 2147483647 w 763"/>
              <a:gd name="T67" fmla="*/ 2147483647 h 331"/>
              <a:gd name="T68" fmla="*/ 2147483647 w 763"/>
              <a:gd name="T69" fmla="*/ 2147483647 h 331"/>
              <a:gd name="T70" fmla="*/ 2147483647 w 763"/>
              <a:gd name="T71" fmla="*/ 2147483647 h 331"/>
              <a:gd name="T72" fmla="*/ 2147483647 w 763"/>
              <a:gd name="T73" fmla="*/ 2147483647 h 331"/>
              <a:gd name="T74" fmla="*/ 0 w 763"/>
              <a:gd name="T75" fmla="*/ 2147483647 h 331"/>
              <a:gd name="T76" fmla="*/ 2147483647 w 763"/>
              <a:gd name="T77" fmla="*/ 2147483647 h 331"/>
              <a:gd name="T78" fmla="*/ 2147483647 w 763"/>
              <a:gd name="T79" fmla="*/ 2147483647 h 331"/>
              <a:gd name="T80" fmla="*/ 2147483647 w 763"/>
              <a:gd name="T81" fmla="*/ 2147483647 h 331"/>
              <a:gd name="T82" fmla="*/ 2147483647 w 763"/>
              <a:gd name="T83" fmla="*/ 2147483647 h 331"/>
              <a:gd name="T84" fmla="*/ 2147483647 w 763"/>
              <a:gd name="T85" fmla="*/ 2147483647 h 33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63" h="331">
                <a:moveTo>
                  <a:pt x="382" y="9"/>
                </a:moveTo>
                <a:lnTo>
                  <a:pt x="419" y="10"/>
                </a:lnTo>
                <a:lnTo>
                  <a:pt x="456" y="12"/>
                </a:lnTo>
                <a:lnTo>
                  <a:pt x="491" y="16"/>
                </a:lnTo>
                <a:lnTo>
                  <a:pt x="525" y="21"/>
                </a:lnTo>
                <a:lnTo>
                  <a:pt x="557" y="27"/>
                </a:lnTo>
                <a:lnTo>
                  <a:pt x="588" y="35"/>
                </a:lnTo>
                <a:lnTo>
                  <a:pt x="617" y="44"/>
                </a:lnTo>
                <a:lnTo>
                  <a:pt x="645" y="55"/>
                </a:lnTo>
                <a:lnTo>
                  <a:pt x="671" y="67"/>
                </a:lnTo>
                <a:lnTo>
                  <a:pt x="693" y="79"/>
                </a:lnTo>
                <a:lnTo>
                  <a:pt x="711" y="92"/>
                </a:lnTo>
                <a:lnTo>
                  <a:pt x="727" y="106"/>
                </a:lnTo>
                <a:lnTo>
                  <a:pt x="739" y="120"/>
                </a:lnTo>
                <a:lnTo>
                  <a:pt x="747" y="135"/>
                </a:lnTo>
                <a:lnTo>
                  <a:pt x="752" y="150"/>
                </a:lnTo>
                <a:lnTo>
                  <a:pt x="754" y="166"/>
                </a:lnTo>
                <a:lnTo>
                  <a:pt x="752" y="182"/>
                </a:lnTo>
                <a:lnTo>
                  <a:pt x="747" y="197"/>
                </a:lnTo>
                <a:lnTo>
                  <a:pt x="739" y="212"/>
                </a:lnTo>
                <a:lnTo>
                  <a:pt x="727" y="226"/>
                </a:lnTo>
                <a:lnTo>
                  <a:pt x="711" y="240"/>
                </a:lnTo>
                <a:lnTo>
                  <a:pt x="693" y="253"/>
                </a:lnTo>
                <a:lnTo>
                  <a:pt x="671" y="265"/>
                </a:lnTo>
                <a:lnTo>
                  <a:pt x="645" y="277"/>
                </a:lnTo>
                <a:lnTo>
                  <a:pt x="617" y="288"/>
                </a:lnTo>
                <a:lnTo>
                  <a:pt x="588" y="297"/>
                </a:lnTo>
                <a:lnTo>
                  <a:pt x="557" y="305"/>
                </a:lnTo>
                <a:lnTo>
                  <a:pt x="525" y="311"/>
                </a:lnTo>
                <a:lnTo>
                  <a:pt x="491" y="316"/>
                </a:lnTo>
                <a:lnTo>
                  <a:pt x="456" y="320"/>
                </a:lnTo>
                <a:lnTo>
                  <a:pt x="419" y="322"/>
                </a:lnTo>
                <a:lnTo>
                  <a:pt x="382" y="323"/>
                </a:lnTo>
                <a:lnTo>
                  <a:pt x="344" y="322"/>
                </a:lnTo>
                <a:lnTo>
                  <a:pt x="307" y="320"/>
                </a:lnTo>
                <a:lnTo>
                  <a:pt x="272" y="316"/>
                </a:lnTo>
                <a:lnTo>
                  <a:pt x="239" y="311"/>
                </a:lnTo>
                <a:lnTo>
                  <a:pt x="206" y="305"/>
                </a:lnTo>
                <a:lnTo>
                  <a:pt x="176" y="297"/>
                </a:lnTo>
                <a:lnTo>
                  <a:pt x="146" y="288"/>
                </a:lnTo>
                <a:lnTo>
                  <a:pt x="118" y="277"/>
                </a:lnTo>
                <a:lnTo>
                  <a:pt x="93" y="265"/>
                </a:lnTo>
                <a:lnTo>
                  <a:pt x="71" y="253"/>
                </a:lnTo>
                <a:lnTo>
                  <a:pt x="52" y="240"/>
                </a:lnTo>
                <a:lnTo>
                  <a:pt x="36" y="226"/>
                </a:lnTo>
                <a:lnTo>
                  <a:pt x="25" y="212"/>
                </a:lnTo>
                <a:lnTo>
                  <a:pt x="16" y="197"/>
                </a:lnTo>
                <a:lnTo>
                  <a:pt x="11" y="182"/>
                </a:lnTo>
                <a:lnTo>
                  <a:pt x="9" y="166"/>
                </a:lnTo>
                <a:lnTo>
                  <a:pt x="11" y="150"/>
                </a:lnTo>
                <a:lnTo>
                  <a:pt x="16" y="135"/>
                </a:lnTo>
                <a:lnTo>
                  <a:pt x="25" y="120"/>
                </a:lnTo>
                <a:lnTo>
                  <a:pt x="36" y="106"/>
                </a:lnTo>
                <a:lnTo>
                  <a:pt x="52" y="92"/>
                </a:lnTo>
                <a:lnTo>
                  <a:pt x="71" y="79"/>
                </a:lnTo>
                <a:lnTo>
                  <a:pt x="93" y="67"/>
                </a:lnTo>
                <a:lnTo>
                  <a:pt x="118" y="55"/>
                </a:lnTo>
                <a:lnTo>
                  <a:pt x="146" y="44"/>
                </a:lnTo>
                <a:lnTo>
                  <a:pt x="176" y="35"/>
                </a:lnTo>
                <a:lnTo>
                  <a:pt x="206" y="27"/>
                </a:lnTo>
                <a:lnTo>
                  <a:pt x="239" y="21"/>
                </a:lnTo>
                <a:lnTo>
                  <a:pt x="272" y="16"/>
                </a:lnTo>
                <a:lnTo>
                  <a:pt x="307" y="12"/>
                </a:lnTo>
                <a:lnTo>
                  <a:pt x="344" y="10"/>
                </a:lnTo>
                <a:lnTo>
                  <a:pt x="382" y="9"/>
                </a:lnTo>
                <a:lnTo>
                  <a:pt x="382" y="0"/>
                </a:lnTo>
                <a:lnTo>
                  <a:pt x="420" y="1"/>
                </a:lnTo>
                <a:lnTo>
                  <a:pt x="458" y="4"/>
                </a:lnTo>
                <a:lnTo>
                  <a:pt x="494" y="7"/>
                </a:lnTo>
                <a:lnTo>
                  <a:pt x="528" y="13"/>
                </a:lnTo>
                <a:lnTo>
                  <a:pt x="561" y="20"/>
                </a:lnTo>
                <a:lnTo>
                  <a:pt x="593" y="28"/>
                </a:lnTo>
                <a:lnTo>
                  <a:pt x="623" y="38"/>
                </a:lnTo>
                <a:lnTo>
                  <a:pt x="651" y="49"/>
                </a:lnTo>
                <a:lnTo>
                  <a:pt x="678" y="61"/>
                </a:lnTo>
                <a:lnTo>
                  <a:pt x="700" y="75"/>
                </a:lnTo>
                <a:lnTo>
                  <a:pt x="719" y="88"/>
                </a:lnTo>
                <a:lnTo>
                  <a:pt x="735" y="102"/>
                </a:lnTo>
                <a:lnTo>
                  <a:pt x="747" y="117"/>
                </a:lnTo>
                <a:lnTo>
                  <a:pt x="756" y="133"/>
                </a:lnTo>
                <a:lnTo>
                  <a:pt x="761" y="149"/>
                </a:lnTo>
                <a:lnTo>
                  <a:pt x="763" y="166"/>
                </a:lnTo>
                <a:lnTo>
                  <a:pt x="761" y="183"/>
                </a:lnTo>
                <a:lnTo>
                  <a:pt x="756" y="199"/>
                </a:lnTo>
                <a:lnTo>
                  <a:pt x="747" y="215"/>
                </a:lnTo>
                <a:lnTo>
                  <a:pt x="735" y="230"/>
                </a:lnTo>
                <a:lnTo>
                  <a:pt x="719" y="244"/>
                </a:lnTo>
                <a:lnTo>
                  <a:pt x="700" y="257"/>
                </a:lnTo>
                <a:lnTo>
                  <a:pt x="678" y="271"/>
                </a:lnTo>
                <a:lnTo>
                  <a:pt x="651" y="283"/>
                </a:lnTo>
                <a:lnTo>
                  <a:pt x="623" y="294"/>
                </a:lnTo>
                <a:lnTo>
                  <a:pt x="593" y="304"/>
                </a:lnTo>
                <a:lnTo>
                  <a:pt x="561" y="312"/>
                </a:lnTo>
                <a:lnTo>
                  <a:pt x="528" y="319"/>
                </a:lnTo>
                <a:lnTo>
                  <a:pt x="494" y="325"/>
                </a:lnTo>
                <a:lnTo>
                  <a:pt x="458" y="328"/>
                </a:lnTo>
                <a:lnTo>
                  <a:pt x="420" y="331"/>
                </a:lnTo>
                <a:lnTo>
                  <a:pt x="382" y="331"/>
                </a:lnTo>
                <a:lnTo>
                  <a:pt x="343" y="331"/>
                </a:lnTo>
                <a:lnTo>
                  <a:pt x="305" y="328"/>
                </a:lnTo>
                <a:lnTo>
                  <a:pt x="270" y="325"/>
                </a:lnTo>
                <a:lnTo>
                  <a:pt x="235" y="319"/>
                </a:lnTo>
                <a:lnTo>
                  <a:pt x="202" y="312"/>
                </a:lnTo>
                <a:lnTo>
                  <a:pt x="171" y="304"/>
                </a:lnTo>
                <a:lnTo>
                  <a:pt x="141" y="294"/>
                </a:lnTo>
                <a:lnTo>
                  <a:pt x="112" y="283"/>
                </a:lnTo>
                <a:lnTo>
                  <a:pt x="86" y="271"/>
                </a:lnTo>
                <a:lnTo>
                  <a:pt x="63" y="257"/>
                </a:lnTo>
                <a:lnTo>
                  <a:pt x="44" y="244"/>
                </a:lnTo>
                <a:lnTo>
                  <a:pt x="28" y="230"/>
                </a:lnTo>
                <a:lnTo>
                  <a:pt x="16" y="215"/>
                </a:lnTo>
                <a:lnTo>
                  <a:pt x="7" y="199"/>
                </a:lnTo>
                <a:lnTo>
                  <a:pt x="2" y="183"/>
                </a:lnTo>
                <a:lnTo>
                  <a:pt x="0" y="166"/>
                </a:lnTo>
                <a:lnTo>
                  <a:pt x="2" y="149"/>
                </a:lnTo>
                <a:lnTo>
                  <a:pt x="7" y="133"/>
                </a:lnTo>
                <a:lnTo>
                  <a:pt x="16" y="117"/>
                </a:lnTo>
                <a:lnTo>
                  <a:pt x="28" y="102"/>
                </a:lnTo>
                <a:lnTo>
                  <a:pt x="44" y="88"/>
                </a:lnTo>
                <a:lnTo>
                  <a:pt x="63" y="75"/>
                </a:lnTo>
                <a:lnTo>
                  <a:pt x="86" y="61"/>
                </a:lnTo>
                <a:lnTo>
                  <a:pt x="112" y="49"/>
                </a:lnTo>
                <a:lnTo>
                  <a:pt x="141" y="38"/>
                </a:lnTo>
                <a:lnTo>
                  <a:pt x="171" y="28"/>
                </a:lnTo>
                <a:lnTo>
                  <a:pt x="202" y="20"/>
                </a:lnTo>
                <a:lnTo>
                  <a:pt x="235" y="13"/>
                </a:lnTo>
                <a:lnTo>
                  <a:pt x="270" y="7"/>
                </a:lnTo>
                <a:lnTo>
                  <a:pt x="305" y="4"/>
                </a:lnTo>
                <a:lnTo>
                  <a:pt x="343" y="1"/>
                </a:lnTo>
                <a:lnTo>
                  <a:pt x="382" y="0"/>
                </a:lnTo>
                <a:lnTo>
                  <a:pt x="38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2234" name="Oval 13">
            <a:extLst>
              <a:ext uri="{FF2B5EF4-FFF2-40B4-BE49-F238E27FC236}">
                <a16:creationId xmlns:a16="http://schemas.microsoft.com/office/drawing/2014/main" id="{549D86BB-061C-F746-B073-239D6D711AE0}"/>
              </a:ext>
            </a:extLst>
          </p:cNvPr>
          <p:cNvSpPr>
            <a:spLocks noChangeArrowheads="1"/>
          </p:cNvSpPr>
          <p:nvPr/>
        </p:nvSpPr>
        <p:spPr bwMode="auto">
          <a:xfrm>
            <a:off x="1755476" y="3281364"/>
            <a:ext cx="908447" cy="39409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2235" name="Freeform 14">
            <a:extLst>
              <a:ext uri="{FF2B5EF4-FFF2-40B4-BE49-F238E27FC236}">
                <a16:creationId xmlns:a16="http://schemas.microsoft.com/office/drawing/2014/main" id="{0CE22F48-24EC-3F4F-B4E5-BB966433B657}"/>
              </a:ext>
            </a:extLst>
          </p:cNvPr>
          <p:cNvSpPr>
            <a:spLocks/>
          </p:cNvSpPr>
          <p:nvPr/>
        </p:nvSpPr>
        <p:spPr bwMode="auto">
          <a:xfrm>
            <a:off x="1755476" y="3281364"/>
            <a:ext cx="908447" cy="394097"/>
          </a:xfrm>
          <a:custGeom>
            <a:avLst/>
            <a:gdLst>
              <a:gd name="T0" fmla="*/ 2147483647 w 763"/>
              <a:gd name="T1" fmla="*/ 2147483647 h 331"/>
              <a:gd name="T2" fmla="*/ 2147483647 w 763"/>
              <a:gd name="T3" fmla="*/ 2147483647 h 331"/>
              <a:gd name="T4" fmla="*/ 2147483647 w 763"/>
              <a:gd name="T5" fmla="*/ 2147483647 h 331"/>
              <a:gd name="T6" fmla="*/ 2147483647 w 763"/>
              <a:gd name="T7" fmla="*/ 2147483647 h 331"/>
              <a:gd name="T8" fmla="*/ 2147483647 w 763"/>
              <a:gd name="T9" fmla="*/ 2147483647 h 331"/>
              <a:gd name="T10" fmla="*/ 2147483647 w 763"/>
              <a:gd name="T11" fmla="*/ 2147483647 h 331"/>
              <a:gd name="T12" fmla="*/ 2147483647 w 763"/>
              <a:gd name="T13" fmla="*/ 2147483647 h 331"/>
              <a:gd name="T14" fmla="*/ 2147483647 w 763"/>
              <a:gd name="T15" fmla="*/ 2147483647 h 331"/>
              <a:gd name="T16" fmla="*/ 2147483647 w 763"/>
              <a:gd name="T17" fmla="*/ 2147483647 h 331"/>
              <a:gd name="T18" fmla="*/ 2147483647 w 763"/>
              <a:gd name="T19" fmla="*/ 2147483647 h 331"/>
              <a:gd name="T20" fmla="*/ 2147483647 w 763"/>
              <a:gd name="T21" fmla="*/ 2147483647 h 331"/>
              <a:gd name="T22" fmla="*/ 2147483647 w 763"/>
              <a:gd name="T23" fmla="*/ 2147483647 h 331"/>
              <a:gd name="T24" fmla="*/ 2147483647 w 763"/>
              <a:gd name="T25" fmla="*/ 2147483647 h 331"/>
              <a:gd name="T26" fmla="*/ 2147483647 w 763"/>
              <a:gd name="T27" fmla="*/ 2147483647 h 331"/>
              <a:gd name="T28" fmla="*/ 2147483647 w 763"/>
              <a:gd name="T29" fmla="*/ 2147483647 h 331"/>
              <a:gd name="T30" fmla="*/ 2147483647 w 763"/>
              <a:gd name="T31" fmla="*/ 2147483647 h 331"/>
              <a:gd name="T32" fmla="*/ 2147483647 w 763"/>
              <a:gd name="T33" fmla="*/ 2147483647 h 331"/>
              <a:gd name="T34" fmla="*/ 2147483647 w 763"/>
              <a:gd name="T35" fmla="*/ 2147483647 h 331"/>
              <a:gd name="T36" fmla="*/ 2147483647 w 763"/>
              <a:gd name="T37" fmla="*/ 2147483647 h 331"/>
              <a:gd name="T38" fmla="*/ 2147483647 w 763"/>
              <a:gd name="T39" fmla="*/ 2147483647 h 331"/>
              <a:gd name="T40" fmla="*/ 2147483647 w 763"/>
              <a:gd name="T41" fmla="*/ 2147483647 h 331"/>
              <a:gd name="T42" fmla="*/ 2147483647 w 763"/>
              <a:gd name="T43" fmla="*/ 0 h 331"/>
              <a:gd name="T44" fmla="*/ 2147483647 w 763"/>
              <a:gd name="T45" fmla="*/ 2147483647 h 331"/>
              <a:gd name="T46" fmla="*/ 2147483647 w 763"/>
              <a:gd name="T47" fmla="*/ 2147483647 h 331"/>
              <a:gd name="T48" fmla="*/ 2147483647 w 763"/>
              <a:gd name="T49" fmla="*/ 2147483647 h 331"/>
              <a:gd name="T50" fmla="*/ 2147483647 w 763"/>
              <a:gd name="T51" fmla="*/ 2147483647 h 331"/>
              <a:gd name="T52" fmla="*/ 2147483647 w 763"/>
              <a:gd name="T53" fmla="*/ 2147483647 h 331"/>
              <a:gd name="T54" fmla="*/ 2147483647 w 763"/>
              <a:gd name="T55" fmla="*/ 2147483647 h 331"/>
              <a:gd name="T56" fmla="*/ 2147483647 w 763"/>
              <a:gd name="T57" fmla="*/ 2147483647 h 331"/>
              <a:gd name="T58" fmla="*/ 2147483647 w 763"/>
              <a:gd name="T59" fmla="*/ 2147483647 h 331"/>
              <a:gd name="T60" fmla="*/ 2147483647 w 763"/>
              <a:gd name="T61" fmla="*/ 2147483647 h 331"/>
              <a:gd name="T62" fmla="*/ 2147483647 w 763"/>
              <a:gd name="T63" fmla="*/ 2147483647 h 331"/>
              <a:gd name="T64" fmla="*/ 2147483647 w 763"/>
              <a:gd name="T65" fmla="*/ 2147483647 h 331"/>
              <a:gd name="T66" fmla="*/ 2147483647 w 763"/>
              <a:gd name="T67" fmla="*/ 2147483647 h 331"/>
              <a:gd name="T68" fmla="*/ 2147483647 w 763"/>
              <a:gd name="T69" fmla="*/ 2147483647 h 331"/>
              <a:gd name="T70" fmla="*/ 2147483647 w 763"/>
              <a:gd name="T71" fmla="*/ 2147483647 h 331"/>
              <a:gd name="T72" fmla="*/ 2147483647 w 763"/>
              <a:gd name="T73" fmla="*/ 2147483647 h 331"/>
              <a:gd name="T74" fmla="*/ 0 w 763"/>
              <a:gd name="T75" fmla="*/ 2147483647 h 331"/>
              <a:gd name="T76" fmla="*/ 2147483647 w 763"/>
              <a:gd name="T77" fmla="*/ 2147483647 h 331"/>
              <a:gd name="T78" fmla="*/ 2147483647 w 763"/>
              <a:gd name="T79" fmla="*/ 2147483647 h 331"/>
              <a:gd name="T80" fmla="*/ 2147483647 w 763"/>
              <a:gd name="T81" fmla="*/ 2147483647 h 331"/>
              <a:gd name="T82" fmla="*/ 2147483647 w 763"/>
              <a:gd name="T83" fmla="*/ 2147483647 h 331"/>
              <a:gd name="T84" fmla="*/ 2147483647 w 763"/>
              <a:gd name="T85" fmla="*/ 2147483647 h 33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63" h="331">
                <a:moveTo>
                  <a:pt x="382" y="9"/>
                </a:moveTo>
                <a:lnTo>
                  <a:pt x="419" y="10"/>
                </a:lnTo>
                <a:lnTo>
                  <a:pt x="456" y="12"/>
                </a:lnTo>
                <a:lnTo>
                  <a:pt x="491" y="16"/>
                </a:lnTo>
                <a:lnTo>
                  <a:pt x="525" y="20"/>
                </a:lnTo>
                <a:lnTo>
                  <a:pt x="557" y="27"/>
                </a:lnTo>
                <a:lnTo>
                  <a:pt x="588" y="35"/>
                </a:lnTo>
                <a:lnTo>
                  <a:pt x="617" y="44"/>
                </a:lnTo>
                <a:lnTo>
                  <a:pt x="645" y="55"/>
                </a:lnTo>
                <a:lnTo>
                  <a:pt x="671" y="67"/>
                </a:lnTo>
                <a:lnTo>
                  <a:pt x="693" y="79"/>
                </a:lnTo>
                <a:lnTo>
                  <a:pt x="711" y="92"/>
                </a:lnTo>
                <a:lnTo>
                  <a:pt x="727" y="105"/>
                </a:lnTo>
                <a:lnTo>
                  <a:pt x="739" y="120"/>
                </a:lnTo>
                <a:lnTo>
                  <a:pt x="747" y="134"/>
                </a:lnTo>
                <a:lnTo>
                  <a:pt x="752" y="150"/>
                </a:lnTo>
                <a:lnTo>
                  <a:pt x="754" y="166"/>
                </a:lnTo>
                <a:lnTo>
                  <a:pt x="752" y="182"/>
                </a:lnTo>
                <a:lnTo>
                  <a:pt x="747" y="197"/>
                </a:lnTo>
                <a:lnTo>
                  <a:pt x="739" y="212"/>
                </a:lnTo>
                <a:lnTo>
                  <a:pt x="727" y="226"/>
                </a:lnTo>
                <a:lnTo>
                  <a:pt x="711" y="239"/>
                </a:lnTo>
                <a:lnTo>
                  <a:pt x="693" y="252"/>
                </a:lnTo>
                <a:lnTo>
                  <a:pt x="671" y="265"/>
                </a:lnTo>
                <a:lnTo>
                  <a:pt x="645" y="276"/>
                </a:lnTo>
                <a:lnTo>
                  <a:pt x="617" y="287"/>
                </a:lnTo>
                <a:lnTo>
                  <a:pt x="588" y="297"/>
                </a:lnTo>
                <a:lnTo>
                  <a:pt x="557" y="304"/>
                </a:lnTo>
                <a:lnTo>
                  <a:pt x="525" y="311"/>
                </a:lnTo>
                <a:lnTo>
                  <a:pt x="491" y="316"/>
                </a:lnTo>
                <a:lnTo>
                  <a:pt x="456" y="320"/>
                </a:lnTo>
                <a:lnTo>
                  <a:pt x="419" y="322"/>
                </a:lnTo>
                <a:lnTo>
                  <a:pt x="382" y="322"/>
                </a:lnTo>
                <a:lnTo>
                  <a:pt x="344" y="322"/>
                </a:lnTo>
                <a:lnTo>
                  <a:pt x="307" y="320"/>
                </a:lnTo>
                <a:lnTo>
                  <a:pt x="272" y="316"/>
                </a:lnTo>
                <a:lnTo>
                  <a:pt x="239" y="311"/>
                </a:lnTo>
                <a:lnTo>
                  <a:pt x="206" y="304"/>
                </a:lnTo>
                <a:lnTo>
                  <a:pt x="176" y="297"/>
                </a:lnTo>
                <a:lnTo>
                  <a:pt x="146" y="287"/>
                </a:lnTo>
                <a:lnTo>
                  <a:pt x="118" y="276"/>
                </a:lnTo>
                <a:lnTo>
                  <a:pt x="93" y="265"/>
                </a:lnTo>
                <a:lnTo>
                  <a:pt x="71" y="252"/>
                </a:lnTo>
                <a:lnTo>
                  <a:pt x="52" y="239"/>
                </a:lnTo>
                <a:lnTo>
                  <a:pt x="36" y="226"/>
                </a:lnTo>
                <a:lnTo>
                  <a:pt x="25" y="212"/>
                </a:lnTo>
                <a:lnTo>
                  <a:pt x="16" y="197"/>
                </a:lnTo>
                <a:lnTo>
                  <a:pt x="11" y="182"/>
                </a:lnTo>
                <a:lnTo>
                  <a:pt x="9" y="166"/>
                </a:lnTo>
                <a:lnTo>
                  <a:pt x="11" y="150"/>
                </a:lnTo>
                <a:lnTo>
                  <a:pt x="16" y="134"/>
                </a:lnTo>
                <a:lnTo>
                  <a:pt x="25" y="120"/>
                </a:lnTo>
                <a:lnTo>
                  <a:pt x="36" y="105"/>
                </a:lnTo>
                <a:lnTo>
                  <a:pt x="52" y="92"/>
                </a:lnTo>
                <a:lnTo>
                  <a:pt x="71" y="79"/>
                </a:lnTo>
                <a:lnTo>
                  <a:pt x="93" y="67"/>
                </a:lnTo>
                <a:lnTo>
                  <a:pt x="118" y="55"/>
                </a:lnTo>
                <a:lnTo>
                  <a:pt x="146" y="44"/>
                </a:lnTo>
                <a:lnTo>
                  <a:pt x="176" y="35"/>
                </a:lnTo>
                <a:lnTo>
                  <a:pt x="206" y="27"/>
                </a:lnTo>
                <a:lnTo>
                  <a:pt x="239" y="20"/>
                </a:lnTo>
                <a:lnTo>
                  <a:pt x="272" y="16"/>
                </a:lnTo>
                <a:lnTo>
                  <a:pt x="307" y="12"/>
                </a:lnTo>
                <a:lnTo>
                  <a:pt x="344" y="10"/>
                </a:lnTo>
                <a:lnTo>
                  <a:pt x="382" y="9"/>
                </a:lnTo>
                <a:lnTo>
                  <a:pt x="382" y="0"/>
                </a:lnTo>
                <a:lnTo>
                  <a:pt x="420" y="1"/>
                </a:lnTo>
                <a:lnTo>
                  <a:pt x="458" y="3"/>
                </a:lnTo>
                <a:lnTo>
                  <a:pt x="494" y="7"/>
                </a:lnTo>
                <a:lnTo>
                  <a:pt x="528" y="12"/>
                </a:lnTo>
                <a:lnTo>
                  <a:pt x="561" y="19"/>
                </a:lnTo>
                <a:lnTo>
                  <a:pt x="593" y="27"/>
                </a:lnTo>
                <a:lnTo>
                  <a:pt x="623" y="37"/>
                </a:lnTo>
                <a:lnTo>
                  <a:pt x="651" y="49"/>
                </a:lnTo>
                <a:lnTo>
                  <a:pt x="678" y="61"/>
                </a:lnTo>
                <a:lnTo>
                  <a:pt x="700" y="74"/>
                </a:lnTo>
                <a:lnTo>
                  <a:pt x="719" y="88"/>
                </a:lnTo>
                <a:lnTo>
                  <a:pt x="735" y="102"/>
                </a:lnTo>
                <a:lnTo>
                  <a:pt x="747" y="117"/>
                </a:lnTo>
                <a:lnTo>
                  <a:pt x="756" y="133"/>
                </a:lnTo>
                <a:lnTo>
                  <a:pt x="761" y="149"/>
                </a:lnTo>
                <a:lnTo>
                  <a:pt x="763" y="166"/>
                </a:lnTo>
                <a:lnTo>
                  <a:pt x="761" y="183"/>
                </a:lnTo>
                <a:lnTo>
                  <a:pt x="756" y="199"/>
                </a:lnTo>
                <a:lnTo>
                  <a:pt x="747" y="214"/>
                </a:lnTo>
                <a:lnTo>
                  <a:pt x="735" y="229"/>
                </a:lnTo>
                <a:lnTo>
                  <a:pt x="719" y="243"/>
                </a:lnTo>
                <a:lnTo>
                  <a:pt x="700" y="257"/>
                </a:lnTo>
                <a:lnTo>
                  <a:pt x="678" y="270"/>
                </a:lnTo>
                <a:lnTo>
                  <a:pt x="651" y="283"/>
                </a:lnTo>
                <a:lnTo>
                  <a:pt x="623" y="294"/>
                </a:lnTo>
                <a:lnTo>
                  <a:pt x="593" y="304"/>
                </a:lnTo>
                <a:lnTo>
                  <a:pt x="561" y="312"/>
                </a:lnTo>
                <a:lnTo>
                  <a:pt x="528" y="319"/>
                </a:lnTo>
                <a:lnTo>
                  <a:pt x="494" y="324"/>
                </a:lnTo>
                <a:lnTo>
                  <a:pt x="458" y="328"/>
                </a:lnTo>
                <a:lnTo>
                  <a:pt x="420" y="330"/>
                </a:lnTo>
                <a:lnTo>
                  <a:pt x="382" y="331"/>
                </a:lnTo>
                <a:lnTo>
                  <a:pt x="343" y="330"/>
                </a:lnTo>
                <a:lnTo>
                  <a:pt x="305" y="328"/>
                </a:lnTo>
                <a:lnTo>
                  <a:pt x="270" y="324"/>
                </a:lnTo>
                <a:lnTo>
                  <a:pt x="235" y="319"/>
                </a:lnTo>
                <a:lnTo>
                  <a:pt x="202" y="312"/>
                </a:lnTo>
                <a:lnTo>
                  <a:pt x="171" y="304"/>
                </a:lnTo>
                <a:lnTo>
                  <a:pt x="141" y="294"/>
                </a:lnTo>
                <a:lnTo>
                  <a:pt x="112" y="283"/>
                </a:lnTo>
                <a:lnTo>
                  <a:pt x="86" y="270"/>
                </a:lnTo>
                <a:lnTo>
                  <a:pt x="63" y="257"/>
                </a:lnTo>
                <a:lnTo>
                  <a:pt x="44" y="243"/>
                </a:lnTo>
                <a:lnTo>
                  <a:pt x="28" y="229"/>
                </a:lnTo>
                <a:lnTo>
                  <a:pt x="16" y="214"/>
                </a:lnTo>
                <a:lnTo>
                  <a:pt x="7" y="199"/>
                </a:lnTo>
                <a:lnTo>
                  <a:pt x="2" y="183"/>
                </a:lnTo>
                <a:lnTo>
                  <a:pt x="0" y="166"/>
                </a:lnTo>
                <a:lnTo>
                  <a:pt x="2" y="149"/>
                </a:lnTo>
                <a:lnTo>
                  <a:pt x="7" y="133"/>
                </a:lnTo>
                <a:lnTo>
                  <a:pt x="16" y="117"/>
                </a:lnTo>
                <a:lnTo>
                  <a:pt x="28" y="102"/>
                </a:lnTo>
                <a:lnTo>
                  <a:pt x="44" y="88"/>
                </a:lnTo>
                <a:lnTo>
                  <a:pt x="63" y="74"/>
                </a:lnTo>
                <a:lnTo>
                  <a:pt x="86" y="61"/>
                </a:lnTo>
                <a:lnTo>
                  <a:pt x="112" y="49"/>
                </a:lnTo>
                <a:lnTo>
                  <a:pt x="141" y="37"/>
                </a:lnTo>
                <a:lnTo>
                  <a:pt x="171" y="27"/>
                </a:lnTo>
                <a:lnTo>
                  <a:pt x="202" y="19"/>
                </a:lnTo>
                <a:lnTo>
                  <a:pt x="235" y="12"/>
                </a:lnTo>
                <a:lnTo>
                  <a:pt x="270" y="7"/>
                </a:lnTo>
                <a:lnTo>
                  <a:pt x="305" y="3"/>
                </a:lnTo>
                <a:lnTo>
                  <a:pt x="343" y="1"/>
                </a:lnTo>
                <a:lnTo>
                  <a:pt x="382" y="0"/>
                </a:lnTo>
                <a:lnTo>
                  <a:pt x="38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2236" name="Oval 15">
            <a:extLst>
              <a:ext uri="{FF2B5EF4-FFF2-40B4-BE49-F238E27FC236}">
                <a16:creationId xmlns:a16="http://schemas.microsoft.com/office/drawing/2014/main" id="{53638DF1-0103-0F40-972C-47BE40567648}"/>
              </a:ext>
            </a:extLst>
          </p:cNvPr>
          <p:cNvSpPr>
            <a:spLocks noChangeArrowheads="1"/>
          </p:cNvSpPr>
          <p:nvPr/>
        </p:nvSpPr>
        <p:spPr bwMode="auto">
          <a:xfrm>
            <a:off x="3166366" y="1939529"/>
            <a:ext cx="394097" cy="26550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2237" name="Freeform 16">
            <a:extLst>
              <a:ext uri="{FF2B5EF4-FFF2-40B4-BE49-F238E27FC236}">
                <a16:creationId xmlns:a16="http://schemas.microsoft.com/office/drawing/2014/main" id="{0F3C1BE2-2AC5-2442-802C-3E910A5CB2DF}"/>
              </a:ext>
            </a:extLst>
          </p:cNvPr>
          <p:cNvSpPr>
            <a:spLocks/>
          </p:cNvSpPr>
          <p:nvPr/>
        </p:nvSpPr>
        <p:spPr bwMode="auto">
          <a:xfrm>
            <a:off x="3166366" y="1939529"/>
            <a:ext cx="394097" cy="265509"/>
          </a:xfrm>
          <a:custGeom>
            <a:avLst/>
            <a:gdLst>
              <a:gd name="T0" fmla="*/ 2147483647 w 331"/>
              <a:gd name="T1" fmla="*/ 2147483647 h 223"/>
              <a:gd name="T2" fmla="*/ 2147483647 w 331"/>
              <a:gd name="T3" fmla="*/ 2147483647 h 223"/>
              <a:gd name="T4" fmla="*/ 2147483647 w 331"/>
              <a:gd name="T5" fmla="*/ 2147483647 h 223"/>
              <a:gd name="T6" fmla="*/ 2147483647 w 331"/>
              <a:gd name="T7" fmla="*/ 2147483647 h 223"/>
              <a:gd name="T8" fmla="*/ 2147483647 w 331"/>
              <a:gd name="T9" fmla="*/ 2147483647 h 223"/>
              <a:gd name="T10" fmla="*/ 2147483647 w 331"/>
              <a:gd name="T11" fmla="*/ 2147483647 h 223"/>
              <a:gd name="T12" fmla="*/ 2147483647 w 331"/>
              <a:gd name="T13" fmla="*/ 2147483647 h 223"/>
              <a:gd name="T14" fmla="*/ 2147483647 w 331"/>
              <a:gd name="T15" fmla="*/ 2147483647 h 223"/>
              <a:gd name="T16" fmla="*/ 2147483647 w 331"/>
              <a:gd name="T17" fmla="*/ 2147483647 h 223"/>
              <a:gd name="T18" fmla="*/ 2147483647 w 331"/>
              <a:gd name="T19" fmla="*/ 2147483647 h 223"/>
              <a:gd name="T20" fmla="*/ 2147483647 w 331"/>
              <a:gd name="T21" fmla="*/ 2147483647 h 223"/>
              <a:gd name="T22" fmla="*/ 2147483647 w 331"/>
              <a:gd name="T23" fmla="*/ 2147483647 h 223"/>
              <a:gd name="T24" fmla="*/ 2147483647 w 331"/>
              <a:gd name="T25" fmla="*/ 2147483647 h 223"/>
              <a:gd name="T26" fmla="*/ 2147483647 w 331"/>
              <a:gd name="T27" fmla="*/ 2147483647 h 223"/>
              <a:gd name="T28" fmla="*/ 2147483647 w 331"/>
              <a:gd name="T29" fmla="*/ 2147483647 h 223"/>
              <a:gd name="T30" fmla="*/ 2147483647 w 331"/>
              <a:gd name="T31" fmla="*/ 2147483647 h 223"/>
              <a:gd name="T32" fmla="*/ 2147483647 w 331"/>
              <a:gd name="T33" fmla="*/ 2147483647 h 223"/>
              <a:gd name="T34" fmla="*/ 2147483647 w 331"/>
              <a:gd name="T35" fmla="*/ 2147483647 h 223"/>
              <a:gd name="T36" fmla="*/ 2147483647 w 331"/>
              <a:gd name="T37" fmla="*/ 2147483647 h 223"/>
              <a:gd name="T38" fmla="*/ 2147483647 w 331"/>
              <a:gd name="T39" fmla="*/ 2147483647 h 223"/>
              <a:gd name="T40" fmla="*/ 2147483647 w 331"/>
              <a:gd name="T41" fmla="*/ 2147483647 h 223"/>
              <a:gd name="T42" fmla="*/ 2147483647 w 331"/>
              <a:gd name="T43" fmla="*/ 0 h 223"/>
              <a:gd name="T44" fmla="*/ 2147483647 w 331"/>
              <a:gd name="T45" fmla="*/ 2147483647 h 223"/>
              <a:gd name="T46" fmla="*/ 2147483647 w 331"/>
              <a:gd name="T47" fmla="*/ 2147483647 h 223"/>
              <a:gd name="T48" fmla="*/ 2147483647 w 331"/>
              <a:gd name="T49" fmla="*/ 2147483647 h 223"/>
              <a:gd name="T50" fmla="*/ 2147483647 w 331"/>
              <a:gd name="T51" fmla="*/ 2147483647 h 223"/>
              <a:gd name="T52" fmla="*/ 2147483647 w 331"/>
              <a:gd name="T53" fmla="*/ 2147483647 h 223"/>
              <a:gd name="T54" fmla="*/ 2147483647 w 331"/>
              <a:gd name="T55" fmla="*/ 2147483647 h 223"/>
              <a:gd name="T56" fmla="*/ 2147483647 w 331"/>
              <a:gd name="T57" fmla="*/ 2147483647 h 223"/>
              <a:gd name="T58" fmla="*/ 2147483647 w 331"/>
              <a:gd name="T59" fmla="*/ 2147483647 h 223"/>
              <a:gd name="T60" fmla="*/ 2147483647 w 331"/>
              <a:gd name="T61" fmla="*/ 2147483647 h 223"/>
              <a:gd name="T62" fmla="*/ 2147483647 w 331"/>
              <a:gd name="T63" fmla="*/ 2147483647 h 223"/>
              <a:gd name="T64" fmla="*/ 2147483647 w 331"/>
              <a:gd name="T65" fmla="*/ 2147483647 h 223"/>
              <a:gd name="T66" fmla="*/ 2147483647 w 331"/>
              <a:gd name="T67" fmla="*/ 2147483647 h 223"/>
              <a:gd name="T68" fmla="*/ 2147483647 w 331"/>
              <a:gd name="T69" fmla="*/ 2147483647 h 223"/>
              <a:gd name="T70" fmla="*/ 2147483647 w 331"/>
              <a:gd name="T71" fmla="*/ 2147483647 h 223"/>
              <a:gd name="T72" fmla="*/ 2147483647 w 331"/>
              <a:gd name="T73" fmla="*/ 2147483647 h 223"/>
              <a:gd name="T74" fmla="*/ 0 w 331"/>
              <a:gd name="T75" fmla="*/ 2147483647 h 223"/>
              <a:gd name="T76" fmla="*/ 2147483647 w 331"/>
              <a:gd name="T77" fmla="*/ 2147483647 h 223"/>
              <a:gd name="T78" fmla="*/ 2147483647 w 331"/>
              <a:gd name="T79" fmla="*/ 2147483647 h 223"/>
              <a:gd name="T80" fmla="*/ 2147483647 w 331"/>
              <a:gd name="T81" fmla="*/ 2147483647 h 223"/>
              <a:gd name="T82" fmla="*/ 2147483647 w 331"/>
              <a:gd name="T83" fmla="*/ 2147483647 h 223"/>
              <a:gd name="T84" fmla="*/ 2147483647 w 331"/>
              <a:gd name="T85" fmla="*/ 0 h 2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31" h="223">
                <a:moveTo>
                  <a:pt x="166" y="8"/>
                </a:moveTo>
                <a:lnTo>
                  <a:pt x="181" y="9"/>
                </a:lnTo>
                <a:lnTo>
                  <a:pt x="197" y="10"/>
                </a:lnTo>
                <a:lnTo>
                  <a:pt x="212" y="13"/>
                </a:lnTo>
                <a:lnTo>
                  <a:pt x="226" y="16"/>
                </a:lnTo>
                <a:lnTo>
                  <a:pt x="239" y="20"/>
                </a:lnTo>
                <a:lnTo>
                  <a:pt x="252" y="25"/>
                </a:lnTo>
                <a:lnTo>
                  <a:pt x="265" y="31"/>
                </a:lnTo>
                <a:lnTo>
                  <a:pt x="276" y="39"/>
                </a:lnTo>
                <a:lnTo>
                  <a:pt x="287" y="46"/>
                </a:lnTo>
                <a:lnTo>
                  <a:pt x="297" y="54"/>
                </a:lnTo>
                <a:lnTo>
                  <a:pt x="304" y="63"/>
                </a:lnTo>
                <a:lnTo>
                  <a:pt x="311" y="72"/>
                </a:lnTo>
                <a:lnTo>
                  <a:pt x="316" y="81"/>
                </a:lnTo>
                <a:lnTo>
                  <a:pt x="320" y="91"/>
                </a:lnTo>
                <a:lnTo>
                  <a:pt x="322" y="101"/>
                </a:lnTo>
                <a:lnTo>
                  <a:pt x="323" y="111"/>
                </a:lnTo>
                <a:lnTo>
                  <a:pt x="322" y="122"/>
                </a:lnTo>
                <a:lnTo>
                  <a:pt x="320" y="132"/>
                </a:lnTo>
                <a:lnTo>
                  <a:pt x="316" y="142"/>
                </a:lnTo>
                <a:lnTo>
                  <a:pt x="311" y="151"/>
                </a:lnTo>
                <a:lnTo>
                  <a:pt x="304" y="160"/>
                </a:lnTo>
                <a:lnTo>
                  <a:pt x="297" y="168"/>
                </a:lnTo>
                <a:lnTo>
                  <a:pt x="287" y="177"/>
                </a:lnTo>
                <a:lnTo>
                  <a:pt x="276" y="184"/>
                </a:lnTo>
                <a:lnTo>
                  <a:pt x="265" y="191"/>
                </a:lnTo>
                <a:lnTo>
                  <a:pt x="252" y="197"/>
                </a:lnTo>
                <a:lnTo>
                  <a:pt x="239" y="203"/>
                </a:lnTo>
                <a:lnTo>
                  <a:pt x="226" y="207"/>
                </a:lnTo>
                <a:lnTo>
                  <a:pt x="212" y="210"/>
                </a:lnTo>
                <a:lnTo>
                  <a:pt x="197" y="213"/>
                </a:lnTo>
                <a:lnTo>
                  <a:pt x="181" y="214"/>
                </a:lnTo>
                <a:lnTo>
                  <a:pt x="166" y="214"/>
                </a:lnTo>
                <a:lnTo>
                  <a:pt x="150" y="214"/>
                </a:lnTo>
                <a:lnTo>
                  <a:pt x="134" y="213"/>
                </a:lnTo>
                <a:lnTo>
                  <a:pt x="119" y="210"/>
                </a:lnTo>
                <a:lnTo>
                  <a:pt x="105" y="207"/>
                </a:lnTo>
                <a:lnTo>
                  <a:pt x="92" y="203"/>
                </a:lnTo>
                <a:lnTo>
                  <a:pt x="79" y="197"/>
                </a:lnTo>
                <a:lnTo>
                  <a:pt x="66" y="191"/>
                </a:lnTo>
                <a:lnTo>
                  <a:pt x="54" y="184"/>
                </a:lnTo>
                <a:lnTo>
                  <a:pt x="44" y="177"/>
                </a:lnTo>
                <a:lnTo>
                  <a:pt x="34" y="168"/>
                </a:lnTo>
                <a:lnTo>
                  <a:pt x="27" y="160"/>
                </a:lnTo>
                <a:lnTo>
                  <a:pt x="20" y="151"/>
                </a:lnTo>
                <a:lnTo>
                  <a:pt x="15" y="142"/>
                </a:lnTo>
                <a:lnTo>
                  <a:pt x="11" y="132"/>
                </a:lnTo>
                <a:lnTo>
                  <a:pt x="9" y="122"/>
                </a:lnTo>
                <a:lnTo>
                  <a:pt x="8" y="111"/>
                </a:lnTo>
                <a:lnTo>
                  <a:pt x="9" y="101"/>
                </a:lnTo>
                <a:lnTo>
                  <a:pt x="11" y="91"/>
                </a:lnTo>
                <a:lnTo>
                  <a:pt x="15" y="81"/>
                </a:lnTo>
                <a:lnTo>
                  <a:pt x="20" y="72"/>
                </a:lnTo>
                <a:lnTo>
                  <a:pt x="27" y="63"/>
                </a:lnTo>
                <a:lnTo>
                  <a:pt x="34" y="54"/>
                </a:lnTo>
                <a:lnTo>
                  <a:pt x="44" y="46"/>
                </a:lnTo>
                <a:lnTo>
                  <a:pt x="54" y="39"/>
                </a:lnTo>
                <a:lnTo>
                  <a:pt x="66" y="31"/>
                </a:lnTo>
                <a:lnTo>
                  <a:pt x="79" y="25"/>
                </a:lnTo>
                <a:lnTo>
                  <a:pt x="92" y="20"/>
                </a:lnTo>
                <a:lnTo>
                  <a:pt x="105" y="16"/>
                </a:lnTo>
                <a:lnTo>
                  <a:pt x="119" y="13"/>
                </a:lnTo>
                <a:lnTo>
                  <a:pt x="134" y="10"/>
                </a:lnTo>
                <a:lnTo>
                  <a:pt x="150" y="9"/>
                </a:lnTo>
                <a:lnTo>
                  <a:pt x="166" y="8"/>
                </a:lnTo>
                <a:lnTo>
                  <a:pt x="166" y="0"/>
                </a:lnTo>
                <a:lnTo>
                  <a:pt x="182" y="0"/>
                </a:lnTo>
                <a:lnTo>
                  <a:pt x="199" y="2"/>
                </a:lnTo>
                <a:lnTo>
                  <a:pt x="214" y="4"/>
                </a:lnTo>
                <a:lnTo>
                  <a:pt x="229" y="8"/>
                </a:lnTo>
                <a:lnTo>
                  <a:pt x="243" y="12"/>
                </a:lnTo>
                <a:lnTo>
                  <a:pt x="257" y="18"/>
                </a:lnTo>
                <a:lnTo>
                  <a:pt x="270" y="25"/>
                </a:lnTo>
                <a:lnTo>
                  <a:pt x="283" y="32"/>
                </a:lnTo>
                <a:lnTo>
                  <a:pt x="294" y="41"/>
                </a:lnTo>
                <a:lnTo>
                  <a:pt x="304" y="50"/>
                </a:lnTo>
                <a:lnTo>
                  <a:pt x="312" y="59"/>
                </a:lnTo>
                <a:lnTo>
                  <a:pt x="319" y="69"/>
                </a:lnTo>
                <a:lnTo>
                  <a:pt x="325" y="79"/>
                </a:lnTo>
                <a:lnTo>
                  <a:pt x="328" y="89"/>
                </a:lnTo>
                <a:lnTo>
                  <a:pt x="331" y="100"/>
                </a:lnTo>
                <a:lnTo>
                  <a:pt x="331" y="111"/>
                </a:lnTo>
                <a:lnTo>
                  <a:pt x="331" y="123"/>
                </a:lnTo>
                <a:lnTo>
                  <a:pt x="328" y="134"/>
                </a:lnTo>
                <a:lnTo>
                  <a:pt x="325" y="144"/>
                </a:lnTo>
                <a:lnTo>
                  <a:pt x="319" y="154"/>
                </a:lnTo>
                <a:lnTo>
                  <a:pt x="312" y="164"/>
                </a:lnTo>
                <a:lnTo>
                  <a:pt x="304" y="173"/>
                </a:lnTo>
                <a:lnTo>
                  <a:pt x="294" y="182"/>
                </a:lnTo>
                <a:lnTo>
                  <a:pt x="283" y="191"/>
                </a:lnTo>
                <a:lnTo>
                  <a:pt x="270" y="198"/>
                </a:lnTo>
                <a:lnTo>
                  <a:pt x="257" y="205"/>
                </a:lnTo>
                <a:lnTo>
                  <a:pt x="243" y="211"/>
                </a:lnTo>
                <a:lnTo>
                  <a:pt x="229" y="215"/>
                </a:lnTo>
                <a:lnTo>
                  <a:pt x="214" y="219"/>
                </a:lnTo>
                <a:lnTo>
                  <a:pt x="199" y="221"/>
                </a:lnTo>
                <a:lnTo>
                  <a:pt x="182" y="223"/>
                </a:lnTo>
                <a:lnTo>
                  <a:pt x="166" y="223"/>
                </a:lnTo>
                <a:lnTo>
                  <a:pt x="149" y="223"/>
                </a:lnTo>
                <a:lnTo>
                  <a:pt x="132" y="221"/>
                </a:lnTo>
                <a:lnTo>
                  <a:pt x="117" y="219"/>
                </a:lnTo>
                <a:lnTo>
                  <a:pt x="102" y="215"/>
                </a:lnTo>
                <a:lnTo>
                  <a:pt x="88" y="211"/>
                </a:lnTo>
                <a:lnTo>
                  <a:pt x="74" y="205"/>
                </a:lnTo>
                <a:lnTo>
                  <a:pt x="61" y="198"/>
                </a:lnTo>
                <a:lnTo>
                  <a:pt x="48" y="191"/>
                </a:lnTo>
                <a:lnTo>
                  <a:pt x="37" y="182"/>
                </a:lnTo>
                <a:lnTo>
                  <a:pt x="27" y="173"/>
                </a:lnTo>
                <a:lnTo>
                  <a:pt x="19" y="164"/>
                </a:lnTo>
                <a:lnTo>
                  <a:pt x="12" y="154"/>
                </a:lnTo>
                <a:lnTo>
                  <a:pt x="6" y="144"/>
                </a:lnTo>
                <a:lnTo>
                  <a:pt x="3" y="134"/>
                </a:lnTo>
                <a:lnTo>
                  <a:pt x="0" y="123"/>
                </a:lnTo>
                <a:lnTo>
                  <a:pt x="0" y="111"/>
                </a:lnTo>
                <a:lnTo>
                  <a:pt x="0" y="100"/>
                </a:lnTo>
                <a:lnTo>
                  <a:pt x="3" y="89"/>
                </a:lnTo>
                <a:lnTo>
                  <a:pt x="6" y="79"/>
                </a:lnTo>
                <a:lnTo>
                  <a:pt x="12" y="69"/>
                </a:lnTo>
                <a:lnTo>
                  <a:pt x="19" y="59"/>
                </a:lnTo>
                <a:lnTo>
                  <a:pt x="27" y="50"/>
                </a:lnTo>
                <a:lnTo>
                  <a:pt x="37" y="41"/>
                </a:lnTo>
                <a:lnTo>
                  <a:pt x="48" y="32"/>
                </a:lnTo>
                <a:lnTo>
                  <a:pt x="61" y="25"/>
                </a:lnTo>
                <a:lnTo>
                  <a:pt x="74" y="18"/>
                </a:lnTo>
                <a:lnTo>
                  <a:pt x="88" y="12"/>
                </a:lnTo>
                <a:lnTo>
                  <a:pt x="102" y="8"/>
                </a:lnTo>
                <a:lnTo>
                  <a:pt x="117" y="4"/>
                </a:lnTo>
                <a:lnTo>
                  <a:pt x="132" y="2"/>
                </a:lnTo>
                <a:lnTo>
                  <a:pt x="149" y="0"/>
                </a:lnTo>
                <a:lnTo>
                  <a:pt x="166" y="0"/>
                </a:lnTo>
                <a:lnTo>
                  <a:pt x="16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2238" name="Oval 17">
            <a:extLst>
              <a:ext uri="{FF2B5EF4-FFF2-40B4-BE49-F238E27FC236}">
                <a16:creationId xmlns:a16="http://schemas.microsoft.com/office/drawing/2014/main" id="{30380D63-CC69-AD4A-A92C-DC1D2DC2746E}"/>
              </a:ext>
            </a:extLst>
          </p:cNvPr>
          <p:cNvSpPr>
            <a:spLocks noChangeArrowheads="1"/>
          </p:cNvSpPr>
          <p:nvPr/>
        </p:nvSpPr>
        <p:spPr bwMode="auto">
          <a:xfrm>
            <a:off x="3166367" y="2641998"/>
            <a:ext cx="458390"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2239" name="Freeform 18">
            <a:extLst>
              <a:ext uri="{FF2B5EF4-FFF2-40B4-BE49-F238E27FC236}">
                <a16:creationId xmlns:a16="http://schemas.microsoft.com/office/drawing/2014/main" id="{D34FC4F4-4D7E-8448-9F11-27B2F6C13404}"/>
              </a:ext>
            </a:extLst>
          </p:cNvPr>
          <p:cNvSpPr>
            <a:spLocks/>
          </p:cNvSpPr>
          <p:nvPr/>
        </p:nvSpPr>
        <p:spPr bwMode="auto">
          <a:xfrm>
            <a:off x="3166367" y="2641998"/>
            <a:ext cx="458390" cy="266700"/>
          </a:xfrm>
          <a:custGeom>
            <a:avLst/>
            <a:gdLst>
              <a:gd name="T0" fmla="*/ 2147483647 w 385"/>
              <a:gd name="T1" fmla="*/ 2147483647 h 224"/>
              <a:gd name="T2" fmla="*/ 2147483647 w 385"/>
              <a:gd name="T3" fmla="*/ 2147483647 h 224"/>
              <a:gd name="T4" fmla="*/ 2147483647 w 385"/>
              <a:gd name="T5" fmla="*/ 2147483647 h 224"/>
              <a:gd name="T6" fmla="*/ 2147483647 w 385"/>
              <a:gd name="T7" fmla="*/ 2147483647 h 224"/>
              <a:gd name="T8" fmla="*/ 2147483647 w 385"/>
              <a:gd name="T9" fmla="*/ 2147483647 h 224"/>
              <a:gd name="T10" fmla="*/ 2147483647 w 385"/>
              <a:gd name="T11" fmla="*/ 2147483647 h 224"/>
              <a:gd name="T12" fmla="*/ 2147483647 w 385"/>
              <a:gd name="T13" fmla="*/ 2147483647 h 224"/>
              <a:gd name="T14" fmla="*/ 2147483647 w 385"/>
              <a:gd name="T15" fmla="*/ 2147483647 h 224"/>
              <a:gd name="T16" fmla="*/ 2147483647 w 385"/>
              <a:gd name="T17" fmla="*/ 2147483647 h 224"/>
              <a:gd name="T18" fmla="*/ 2147483647 w 385"/>
              <a:gd name="T19" fmla="*/ 2147483647 h 224"/>
              <a:gd name="T20" fmla="*/ 2147483647 w 385"/>
              <a:gd name="T21" fmla="*/ 2147483647 h 224"/>
              <a:gd name="T22" fmla="*/ 2147483647 w 385"/>
              <a:gd name="T23" fmla="*/ 2147483647 h 224"/>
              <a:gd name="T24" fmla="*/ 2147483647 w 385"/>
              <a:gd name="T25" fmla="*/ 2147483647 h 224"/>
              <a:gd name="T26" fmla="*/ 2147483647 w 385"/>
              <a:gd name="T27" fmla="*/ 2147483647 h 224"/>
              <a:gd name="T28" fmla="*/ 2147483647 w 385"/>
              <a:gd name="T29" fmla="*/ 2147483647 h 224"/>
              <a:gd name="T30" fmla="*/ 2147483647 w 385"/>
              <a:gd name="T31" fmla="*/ 2147483647 h 224"/>
              <a:gd name="T32" fmla="*/ 2147483647 w 385"/>
              <a:gd name="T33" fmla="*/ 2147483647 h 224"/>
              <a:gd name="T34" fmla="*/ 2147483647 w 385"/>
              <a:gd name="T35" fmla="*/ 2147483647 h 224"/>
              <a:gd name="T36" fmla="*/ 2147483647 w 385"/>
              <a:gd name="T37" fmla="*/ 2147483647 h 224"/>
              <a:gd name="T38" fmla="*/ 2147483647 w 385"/>
              <a:gd name="T39" fmla="*/ 2147483647 h 224"/>
              <a:gd name="T40" fmla="*/ 2147483647 w 385"/>
              <a:gd name="T41" fmla="*/ 2147483647 h 224"/>
              <a:gd name="T42" fmla="*/ 2147483647 w 385"/>
              <a:gd name="T43" fmla="*/ 0 h 224"/>
              <a:gd name="T44" fmla="*/ 2147483647 w 385"/>
              <a:gd name="T45" fmla="*/ 2147483647 h 224"/>
              <a:gd name="T46" fmla="*/ 2147483647 w 385"/>
              <a:gd name="T47" fmla="*/ 2147483647 h 224"/>
              <a:gd name="T48" fmla="*/ 2147483647 w 385"/>
              <a:gd name="T49" fmla="*/ 2147483647 h 224"/>
              <a:gd name="T50" fmla="*/ 2147483647 w 385"/>
              <a:gd name="T51" fmla="*/ 2147483647 h 224"/>
              <a:gd name="T52" fmla="*/ 2147483647 w 385"/>
              <a:gd name="T53" fmla="*/ 2147483647 h 224"/>
              <a:gd name="T54" fmla="*/ 2147483647 w 385"/>
              <a:gd name="T55" fmla="*/ 2147483647 h 224"/>
              <a:gd name="T56" fmla="*/ 2147483647 w 385"/>
              <a:gd name="T57" fmla="*/ 2147483647 h 224"/>
              <a:gd name="T58" fmla="*/ 2147483647 w 385"/>
              <a:gd name="T59" fmla="*/ 2147483647 h 224"/>
              <a:gd name="T60" fmla="*/ 2147483647 w 385"/>
              <a:gd name="T61" fmla="*/ 2147483647 h 224"/>
              <a:gd name="T62" fmla="*/ 2147483647 w 385"/>
              <a:gd name="T63" fmla="*/ 2147483647 h 224"/>
              <a:gd name="T64" fmla="*/ 2147483647 w 385"/>
              <a:gd name="T65" fmla="*/ 2147483647 h 224"/>
              <a:gd name="T66" fmla="*/ 2147483647 w 385"/>
              <a:gd name="T67" fmla="*/ 2147483647 h 224"/>
              <a:gd name="T68" fmla="*/ 2147483647 w 385"/>
              <a:gd name="T69" fmla="*/ 2147483647 h 224"/>
              <a:gd name="T70" fmla="*/ 2147483647 w 385"/>
              <a:gd name="T71" fmla="*/ 2147483647 h 224"/>
              <a:gd name="T72" fmla="*/ 2147483647 w 385"/>
              <a:gd name="T73" fmla="*/ 2147483647 h 224"/>
              <a:gd name="T74" fmla="*/ 0 w 385"/>
              <a:gd name="T75" fmla="*/ 2147483647 h 224"/>
              <a:gd name="T76" fmla="*/ 2147483647 w 385"/>
              <a:gd name="T77" fmla="*/ 2147483647 h 224"/>
              <a:gd name="T78" fmla="*/ 2147483647 w 385"/>
              <a:gd name="T79" fmla="*/ 2147483647 h 224"/>
              <a:gd name="T80" fmla="*/ 2147483647 w 385"/>
              <a:gd name="T81" fmla="*/ 2147483647 h 224"/>
              <a:gd name="T82" fmla="*/ 2147483647 w 385"/>
              <a:gd name="T83" fmla="*/ 2147483647 h 224"/>
              <a:gd name="T84" fmla="*/ 2147483647 w 385"/>
              <a:gd name="T85" fmla="*/ 2147483647 h 2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85" h="224">
                <a:moveTo>
                  <a:pt x="193" y="9"/>
                </a:moveTo>
                <a:lnTo>
                  <a:pt x="211" y="10"/>
                </a:lnTo>
                <a:lnTo>
                  <a:pt x="229" y="11"/>
                </a:lnTo>
                <a:lnTo>
                  <a:pt x="246" y="13"/>
                </a:lnTo>
                <a:lnTo>
                  <a:pt x="263" y="16"/>
                </a:lnTo>
                <a:lnTo>
                  <a:pt x="279" y="21"/>
                </a:lnTo>
                <a:lnTo>
                  <a:pt x="294" y="26"/>
                </a:lnTo>
                <a:lnTo>
                  <a:pt x="309" y="32"/>
                </a:lnTo>
                <a:lnTo>
                  <a:pt x="323" y="39"/>
                </a:lnTo>
                <a:lnTo>
                  <a:pt x="335" y="47"/>
                </a:lnTo>
                <a:lnTo>
                  <a:pt x="346" y="55"/>
                </a:lnTo>
                <a:lnTo>
                  <a:pt x="355" y="64"/>
                </a:lnTo>
                <a:lnTo>
                  <a:pt x="363" y="73"/>
                </a:lnTo>
                <a:lnTo>
                  <a:pt x="369" y="82"/>
                </a:lnTo>
                <a:lnTo>
                  <a:pt x="373" y="92"/>
                </a:lnTo>
                <a:lnTo>
                  <a:pt x="376" y="102"/>
                </a:lnTo>
                <a:lnTo>
                  <a:pt x="376" y="112"/>
                </a:lnTo>
                <a:lnTo>
                  <a:pt x="376" y="123"/>
                </a:lnTo>
                <a:lnTo>
                  <a:pt x="373" y="133"/>
                </a:lnTo>
                <a:lnTo>
                  <a:pt x="369" y="142"/>
                </a:lnTo>
                <a:lnTo>
                  <a:pt x="363" y="152"/>
                </a:lnTo>
                <a:lnTo>
                  <a:pt x="355" y="161"/>
                </a:lnTo>
                <a:lnTo>
                  <a:pt x="346" y="169"/>
                </a:lnTo>
                <a:lnTo>
                  <a:pt x="335" y="177"/>
                </a:lnTo>
                <a:lnTo>
                  <a:pt x="323" y="185"/>
                </a:lnTo>
                <a:lnTo>
                  <a:pt x="309" y="192"/>
                </a:lnTo>
                <a:lnTo>
                  <a:pt x="294" y="198"/>
                </a:lnTo>
                <a:lnTo>
                  <a:pt x="279" y="203"/>
                </a:lnTo>
                <a:lnTo>
                  <a:pt x="263" y="208"/>
                </a:lnTo>
                <a:lnTo>
                  <a:pt x="246" y="211"/>
                </a:lnTo>
                <a:lnTo>
                  <a:pt x="229" y="213"/>
                </a:lnTo>
                <a:lnTo>
                  <a:pt x="211" y="215"/>
                </a:lnTo>
                <a:lnTo>
                  <a:pt x="193" y="215"/>
                </a:lnTo>
                <a:lnTo>
                  <a:pt x="174" y="215"/>
                </a:lnTo>
                <a:lnTo>
                  <a:pt x="156" y="213"/>
                </a:lnTo>
                <a:lnTo>
                  <a:pt x="138" y="211"/>
                </a:lnTo>
                <a:lnTo>
                  <a:pt x="122" y="208"/>
                </a:lnTo>
                <a:lnTo>
                  <a:pt x="106" y="203"/>
                </a:lnTo>
                <a:lnTo>
                  <a:pt x="91" y="198"/>
                </a:lnTo>
                <a:lnTo>
                  <a:pt x="76" y="192"/>
                </a:lnTo>
                <a:lnTo>
                  <a:pt x="62" y="185"/>
                </a:lnTo>
                <a:lnTo>
                  <a:pt x="50" y="177"/>
                </a:lnTo>
                <a:lnTo>
                  <a:pt x="39" y="169"/>
                </a:lnTo>
                <a:lnTo>
                  <a:pt x="30" y="161"/>
                </a:lnTo>
                <a:lnTo>
                  <a:pt x="22" y="152"/>
                </a:lnTo>
                <a:lnTo>
                  <a:pt x="16" y="142"/>
                </a:lnTo>
                <a:lnTo>
                  <a:pt x="12" y="133"/>
                </a:lnTo>
                <a:lnTo>
                  <a:pt x="9" y="123"/>
                </a:lnTo>
                <a:lnTo>
                  <a:pt x="8" y="112"/>
                </a:lnTo>
                <a:lnTo>
                  <a:pt x="9" y="102"/>
                </a:lnTo>
                <a:lnTo>
                  <a:pt x="12" y="92"/>
                </a:lnTo>
                <a:lnTo>
                  <a:pt x="16" y="82"/>
                </a:lnTo>
                <a:lnTo>
                  <a:pt x="22" y="73"/>
                </a:lnTo>
                <a:lnTo>
                  <a:pt x="30" y="64"/>
                </a:lnTo>
                <a:lnTo>
                  <a:pt x="39" y="55"/>
                </a:lnTo>
                <a:lnTo>
                  <a:pt x="50" y="47"/>
                </a:lnTo>
                <a:lnTo>
                  <a:pt x="62" y="39"/>
                </a:lnTo>
                <a:lnTo>
                  <a:pt x="76" y="32"/>
                </a:lnTo>
                <a:lnTo>
                  <a:pt x="91" y="26"/>
                </a:lnTo>
                <a:lnTo>
                  <a:pt x="106" y="21"/>
                </a:lnTo>
                <a:lnTo>
                  <a:pt x="122" y="16"/>
                </a:lnTo>
                <a:lnTo>
                  <a:pt x="138" y="13"/>
                </a:lnTo>
                <a:lnTo>
                  <a:pt x="156" y="11"/>
                </a:lnTo>
                <a:lnTo>
                  <a:pt x="174" y="10"/>
                </a:lnTo>
                <a:lnTo>
                  <a:pt x="193" y="9"/>
                </a:lnTo>
                <a:lnTo>
                  <a:pt x="193" y="0"/>
                </a:lnTo>
                <a:lnTo>
                  <a:pt x="212" y="1"/>
                </a:lnTo>
                <a:lnTo>
                  <a:pt x="231" y="2"/>
                </a:lnTo>
                <a:lnTo>
                  <a:pt x="249" y="5"/>
                </a:lnTo>
                <a:lnTo>
                  <a:pt x="267" y="8"/>
                </a:lnTo>
                <a:lnTo>
                  <a:pt x="283" y="13"/>
                </a:lnTo>
                <a:lnTo>
                  <a:pt x="299" y="19"/>
                </a:lnTo>
                <a:lnTo>
                  <a:pt x="314" y="25"/>
                </a:lnTo>
                <a:lnTo>
                  <a:pt x="329" y="33"/>
                </a:lnTo>
                <a:lnTo>
                  <a:pt x="342" y="41"/>
                </a:lnTo>
                <a:lnTo>
                  <a:pt x="354" y="50"/>
                </a:lnTo>
                <a:lnTo>
                  <a:pt x="363" y="60"/>
                </a:lnTo>
                <a:lnTo>
                  <a:pt x="371" y="69"/>
                </a:lnTo>
                <a:lnTo>
                  <a:pt x="377" y="79"/>
                </a:lnTo>
                <a:lnTo>
                  <a:pt x="382" y="90"/>
                </a:lnTo>
                <a:lnTo>
                  <a:pt x="385" y="101"/>
                </a:lnTo>
                <a:lnTo>
                  <a:pt x="385" y="112"/>
                </a:lnTo>
                <a:lnTo>
                  <a:pt x="385" y="124"/>
                </a:lnTo>
                <a:lnTo>
                  <a:pt x="382" y="134"/>
                </a:lnTo>
                <a:lnTo>
                  <a:pt x="377" y="145"/>
                </a:lnTo>
                <a:lnTo>
                  <a:pt x="371" y="155"/>
                </a:lnTo>
                <a:lnTo>
                  <a:pt x="363" y="165"/>
                </a:lnTo>
                <a:lnTo>
                  <a:pt x="354" y="174"/>
                </a:lnTo>
                <a:lnTo>
                  <a:pt x="342" y="183"/>
                </a:lnTo>
                <a:lnTo>
                  <a:pt x="329" y="191"/>
                </a:lnTo>
                <a:lnTo>
                  <a:pt x="314" y="199"/>
                </a:lnTo>
                <a:lnTo>
                  <a:pt x="299" y="205"/>
                </a:lnTo>
                <a:lnTo>
                  <a:pt x="283" y="211"/>
                </a:lnTo>
                <a:lnTo>
                  <a:pt x="267" y="216"/>
                </a:lnTo>
                <a:lnTo>
                  <a:pt x="249" y="219"/>
                </a:lnTo>
                <a:lnTo>
                  <a:pt x="231" y="222"/>
                </a:lnTo>
                <a:lnTo>
                  <a:pt x="212" y="223"/>
                </a:lnTo>
                <a:lnTo>
                  <a:pt x="193" y="224"/>
                </a:lnTo>
                <a:lnTo>
                  <a:pt x="173" y="223"/>
                </a:lnTo>
                <a:lnTo>
                  <a:pt x="154" y="222"/>
                </a:lnTo>
                <a:lnTo>
                  <a:pt x="136" y="219"/>
                </a:lnTo>
                <a:lnTo>
                  <a:pt x="118" y="216"/>
                </a:lnTo>
                <a:lnTo>
                  <a:pt x="102" y="211"/>
                </a:lnTo>
                <a:lnTo>
                  <a:pt x="86" y="205"/>
                </a:lnTo>
                <a:lnTo>
                  <a:pt x="71" y="199"/>
                </a:lnTo>
                <a:lnTo>
                  <a:pt x="56" y="191"/>
                </a:lnTo>
                <a:lnTo>
                  <a:pt x="43" y="183"/>
                </a:lnTo>
                <a:lnTo>
                  <a:pt x="31" y="174"/>
                </a:lnTo>
                <a:lnTo>
                  <a:pt x="22" y="165"/>
                </a:lnTo>
                <a:lnTo>
                  <a:pt x="14" y="155"/>
                </a:lnTo>
                <a:lnTo>
                  <a:pt x="7" y="145"/>
                </a:lnTo>
                <a:lnTo>
                  <a:pt x="3" y="134"/>
                </a:lnTo>
                <a:lnTo>
                  <a:pt x="0" y="124"/>
                </a:lnTo>
                <a:lnTo>
                  <a:pt x="0" y="112"/>
                </a:lnTo>
                <a:lnTo>
                  <a:pt x="0" y="101"/>
                </a:lnTo>
                <a:lnTo>
                  <a:pt x="3" y="90"/>
                </a:lnTo>
                <a:lnTo>
                  <a:pt x="7" y="79"/>
                </a:lnTo>
                <a:lnTo>
                  <a:pt x="14" y="69"/>
                </a:lnTo>
                <a:lnTo>
                  <a:pt x="22" y="60"/>
                </a:lnTo>
                <a:lnTo>
                  <a:pt x="31" y="50"/>
                </a:lnTo>
                <a:lnTo>
                  <a:pt x="43" y="41"/>
                </a:lnTo>
                <a:lnTo>
                  <a:pt x="56" y="33"/>
                </a:lnTo>
                <a:lnTo>
                  <a:pt x="71" y="25"/>
                </a:lnTo>
                <a:lnTo>
                  <a:pt x="86" y="19"/>
                </a:lnTo>
                <a:lnTo>
                  <a:pt x="102" y="13"/>
                </a:lnTo>
                <a:lnTo>
                  <a:pt x="118" y="8"/>
                </a:lnTo>
                <a:lnTo>
                  <a:pt x="136" y="5"/>
                </a:lnTo>
                <a:lnTo>
                  <a:pt x="154" y="2"/>
                </a:lnTo>
                <a:lnTo>
                  <a:pt x="173" y="1"/>
                </a:lnTo>
                <a:lnTo>
                  <a:pt x="193" y="0"/>
                </a:lnTo>
                <a:lnTo>
                  <a:pt x="19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2240" name="Rectangle 24">
            <a:extLst>
              <a:ext uri="{FF2B5EF4-FFF2-40B4-BE49-F238E27FC236}">
                <a16:creationId xmlns:a16="http://schemas.microsoft.com/office/drawing/2014/main" id="{4406C304-158F-EF41-BF6D-13C642200C41}"/>
              </a:ext>
            </a:extLst>
          </p:cNvPr>
          <p:cNvSpPr>
            <a:spLocks noChangeArrowheads="1"/>
          </p:cNvSpPr>
          <p:nvPr/>
        </p:nvSpPr>
        <p:spPr bwMode="auto">
          <a:xfrm>
            <a:off x="1865013" y="1978820"/>
            <a:ext cx="522579"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dirty="0">
                <a:solidFill>
                  <a:srgbClr val="000000"/>
                </a:solidFill>
              </a:rPr>
              <a:t>Mammal</a:t>
            </a:r>
            <a:endParaRPr lang="en-US" altLang="it-IT" sz="1800" dirty="0"/>
          </a:p>
        </p:txBody>
      </p:sp>
      <p:sp>
        <p:nvSpPr>
          <p:cNvPr id="52241" name="Rectangle 25">
            <a:extLst>
              <a:ext uri="{FF2B5EF4-FFF2-40B4-BE49-F238E27FC236}">
                <a16:creationId xmlns:a16="http://schemas.microsoft.com/office/drawing/2014/main" id="{3490ACFE-7DEE-CB4C-9C69-1308D3A1098C}"/>
              </a:ext>
            </a:extLst>
          </p:cNvPr>
          <p:cNvSpPr>
            <a:spLocks noChangeArrowheads="1"/>
          </p:cNvSpPr>
          <p:nvPr/>
        </p:nvSpPr>
        <p:spPr bwMode="auto">
          <a:xfrm>
            <a:off x="1944786" y="2671764"/>
            <a:ext cx="524182"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dirty="0">
                <a:solidFill>
                  <a:srgbClr val="000000"/>
                </a:solidFill>
              </a:rPr>
              <a:t>Elephant</a:t>
            </a:r>
            <a:endParaRPr lang="en-US" altLang="it-IT" sz="1800" dirty="0"/>
          </a:p>
        </p:txBody>
      </p:sp>
      <p:sp>
        <p:nvSpPr>
          <p:cNvPr id="52242" name="Rectangle 26">
            <a:extLst>
              <a:ext uri="{FF2B5EF4-FFF2-40B4-BE49-F238E27FC236}">
                <a16:creationId xmlns:a16="http://schemas.microsoft.com/office/drawing/2014/main" id="{ED3A8CD2-620D-7F43-A96B-500C615E4DFB}"/>
              </a:ext>
            </a:extLst>
          </p:cNvPr>
          <p:cNvSpPr>
            <a:spLocks noChangeArrowheads="1"/>
          </p:cNvSpPr>
          <p:nvPr/>
        </p:nvSpPr>
        <p:spPr bwMode="auto">
          <a:xfrm>
            <a:off x="1953120" y="3390901"/>
            <a:ext cx="336631"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dirty="0">
                <a:solidFill>
                  <a:srgbClr val="000000"/>
                </a:solidFill>
              </a:rPr>
              <a:t>Clyde</a:t>
            </a:r>
            <a:endParaRPr lang="en-US" altLang="it-IT" sz="1800" dirty="0"/>
          </a:p>
        </p:txBody>
      </p:sp>
      <p:sp>
        <p:nvSpPr>
          <p:cNvPr id="52243" name="Rectangle 27">
            <a:extLst>
              <a:ext uri="{FF2B5EF4-FFF2-40B4-BE49-F238E27FC236}">
                <a16:creationId xmlns:a16="http://schemas.microsoft.com/office/drawing/2014/main" id="{5199133D-EB4C-B74B-ACAD-761AE72C3C30}"/>
              </a:ext>
            </a:extLst>
          </p:cNvPr>
          <p:cNvSpPr>
            <a:spLocks noChangeArrowheads="1"/>
          </p:cNvSpPr>
          <p:nvPr/>
        </p:nvSpPr>
        <p:spPr bwMode="auto">
          <a:xfrm>
            <a:off x="1912638" y="1272780"/>
            <a:ext cx="426399"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dirty="0">
                <a:solidFill>
                  <a:srgbClr val="000000"/>
                </a:solidFill>
              </a:rPr>
              <a:t>Animal</a:t>
            </a:r>
            <a:endParaRPr lang="en-US" altLang="it-IT" sz="1800" dirty="0"/>
          </a:p>
        </p:txBody>
      </p:sp>
      <p:sp>
        <p:nvSpPr>
          <p:cNvPr id="52244" name="Rectangle 28">
            <a:extLst>
              <a:ext uri="{FF2B5EF4-FFF2-40B4-BE49-F238E27FC236}">
                <a16:creationId xmlns:a16="http://schemas.microsoft.com/office/drawing/2014/main" id="{0D86B80A-AB10-CC40-BE63-83D99897E07F}"/>
              </a:ext>
            </a:extLst>
          </p:cNvPr>
          <p:cNvSpPr>
            <a:spLocks noChangeArrowheads="1"/>
          </p:cNvSpPr>
          <p:nvPr/>
        </p:nvSpPr>
        <p:spPr bwMode="auto">
          <a:xfrm>
            <a:off x="3330673" y="1984773"/>
            <a:ext cx="6732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a:solidFill>
                  <a:srgbClr val="000000"/>
                </a:solidFill>
              </a:rPr>
              <a:t>4</a:t>
            </a:r>
            <a:endParaRPr lang="en-US" altLang="it-IT" sz="1800"/>
          </a:p>
        </p:txBody>
      </p:sp>
      <p:sp>
        <p:nvSpPr>
          <p:cNvPr id="52245" name="Rectangle 29">
            <a:extLst>
              <a:ext uri="{FF2B5EF4-FFF2-40B4-BE49-F238E27FC236}">
                <a16:creationId xmlns:a16="http://schemas.microsoft.com/office/drawing/2014/main" id="{43EC05AA-6FF3-6A42-B85F-DEC28FBA3838}"/>
              </a:ext>
            </a:extLst>
          </p:cNvPr>
          <p:cNvSpPr>
            <a:spLocks noChangeArrowheads="1"/>
          </p:cNvSpPr>
          <p:nvPr/>
        </p:nvSpPr>
        <p:spPr bwMode="auto">
          <a:xfrm>
            <a:off x="3242567" y="2687242"/>
            <a:ext cx="25327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dirty="0">
                <a:solidFill>
                  <a:srgbClr val="000000"/>
                </a:solidFill>
              </a:rPr>
              <a:t>grey</a:t>
            </a:r>
            <a:endParaRPr lang="en-US" altLang="it-IT" sz="1800" dirty="0"/>
          </a:p>
        </p:txBody>
      </p:sp>
      <p:sp>
        <p:nvSpPr>
          <p:cNvPr id="52246" name="Rectangle 30">
            <a:extLst>
              <a:ext uri="{FF2B5EF4-FFF2-40B4-BE49-F238E27FC236}">
                <a16:creationId xmlns:a16="http://schemas.microsoft.com/office/drawing/2014/main" id="{8FDAA06F-A536-BC4B-8B66-3C1F3338CC66}"/>
              </a:ext>
            </a:extLst>
          </p:cNvPr>
          <p:cNvSpPr>
            <a:spLocks noChangeArrowheads="1"/>
          </p:cNvSpPr>
          <p:nvPr/>
        </p:nvSpPr>
        <p:spPr bwMode="auto">
          <a:xfrm>
            <a:off x="2665113" y="2481264"/>
            <a:ext cx="553037"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dirty="0" err="1">
                <a:solidFill>
                  <a:srgbClr val="000000"/>
                </a:solidFill>
              </a:rPr>
              <a:t>HasColor</a:t>
            </a:r>
            <a:endParaRPr lang="en-US" altLang="it-IT" sz="1800" dirty="0"/>
          </a:p>
        </p:txBody>
      </p:sp>
      <p:sp>
        <p:nvSpPr>
          <p:cNvPr id="52247" name="Rectangle 31">
            <a:extLst>
              <a:ext uri="{FF2B5EF4-FFF2-40B4-BE49-F238E27FC236}">
                <a16:creationId xmlns:a16="http://schemas.microsoft.com/office/drawing/2014/main" id="{EE4783CE-CFDC-9D40-B09F-33E2A9DC7B03}"/>
              </a:ext>
            </a:extLst>
          </p:cNvPr>
          <p:cNvSpPr>
            <a:spLocks noChangeArrowheads="1"/>
          </p:cNvSpPr>
          <p:nvPr/>
        </p:nvSpPr>
        <p:spPr bwMode="auto">
          <a:xfrm>
            <a:off x="2607963" y="1795464"/>
            <a:ext cx="538609"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dirty="0" err="1">
                <a:solidFill>
                  <a:srgbClr val="000000"/>
                </a:solidFill>
              </a:rPr>
              <a:t>HasNlegs</a:t>
            </a:r>
            <a:endParaRPr lang="en-US" altLang="it-IT" sz="1800" dirty="0"/>
          </a:p>
        </p:txBody>
      </p:sp>
      <p:sp>
        <p:nvSpPr>
          <p:cNvPr id="52248" name="Rectangle 32">
            <a:extLst>
              <a:ext uri="{FF2B5EF4-FFF2-40B4-BE49-F238E27FC236}">
                <a16:creationId xmlns:a16="http://schemas.microsoft.com/office/drawing/2014/main" id="{6730A753-E00D-084F-B6CA-C3A7890846A1}"/>
              </a:ext>
            </a:extLst>
          </p:cNvPr>
          <p:cNvSpPr>
            <a:spLocks noChangeArrowheads="1"/>
          </p:cNvSpPr>
          <p:nvPr/>
        </p:nvSpPr>
        <p:spPr bwMode="auto">
          <a:xfrm>
            <a:off x="2305544" y="1632348"/>
            <a:ext cx="12824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a:solidFill>
                  <a:srgbClr val="000000"/>
                </a:solidFill>
              </a:rPr>
              <a:t>IS</a:t>
            </a:r>
            <a:endParaRPr lang="en-US" altLang="it-IT" sz="1800"/>
          </a:p>
        </p:txBody>
      </p:sp>
      <p:sp>
        <p:nvSpPr>
          <p:cNvPr id="52249" name="Rectangle 33">
            <a:extLst>
              <a:ext uri="{FF2B5EF4-FFF2-40B4-BE49-F238E27FC236}">
                <a16:creationId xmlns:a16="http://schemas.microsoft.com/office/drawing/2014/main" id="{9FA0109B-0F10-8F49-A832-D92F6EA34E9E}"/>
              </a:ext>
            </a:extLst>
          </p:cNvPr>
          <p:cNvSpPr>
            <a:spLocks noChangeArrowheads="1"/>
          </p:cNvSpPr>
          <p:nvPr/>
        </p:nvSpPr>
        <p:spPr bwMode="auto">
          <a:xfrm>
            <a:off x="2313879" y="2327673"/>
            <a:ext cx="12824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a:solidFill>
                  <a:srgbClr val="000000"/>
                </a:solidFill>
              </a:rPr>
              <a:t>IS</a:t>
            </a:r>
            <a:endParaRPr lang="en-US" altLang="it-IT" sz="1800"/>
          </a:p>
        </p:txBody>
      </p:sp>
      <p:sp>
        <p:nvSpPr>
          <p:cNvPr id="52250" name="Rectangle 34">
            <a:extLst>
              <a:ext uri="{FF2B5EF4-FFF2-40B4-BE49-F238E27FC236}">
                <a16:creationId xmlns:a16="http://schemas.microsoft.com/office/drawing/2014/main" id="{EEE7D849-D201-E340-969E-A75B64AD01C2}"/>
              </a:ext>
            </a:extLst>
          </p:cNvPr>
          <p:cNvSpPr>
            <a:spLocks noChangeArrowheads="1"/>
          </p:cNvSpPr>
          <p:nvPr/>
        </p:nvSpPr>
        <p:spPr bwMode="auto">
          <a:xfrm>
            <a:off x="2313879" y="3031332"/>
            <a:ext cx="270908"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050">
                <a:solidFill>
                  <a:srgbClr val="000000"/>
                </a:solidFill>
              </a:rPr>
              <a:t>IS-A</a:t>
            </a:r>
            <a:endParaRPr lang="en-US" altLang="it-IT" sz="1800"/>
          </a:p>
        </p:txBody>
      </p:sp>
      <p:sp>
        <p:nvSpPr>
          <p:cNvPr id="123939" name="AutoShape 35">
            <a:extLst>
              <a:ext uri="{FF2B5EF4-FFF2-40B4-BE49-F238E27FC236}">
                <a16:creationId xmlns:a16="http://schemas.microsoft.com/office/drawing/2014/main" id="{994FBA73-F7F7-0944-B668-2990B63803BB}"/>
              </a:ext>
            </a:extLst>
          </p:cNvPr>
          <p:cNvSpPr>
            <a:spLocks noChangeArrowheads="1"/>
          </p:cNvSpPr>
          <p:nvPr/>
        </p:nvSpPr>
        <p:spPr bwMode="auto">
          <a:xfrm>
            <a:off x="2150763" y="1566863"/>
            <a:ext cx="114300" cy="285750"/>
          </a:xfrm>
          <a:prstGeom prst="upArrow">
            <a:avLst>
              <a:gd name="adj1" fmla="val 50000"/>
              <a:gd name="adj2" fmla="val 62500"/>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23940" name="AutoShape 36">
            <a:extLst>
              <a:ext uri="{FF2B5EF4-FFF2-40B4-BE49-F238E27FC236}">
                <a16:creationId xmlns:a16="http://schemas.microsoft.com/office/drawing/2014/main" id="{16800820-EC27-7A46-BB1B-97B9F53AD95B}"/>
              </a:ext>
            </a:extLst>
          </p:cNvPr>
          <p:cNvSpPr>
            <a:spLocks noChangeArrowheads="1"/>
          </p:cNvSpPr>
          <p:nvPr/>
        </p:nvSpPr>
        <p:spPr bwMode="auto">
          <a:xfrm>
            <a:off x="2150763" y="2252663"/>
            <a:ext cx="114300" cy="285750"/>
          </a:xfrm>
          <a:prstGeom prst="upArrow">
            <a:avLst>
              <a:gd name="adj1" fmla="val 50000"/>
              <a:gd name="adj2" fmla="val 62500"/>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23941" name="AutoShape 37">
            <a:extLst>
              <a:ext uri="{FF2B5EF4-FFF2-40B4-BE49-F238E27FC236}">
                <a16:creationId xmlns:a16="http://schemas.microsoft.com/office/drawing/2014/main" id="{3257E71C-839F-7E47-BE8F-40735029927C}"/>
              </a:ext>
            </a:extLst>
          </p:cNvPr>
          <p:cNvSpPr>
            <a:spLocks noChangeArrowheads="1"/>
          </p:cNvSpPr>
          <p:nvPr/>
        </p:nvSpPr>
        <p:spPr bwMode="auto">
          <a:xfrm>
            <a:off x="2150763" y="2995613"/>
            <a:ext cx="114300" cy="285750"/>
          </a:xfrm>
          <a:prstGeom prst="upArrow">
            <a:avLst>
              <a:gd name="adj1" fmla="val 50000"/>
              <a:gd name="adj2" fmla="val 62500"/>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23942" name="Line 38">
            <a:extLst>
              <a:ext uri="{FF2B5EF4-FFF2-40B4-BE49-F238E27FC236}">
                <a16:creationId xmlns:a16="http://schemas.microsoft.com/office/drawing/2014/main" id="{A75779CF-5F1A-7A44-B4E9-DFCEBAAE5D42}"/>
              </a:ext>
            </a:extLst>
          </p:cNvPr>
          <p:cNvSpPr>
            <a:spLocks noChangeShapeType="1"/>
          </p:cNvSpPr>
          <p:nvPr/>
        </p:nvSpPr>
        <p:spPr bwMode="auto">
          <a:xfrm>
            <a:off x="2665113" y="2081213"/>
            <a:ext cx="514350" cy="0"/>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23943" name="Line 39">
            <a:extLst>
              <a:ext uri="{FF2B5EF4-FFF2-40B4-BE49-F238E27FC236}">
                <a16:creationId xmlns:a16="http://schemas.microsoft.com/office/drawing/2014/main" id="{83C4214A-9DAB-3346-9F07-1848C413D804}"/>
              </a:ext>
            </a:extLst>
          </p:cNvPr>
          <p:cNvSpPr>
            <a:spLocks noChangeShapeType="1"/>
          </p:cNvSpPr>
          <p:nvPr/>
        </p:nvSpPr>
        <p:spPr bwMode="auto">
          <a:xfrm>
            <a:off x="2665113" y="2767013"/>
            <a:ext cx="514350" cy="0"/>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2" name="Segnaposto data 1">
            <a:extLst>
              <a:ext uri="{FF2B5EF4-FFF2-40B4-BE49-F238E27FC236}">
                <a16:creationId xmlns:a16="http://schemas.microsoft.com/office/drawing/2014/main" id="{A8CF8CC7-7A8C-F507-94EF-1DEAC04D30CD}"/>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07A3CCB9-BBCC-C357-6622-F480810D06B9}"/>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442AC60A-2526-460D-E8DC-02938F4322A8}"/>
              </a:ext>
            </a:extLst>
          </p:cNvPr>
          <p:cNvSpPr>
            <a:spLocks noGrp="1"/>
          </p:cNvSpPr>
          <p:nvPr>
            <p:ph type="sldNum" sz="quarter" idx="12"/>
          </p:nvPr>
        </p:nvSpPr>
        <p:spPr/>
        <p:txBody>
          <a:bodyPr/>
          <a:lstStyle/>
          <a:p>
            <a:pPr>
              <a:defRPr/>
            </a:pPr>
            <a:fld id="{43CD341D-7438-4FA4-973F-6F9EECBD14B9}" type="slidenum">
              <a:rPr lang="it-IT" altLang="it-IT" smtClean="0"/>
              <a:pPr>
                <a:defRPr/>
              </a:pPr>
              <a:t>29</a:t>
            </a:fld>
            <a:endParaRPr lang="it-IT" altLang="it-IT"/>
          </a:p>
        </p:txBody>
      </p:sp>
    </p:spTree>
    <p:extLst>
      <p:ext uri="{BB962C8B-B14F-4D97-AF65-F5344CB8AC3E}">
        <p14:creationId xmlns:p14="http://schemas.microsoft.com/office/powerpoint/2010/main" val="37278933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B332F9D4-2186-814F-B535-7E1B6EADC0F0}"/>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dirty="0">
                <a:latin typeface="Calibri" panose="020F0502020204030204" pitchFamily="34" charset="0"/>
                <a:cs typeface="Calibri" panose="020F0502020204030204" pitchFamily="34" charset="0"/>
              </a:rPr>
              <a:t>... What about the exceptions?</a:t>
            </a:r>
            <a:endParaRPr lang="en-GB" altLang="it-IT" dirty="0">
              <a:latin typeface="Calibri" panose="020F0502020204030204" pitchFamily="34" charset="0"/>
              <a:cs typeface="Calibri" panose="020F0502020204030204" pitchFamily="34" charset="0"/>
            </a:endParaRPr>
          </a:p>
        </p:txBody>
      </p:sp>
      <p:sp>
        <p:nvSpPr>
          <p:cNvPr id="124931" name="Rectangle 3">
            <a:extLst>
              <a:ext uri="{FF2B5EF4-FFF2-40B4-BE49-F238E27FC236}">
                <a16:creationId xmlns:a16="http://schemas.microsoft.com/office/drawing/2014/main" id="{6B461456-478E-3A42-9C0E-D8CC30FC3B87}"/>
              </a:ext>
            </a:extLst>
          </p:cNvPr>
          <p:cNvSpPr>
            <a:spLocks noGrp="1" noChangeArrowheads="1"/>
          </p:cNvSpPr>
          <p:nvPr>
            <p:ph type="body" idx="1"/>
          </p:nvPr>
        </p:nvSpPr>
        <p:spPr>
          <a:xfrm>
            <a:off x="3771900" y="1456135"/>
            <a:ext cx="4000500" cy="3383756"/>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marL="614363" lvl="1">
              <a:buNone/>
            </a:pPr>
            <a:r>
              <a:rPr lang="it-IT" altLang="it-IT" sz="1500" dirty="0">
                <a:sym typeface="Symbol" pitchFamily="2" charset="2"/>
              </a:rPr>
              <a:t></a:t>
            </a:r>
            <a:r>
              <a:rPr lang="it-IT" altLang="it-IT" sz="1500" dirty="0"/>
              <a:t>x </a:t>
            </a:r>
            <a:r>
              <a:rPr lang="it-IT" altLang="it-IT" sz="1500" dirty="0" err="1"/>
              <a:t>Mammal</a:t>
            </a:r>
            <a:r>
              <a:rPr lang="it-IT" altLang="it-IT" sz="1500" dirty="0"/>
              <a:t>(x) </a:t>
            </a:r>
            <a:r>
              <a:rPr lang="it-IT" altLang="it-IT" sz="1500" dirty="0">
                <a:sym typeface="Symbol" pitchFamily="2" charset="2"/>
              </a:rPr>
              <a:t></a:t>
            </a:r>
            <a:r>
              <a:rPr lang="it-IT" altLang="it-IT" sz="1500" dirty="0" err="1"/>
              <a:t>HasNlegs</a:t>
            </a:r>
            <a:r>
              <a:rPr lang="it-IT" altLang="it-IT" sz="1500" dirty="0"/>
              <a:t>(x, 4)</a:t>
            </a:r>
          </a:p>
          <a:p>
            <a:pPr marL="614363" lvl="1">
              <a:buNone/>
            </a:pPr>
            <a:r>
              <a:rPr lang="it-IT" altLang="it-IT" sz="1500" dirty="0">
                <a:sym typeface="Symbol" pitchFamily="2" charset="2"/>
              </a:rPr>
              <a:t></a:t>
            </a:r>
            <a:r>
              <a:rPr lang="it-IT" altLang="it-IT" sz="1500" dirty="0"/>
              <a:t>x </a:t>
            </a:r>
            <a:r>
              <a:rPr lang="it-IT" altLang="it-IT" sz="1500" dirty="0" err="1"/>
              <a:t>Bat</a:t>
            </a:r>
            <a:r>
              <a:rPr lang="it-IT" altLang="it-IT" sz="1500" dirty="0"/>
              <a:t>(x) </a:t>
            </a:r>
            <a:r>
              <a:rPr lang="it-IT" altLang="it-IT" sz="1500" dirty="0">
                <a:sym typeface="Symbol" pitchFamily="2" charset="2"/>
              </a:rPr>
              <a:t></a:t>
            </a:r>
            <a:r>
              <a:rPr lang="it-IT" altLang="it-IT" sz="1500" dirty="0"/>
              <a:t> </a:t>
            </a:r>
            <a:r>
              <a:rPr lang="it-IT" altLang="it-IT" sz="1500" dirty="0" err="1"/>
              <a:t>Mammal</a:t>
            </a:r>
            <a:r>
              <a:rPr lang="it-IT" altLang="it-IT" sz="1500" dirty="0"/>
              <a:t>(x)</a:t>
            </a:r>
          </a:p>
          <a:p>
            <a:pPr marL="614363" lvl="1">
              <a:buNone/>
            </a:pPr>
            <a:r>
              <a:rPr lang="it-IT" altLang="it-IT" sz="1500" dirty="0">
                <a:sym typeface="Symbol" pitchFamily="2" charset="2"/>
              </a:rPr>
              <a:t></a:t>
            </a:r>
            <a:r>
              <a:rPr lang="it-IT" altLang="it-IT" sz="1500" dirty="0"/>
              <a:t>x </a:t>
            </a:r>
            <a:r>
              <a:rPr lang="it-IT" altLang="it-IT" sz="1500" dirty="0" err="1"/>
              <a:t>Bat</a:t>
            </a:r>
            <a:r>
              <a:rPr lang="it-IT" altLang="it-IT" sz="1500" dirty="0"/>
              <a:t>(x) </a:t>
            </a:r>
            <a:r>
              <a:rPr lang="it-IT" altLang="it-IT" sz="1500" dirty="0">
                <a:sym typeface="Symbol" pitchFamily="2" charset="2"/>
              </a:rPr>
              <a:t></a:t>
            </a:r>
            <a:r>
              <a:rPr lang="it-IT" altLang="it-IT" sz="1500" dirty="0"/>
              <a:t> </a:t>
            </a:r>
            <a:r>
              <a:rPr lang="it-IT" altLang="it-IT" sz="1500" dirty="0" err="1"/>
              <a:t>HaNlegs</a:t>
            </a:r>
            <a:r>
              <a:rPr lang="it-IT" altLang="it-IT" sz="1500" dirty="0"/>
              <a:t>(x, 2)</a:t>
            </a:r>
          </a:p>
          <a:p>
            <a:pPr marL="614363" lvl="1">
              <a:buNone/>
            </a:pPr>
            <a:r>
              <a:rPr lang="it-IT" altLang="it-IT" sz="1500" dirty="0"/>
              <a:t> Pipistrello(</a:t>
            </a:r>
            <a:r>
              <a:rPr lang="it-IT" altLang="it-IT" sz="1500" dirty="0" err="1"/>
              <a:t>Pat</a:t>
            </a:r>
            <a:r>
              <a:rPr lang="it-IT" altLang="it-IT" sz="1500" dirty="0"/>
              <a:t>)</a:t>
            </a:r>
          </a:p>
          <a:p>
            <a:pPr eaLnBrk="1" hangingPunct="1">
              <a:buFont typeface="Wingdings" pitchFamily="2" charset="2"/>
              <a:buNone/>
            </a:pPr>
            <a:r>
              <a:rPr lang="it-IT" altLang="it-IT" sz="1800" dirty="0"/>
              <a:t> </a:t>
            </a:r>
            <a:r>
              <a:rPr lang="it-IT" altLang="it-IT" sz="1800" dirty="0" err="1"/>
              <a:t>You</a:t>
            </a:r>
            <a:r>
              <a:rPr lang="it-IT" altLang="it-IT" sz="1800" dirty="0"/>
              <a:t> </a:t>
            </a:r>
            <a:r>
              <a:rPr lang="it-IT" altLang="it-IT" sz="1800" dirty="0" err="1"/>
              <a:t>infer</a:t>
            </a:r>
            <a:r>
              <a:rPr lang="it-IT" altLang="it-IT" sz="1800" dirty="0"/>
              <a:t>:</a:t>
            </a:r>
          </a:p>
          <a:p>
            <a:pPr marL="614363" lvl="1">
              <a:buNone/>
            </a:pPr>
            <a:r>
              <a:rPr lang="it-IT" altLang="it-IT" sz="1500" dirty="0"/>
              <a:t> </a:t>
            </a:r>
            <a:r>
              <a:rPr lang="it-IT" altLang="it-IT" sz="1500" dirty="0" err="1"/>
              <a:t>HaNlegs</a:t>
            </a:r>
            <a:r>
              <a:rPr lang="it-IT" altLang="it-IT" sz="1500" dirty="0"/>
              <a:t>(</a:t>
            </a:r>
            <a:r>
              <a:rPr lang="it-IT" altLang="it-IT" sz="1500" dirty="0" err="1"/>
              <a:t>Pat</a:t>
            </a:r>
            <a:r>
              <a:rPr lang="it-IT" altLang="it-IT" sz="1500" dirty="0"/>
              <a:t>, 2) </a:t>
            </a:r>
          </a:p>
          <a:p>
            <a:pPr eaLnBrk="1" hangingPunct="1">
              <a:buFont typeface="Wingdings" pitchFamily="2" charset="2"/>
              <a:buNone/>
            </a:pPr>
            <a:r>
              <a:rPr lang="it-IT" altLang="it-IT" sz="1800" dirty="0"/>
              <a:t>… </a:t>
            </a:r>
            <a:r>
              <a:rPr lang="it-IT" altLang="it-IT" sz="1800" dirty="0" err="1"/>
              <a:t>but</a:t>
            </a:r>
            <a:r>
              <a:rPr lang="it-IT" altLang="it-IT" sz="1800" dirty="0"/>
              <a:t> </a:t>
            </a:r>
            <a:r>
              <a:rPr lang="it-IT" altLang="it-IT" sz="1800" dirty="0" err="1"/>
              <a:t>also</a:t>
            </a:r>
            <a:endParaRPr lang="it-IT" altLang="it-IT" sz="1800" dirty="0"/>
          </a:p>
          <a:p>
            <a:pPr marL="614363" lvl="1">
              <a:buNone/>
            </a:pPr>
            <a:r>
              <a:rPr lang="it-IT" altLang="it-IT" sz="1500" dirty="0"/>
              <a:t> </a:t>
            </a:r>
            <a:r>
              <a:rPr lang="it-IT" altLang="it-IT" sz="1500" dirty="0" err="1"/>
              <a:t>HasNlegs</a:t>
            </a:r>
            <a:r>
              <a:rPr lang="it-IT" altLang="it-IT" sz="1500" dirty="0"/>
              <a:t>(</a:t>
            </a:r>
            <a:r>
              <a:rPr lang="it-IT" altLang="it-IT" sz="1500" dirty="0" err="1"/>
              <a:t>Pat</a:t>
            </a:r>
            <a:r>
              <a:rPr lang="it-IT" altLang="it-IT" sz="1500" dirty="0"/>
              <a:t>, 4)</a:t>
            </a:r>
          </a:p>
          <a:p>
            <a:pPr eaLnBrk="1" hangingPunct="1"/>
            <a:r>
              <a:rPr lang="en-US" altLang="it-IT" sz="1800" dirty="0">
                <a:sym typeface="Symbol" pitchFamily="2" charset="2"/>
              </a:rPr>
              <a:t>Default reasoning requires </a:t>
            </a:r>
            <a:r>
              <a:rPr lang="en-US" altLang="it-IT" sz="1800" b="1" dirty="0">
                <a:sym typeface="Symbol" pitchFamily="2" charset="2"/>
              </a:rPr>
              <a:t>nonmonotonic logic</a:t>
            </a:r>
            <a:endParaRPr lang="en-GB" altLang="it-IT" sz="1800" dirty="0"/>
          </a:p>
        </p:txBody>
      </p:sp>
      <p:sp>
        <p:nvSpPr>
          <p:cNvPr id="124934" name="Rectangle 6">
            <a:extLst>
              <a:ext uri="{FF2B5EF4-FFF2-40B4-BE49-F238E27FC236}">
                <a16:creationId xmlns:a16="http://schemas.microsoft.com/office/drawing/2014/main" id="{0D6B3C8C-C705-4B4D-AF1E-A9194E2BA700}"/>
              </a:ext>
            </a:extLst>
          </p:cNvPr>
          <p:cNvSpPr>
            <a:spLocks noChangeArrowheads="1"/>
          </p:cNvSpPr>
          <p:nvPr/>
        </p:nvSpPr>
        <p:spPr bwMode="auto">
          <a:xfrm>
            <a:off x="3829050" y="1746647"/>
            <a:ext cx="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sp>
        <p:nvSpPr>
          <p:cNvPr id="54276" name="Oval 7">
            <a:extLst>
              <a:ext uri="{FF2B5EF4-FFF2-40B4-BE49-F238E27FC236}">
                <a16:creationId xmlns:a16="http://schemas.microsoft.com/office/drawing/2014/main" id="{A909A7E9-F71C-9D41-8FF4-EE7F8D61334B}"/>
              </a:ext>
            </a:extLst>
          </p:cNvPr>
          <p:cNvSpPr>
            <a:spLocks noChangeArrowheads="1"/>
          </p:cNvSpPr>
          <p:nvPr/>
        </p:nvSpPr>
        <p:spPr bwMode="auto">
          <a:xfrm>
            <a:off x="1491853" y="1663303"/>
            <a:ext cx="995363" cy="433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4277" name="Freeform 8">
            <a:extLst>
              <a:ext uri="{FF2B5EF4-FFF2-40B4-BE49-F238E27FC236}">
                <a16:creationId xmlns:a16="http://schemas.microsoft.com/office/drawing/2014/main" id="{160ACB06-D100-EB4F-8F90-34B672A1A9BF}"/>
              </a:ext>
            </a:extLst>
          </p:cNvPr>
          <p:cNvSpPr>
            <a:spLocks/>
          </p:cNvSpPr>
          <p:nvPr/>
        </p:nvSpPr>
        <p:spPr bwMode="auto">
          <a:xfrm>
            <a:off x="1491853" y="1663303"/>
            <a:ext cx="995363" cy="433388"/>
          </a:xfrm>
          <a:custGeom>
            <a:avLst/>
            <a:gdLst>
              <a:gd name="T0" fmla="*/ 2147483647 w 836"/>
              <a:gd name="T1" fmla="*/ 2147483647 h 364"/>
              <a:gd name="T2" fmla="*/ 2147483647 w 836"/>
              <a:gd name="T3" fmla="*/ 2147483647 h 364"/>
              <a:gd name="T4" fmla="*/ 2147483647 w 836"/>
              <a:gd name="T5" fmla="*/ 2147483647 h 364"/>
              <a:gd name="T6" fmla="*/ 2147483647 w 836"/>
              <a:gd name="T7" fmla="*/ 2147483647 h 364"/>
              <a:gd name="T8" fmla="*/ 2147483647 w 836"/>
              <a:gd name="T9" fmla="*/ 2147483647 h 364"/>
              <a:gd name="T10" fmla="*/ 2147483647 w 836"/>
              <a:gd name="T11" fmla="*/ 2147483647 h 364"/>
              <a:gd name="T12" fmla="*/ 2147483647 w 836"/>
              <a:gd name="T13" fmla="*/ 2147483647 h 364"/>
              <a:gd name="T14" fmla="*/ 2147483647 w 836"/>
              <a:gd name="T15" fmla="*/ 2147483647 h 364"/>
              <a:gd name="T16" fmla="*/ 2147483647 w 836"/>
              <a:gd name="T17" fmla="*/ 2147483647 h 364"/>
              <a:gd name="T18" fmla="*/ 2147483647 w 836"/>
              <a:gd name="T19" fmla="*/ 2147483647 h 364"/>
              <a:gd name="T20" fmla="*/ 2147483647 w 836"/>
              <a:gd name="T21" fmla="*/ 2147483647 h 364"/>
              <a:gd name="T22" fmla="*/ 2147483647 w 836"/>
              <a:gd name="T23" fmla="*/ 2147483647 h 364"/>
              <a:gd name="T24" fmla="*/ 2147483647 w 836"/>
              <a:gd name="T25" fmla="*/ 2147483647 h 364"/>
              <a:gd name="T26" fmla="*/ 2147483647 w 836"/>
              <a:gd name="T27" fmla="*/ 2147483647 h 364"/>
              <a:gd name="T28" fmla="*/ 2147483647 w 836"/>
              <a:gd name="T29" fmla="*/ 2147483647 h 364"/>
              <a:gd name="T30" fmla="*/ 2147483647 w 836"/>
              <a:gd name="T31" fmla="*/ 2147483647 h 364"/>
              <a:gd name="T32" fmla="*/ 2147483647 w 836"/>
              <a:gd name="T33" fmla="*/ 2147483647 h 364"/>
              <a:gd name="T34" fmla="*/ 2147483647 w 836"/>
              <a:gd name="T35" fmla="*/ 2147483647 h 364"/>
              <a:gd name="T36" fmla="*/ 2147483647 w 836"/>
              <a:gd name="T37" fmla="*/ 2147483647 h 364"/>
              <a:gd name="T38" fmla="*/ 2147483647 w 836"/>
              <a:gd name="T39" fmla="*/ 2147483647 h 364"/>
              <a:gd name="T40" fmla="*/ 2147483647 w 836"/>
              <a:gd name="T41" fmla="*/ 2147483647 h 364"/>
              <a:gd name="T42" fmla="*/ 2147483647 w 836"/>
              <a:gd name="T43" fmla="*/ 0 h 364"/>
              <a:gd name="T44" fmla="*/ 2147483647 w 836"/>
              <a:gd name="T45" fmla="*/ 2147483647 h 364"/>
              <a:gd name="T46" fmla="*/ 2147483647 w 836"/>
              <a:gd name="T47" fmla="*/ 2147483647 h 364"/>
              <a:gd name="T48" fmla="*/ 2147483647 w 836"/>
              <a:gd name="T49" fmla="*/ 2147483647 h 364"/>
              <a:gd name="T50" fmla="*/ 2147483647 w 836"/>
              <a:gd name="T51" fmla="*/ 2147483647 h 364"/>
              <a:gd name="T52" fmla="*/ 2147483647 w 836"/>
              <a:gd name="T53" fmla="*/ 2147483647 h 364"/>
              <a:gd name="T54" fmla="*/ 2147483647 w 836"/>
              <a:gd name="T55" fmla="*/ 2147483647 h 364"/>
              <a:gd name="T56" fmla="*/ 2147483647 w 836"/>
              <a:gd name="T57" fmla="*/ 2147483647 h 364"/>
              <a:gd name="T58" fmla="*/ 2147483647 w 836"/>
              <a:gd name="T59" fmla="*/ 2147483647 h 364"/>
              <a:gd name="T60" fmla="*/ 2147483647 w 836"/>
              <a:gd name="T61" fmla="*/ 2147483647 h 364"/>
              <a:gd name="T62" fmla="*/ 2147483647 w 836"/>
              <a:gd name="T63" fmla="*/ 2147483647 h 364"/>
              <a:gd name="T64" fmla="*/ 2147483647 w 836"/>
              <a:gd name="T65" fmla="*/ 2147483647 h 364"/>
              <a:gd name="T66" fmla="*/ 2147483647 w 836"/>
              <a:gd name="T67" fmla="*/ 2147483647 h 364"/>
              <a:gd name="T68" fmla="*/ 2147483647 w 836"/>
              <a:gd name="T69" fmla="*/ 2147483647 h 364"/>
              <a:gd name="T70" fmla="*/ 2147483647 w 836"/>
              <a:gd name="T71" fmla="*/ 2147483647 h 364"/>
              <a:gd name="T72" fmla="*/ 2147483647 w 836"/>
              <a:gd name="T73" fmla="*/ 2147483647 h 364"/>
              <a:gd name="T74" fmla="*/ 0 w 836"/>
              <a:gd name="T75" fmla="*/ 2147483647 h 364"/>
              <a:gd name="T76" fmla="*/ 2147483647 w 836"/>
              <a:gd name="T77" fmla="*/ 2147483647 h 364"/>
              <a:gd name="T78" fmla="*/ 2147483647 w 836"/>
              <a:gd name="T79" fmla="*/ 2147483647 h 364"/>
              <a:gd name="T80" fmla="*/ 2147483647 w 836"/>
              <a:gd name="T81" fmla="*/ 2147483647 h 364"/>
              <a:gd name="T82" fmla="*/ 2147483647 w 836"/>
              <a:gd name="T83" fmla="*/ 2147483647 h 364"/>
              <a:gd name="T84" fmla="*/ 2147483647 w 836"/>
              <a:gd name="T85" fmla="*/ 2147483647 h 36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836" h="364">
                <a:moveTo>
                  <a:pt x="418" y="10"/>
                </a:moveTo>
                <a:lnTo>
                  <a:pt x="459" y="10"/>
                </a:lnTo>
                <a:lnTo>
                  <a:pt x="499" y="13"/>
                </a:lnTo>
                <a:lnTo>
                  <a:pt x="538" y="17"/>
                </a:lnTo>
                <a:lnTo>
                  <a:pt x="575" y="22"/>
                </a:lnTo>
                <a:lnTo>
                  <a:pt x="610" y="29"/>
                </a:lnTo>
                <a:lnTo>
                  <a:pt x="644" y="38"/>
                </a:lnTo>
                <a:lnTo>
                  <a:pt x="676" y="48"/>
                </a:lnTo>
                <a:lnTo>
                  <a:pt x="707" y="60"/>
                </a:lnTo>
                <a:lnTo>
                  <a:pt x="735" y="73"/>
                </a:lnTo>
                <a:lnTo>
                  <a:pt x="759" y="86"/>
                </a:lnTo>
                <a:lnTo>
                  <a:pt x="779" y="101"/>
                </a:lnTo>
                <a:lnTo>
                  <a:pt x="796" y="115"/>
                </a:lnTo>
                <a:lnTo>
                  <a:pt x="809" y="131"/>
                </a:lnTo>
                <a:lnTo>
                  <a:pt x="819" y="147"/>
                </a:lnTo>
                <a:lnTo>
                  <a:pt x="824" y="164"/>
                </a:lnTo>
                <a:lnTo>
                  <a:pt x="826" y="182"/>
                </a:lnTo>
                <a:lnTo>
                  <a:pt x="824" y="199"/>
                </a:lnTo>
                <a:lnTo>
                  <a:pt x="819" y="216"/>
                </a:lnTo>
                <a:lnTo>
                  <a:pt x="809" y="232"/>
                </a:lnTo>
                <a:lnTo>
                  <a:pt x="796" y="248"/>
                </a:lnTo>
                <a:lnTo>
                  <a:pt x="779" y="263"/>
                </a:lnTo>
                <a:lnTo>
                  <a:pt x="759" y="277"/>
                </a:lnTo>
                <a:lnTo>
                  <a:pt x="735" y="291"/>
                </a:lnTo>
                <a:lnTo>
                  <a:pt x="707" y="303"/>
                </a:lnTo>
                <a:lnTo>
                  <a:pt x="676" y="315"/>
                </a:lnTo>
                <a:lnTo>
                  <a:pt x="644" y="326"/>
                </a:lnTo>
                <a:lnTo>
                  <a:pt x="610" y="334"/>
                </a:lnTo>
                <a:lnTo>
                  <a:pt x="575" y="341"/>
                </a:lnTo>
                <a:lnTo>
                  <a:pt x="538" y="347"/>
                </a:lnTo>
                <a:lnTo>
                  <a:pt x="499" y="351"/>
                </a:lnTo>
                <a:lnTo>
                  <a:pt x="459" y="353"/>
                </a:lnTo>
                <a:lnTo>
                  <a:pt x="418" y="354"/>
                </a:lnTo>
                <a:lnTo>
                  <a:pt x="376" y="353"/>
                </a:lnTo>
                <a:lnTo>
                  <a:pt x="336" y="351"/>
                </a:lnTo>
                <a:lnTo>
                  <a:pt x="298" y="347"/>
                </a:lnTo>
                <a:lnTo>
                  <a:pt x="261" y="341"/>
                </a:lnTo>
                <a:lnTo>
                  <a:pt x="226" y="334"/>
                </a:lnTo>
                <a:lnTo>
                  <a:pt x="192" y="326"/>
                </a:lnTo>
                <a:lnTo>
                  <a:pt x="160" y="315"/>
                </a:lnTo>
                <a:lnTo>
                  <a:pt x="129" y="303"/>
                </a:lnTo>
                <a:lnTo>
                  <a:pt x="101" y="291"/>
                </a:lnTo>
                <a:lnTo>
                  <a:pt x="77" y="277"/>
                </a:lnTo>
                <a:lnTo>
                  <a:pt x="56" y="263"/>
                </a:lnTo>
                <a:lnTo>
                  <a:pt x="39" y="248"/>
                </a:lnTo>
                <a:lnTo>
                  <a:pt x="27" y="232"/>
                </a:lnTo>
                <a:lnTo>
                  <a:pt x="17" y="216"/>
                </a:lnTo>
                <a:lnTo>
                  <a:pt x="11" y="199"/>
                </a:lnTo>
                <a:lnTo>
                  <a:pt x="9" y="182"/>
                </a:lnTo>
                <a:lnTo>
                  <a:pt x="11" y="164"/>
                </a:lnTo>
                <a:lnTo>
                  <a:pt x="17" y="147"/>
                </a:lnTo>
                <a:lnTo>
                  <a:pt x="27" y="131"/>
                </a:lnTo>
                <a:lnTo>
                  <a:pt x="39" y="115"/>
                </a:lnTo>
                <a:lnTo>
                  <a:pt x="56" y="101"/>
                </a:lnTo>
                <a:lnTo>
                  <a:pt x="77" y="86"/>
                </a:lnTo>
                <a:lnTo>
                  <a:pt x="101" y="73"/>
                </a:lnTo>
                <a:lnTo>
                  <a:pt x="129" y="60"/>
                </a:lnTo>
                <a:lnTo>
                  <a:pt x="160" y="48"/>
                </a:lnTo>
                <a:lnTo>
                  <a:pt x="192" y="38"/>
                </a:lnTo>
                <a:lnTo>
                  <a:pt x="226" y="29"/>
                </a:lnTo>
                <a:lnTo>
                  <a:pt x="261" y="22"/>
                </a:lnTo>
                <a:lnTo>
                  <a:pt x="298" y="17"/>
                </a:lnTo>
                <a:lnTo>
                  <a:pt x="336" y="13"/>
                </a:lnTo>
                <a:lnTo>
                  <a:pt x="376" y="10"/>
                </a:lnTo>
                <a:lnTo>
                  <a:pt x="418" y="10"/>
                </a:lnTo>
                <a:lnTo>
                  <a:pt x="418" y="0"/>
                </a:lnTo>
                <a:lnTo>
                  <a:pt x="460" y="1"/>
                </a:lnTo>
                <a:lnTo>
                  <a:pt x="501" y="3"/>
                </a:lnTo>
                <a:lnTo>
                  <a:pt x="541" y="7"/>
                </a:lnTo>
                <a:lnTo>
                  <a:pt x="578" y="13"/>
                </a:lnTo>
                <a:lnTo>
                  <a:pt x="615" y="21"/>
                </a:lnTo>
                <a:lnTo>
                  <a:pt x="649" y="30"/>
                </a:lnTo>
                <a:lnTo>
                  <a:pt x="682" y="40"/>
                </a:lnTo>
                <a:lnTo>
                  <a:pt x="714" y="53"/>
                </a:lnTo>
                <a:lnTo>
                  <a:pt x="742" y="67"/>
                </a:lnTo>
                <a:lnTo>
                  <a:pt x="767" y="81"/>
                </a:lnTo>
                <a:lnTo>
                  <a:pt x="788" y="96"/>
                </a:lnTo>
                <a:lnTo>
                  <a:pt x="805" y="112"/>
                </a:lnTo>
                <a:lnTo>
                  <a:pt x="819" y="128"/>
                </a:lnTo>
                <a:lnTo>
                  <a:pt x="828" y="145"/>
                </a:lnTo>
                <a:lnTo>
                  <a:pt x="834" y="163"/>
                </a:lnTo>
                <a:lnTo>
                  <a:pt x="836" y="182"/>
                </a:lnTo>
                <a:lnTo>
                  <a:pt x="834" y="200"/>
                </a:lnTo>
                <a:lnTo>
                  <a:pt x="828" y="218"/>
                </a:lnTo>
                <a:lnTo>
                  <a:pt x="819" y="235"/>
                </a:lnTo>
                <a:lnTo>
                  <a:pt x="805" y="252"/>
                </a:lnTo>
                <a:lnTo>
                  <a:pt x="788" y="267"/>
                </a:lnTo>
                <a:lnTo>
                  <a:pt x="767" y="282"/>
                </a:lnTo>
                <a:lnTo>
                  <a:pt x="742" y="297"/>
                </a:lnTo>
                <a:lnTo>
                  <a:pt x="714" y="310"/>
                </a:lnTo>
                <a:lnTo>
                  <a:pt x="682" y="323"/>
                </a:lnTo>
                <a:lnTo>
                  <a:pt x="649" y="334"/>
                </a:lnTo>
                <a:lnTo>
                  <a:pt x="615" y="343"/>
                </a:lnTo>
                <a:lnTo>
                  <a:pt x="578" y="350"/>
                </a:lnTo>
                <a:lnTo>
                  <a:pt x="541" y="356"/>
                </a:lnTo>
                <a:lnTo>
                  <a:pt x="501" y="360"/>
                </a:lnTo>
                <a:lnTo>
                  <a:pt x="460" y="363"/>
                </a:lnTo>
                <a:lnTo>
                  <a:pt x="418" y="364"/>
                </a:lnTo>
                <a:lnTo>
                  <a:pt x="375" y="363"/>
                </a:lnTo>
                <a:lnTo>
                  <a:pt x="334" y="360"/>
                </a:lnTo>
                <a:lnTo>
                  <a:pt x="295" y="356"/>
                </a:lnTo>
                <a:lnTo>
                  <a:pt x="257" y="350"/>
                </a:lnTo>
                <a:lnTo>
                  <a:pt x="221" y="343"/>
                </a:lnTo>
                <a:lnTo>
                  <a:pt x="187" y="334"/>
                </a:lnTo>
                <a:lnTo>
                  <a:pt x="154" y="323"/>
                </a:lnTo>
                <a:lnTo>
                  <a:pt x="122" y="310"/>
                </a:lnTo>
                <a:lnTo>
                  <a:pt x="93" y="297"/>
                </a:lnTo>
                <a:lnTo>
                  <a:pt x="69" y="282"/>
                </a:lnTo>
                <a:lnTo>
                  <a:pt x="48" y="267"/>
                </a:lnTo>
                <a:lnTo>
                  <a:pt x="30" y="252"/>
                </a:lnTo>
                <a:lnTo>
                  <a:pt x="17" y="235"/>
                </a:lnTo>
                <a:lnTo>
                  <a:pt x="7" y="218"/>
                </a:lnTo>
                <a:lnTo>
                  <a:pt x="2" y="200"/>
                </a:lnTo>
                <a:lnTo>
                  <a:pt x="0" y="182"/>
                </a:lnTo>
                <a:lnTo>
                  <a:pt x="2" y="163"/>
                </a:lnTo>
                <a:lnTo>
                  <a:pt x="7" y="145"/>
                </a:lnTo>
                <a:lnTo>
                  <a:pt x="17" y="128"/>
                </a:lnTo>
                <a:lnTo>
                  <a:pt x="30" y="112"/>
                </a:lnTo>
                <a:lnTo>
                  <a:pt x="48" y="96"/>
                </a:lnTo>
                <a:lnTo>
                  <a:pt x="69" y="81"/>
                </a:lnTo>
                <a:lnTo>
                  <a:pt x="93" y="67"/>
                </a:lnTo>
                <a:lnTo>
                  <a:pt x="122" y="53"/>
                </a:lnTo>
                <a:lnTo>
                  <a:pt x="154" y="40"/>
                </a:lnTo>
                <a:lnTo>
                  <a:pt x="187" y="30"/>
                </a:lnTo>
                <a:lnTo>
                  <a:pt x="221" y="21"/>
                </a:lnTo>
                <a:lnTo>
                  <a:pt x="257" y="13"/>
                </a:lnTo>
                <a:lnTo>
                  <a:pt x="295" y="7"/>
                </a:lnTo>
                <a:lnTo>
                  <a:pt x="334" y="3"/>
                </a:lnTo>
                <a:lnTo>
                  <a:pt x="375" y="1"/>
                </a:lnTo>
                <a:lnTo>
                  <a:pt x="418" y="0"/>
                </a:lnTo>
                <a:lnTo>
                  <a:pt x="418"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4278" name="Oval 9">
            <a:extLst>
              <a:ext uri="{FF2B5EF4-FFF2-40B4-BE49-F238E27FC236}">
                <a16:creationId xmlns:a16="http://schemas.microsoft.com/office/drawing/2014/main" id="{1F20B731-3BC7-1F41-BEED-9AC429E61E28}"/>
              </a:ext>
            </a:extLst>
          </p:cNvPr>
          <p:cNvSpPr>
            <a:spLocks noChangeArrowheads="1"/>
          </p:cNvSpPr>
          <p:nvPr/>
        </p:nvSpPr>
        <p:spPr bwMode="auto">
          <a:xfrm>
            <a:off x="1491853" y="2436019"/>
            <a:ext cx="995363" cy="433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4279" name="Freeform 10">
            <a:extLst>
              <a:ext uri="{FF2B5EF4-FFF2-40B4-BE49-F238E27FC236}">
                <a16:creationId xmlns:a16="http://schemas.microsoft.com/office/drawing/2014/main" id="{9DC82B10-45CD-0C45-B858-CF397684194C}"/>
              </a:ext>
            </a:extLst>
          </p:cNvPr>
          <p:cNvSpPr>
            <a:spLocks/>
          </p:cNvSpPr>
          <p:nvPr/>
        </p:nvSpPr>
        <p:spPr bwMode="auto">
          <a:xfrm>
            <a:off x="1491853" y="2436019"/>
            <a:ext cx="995363" cy="433388"/>
          </a:xfrm>
          <a:custGeom>
            <a:avLst/>
            <a:gdLst>
              <a:gd name="T0" fmla="*/ 2147483647 w 836"/>
              <a:gd name="T1" fmla="*/ 2147483647 h 364"/>
              <a:gd name="T2" fmla="*/ 2147483647 w 836"/>
              <a:gd name="T3" fmla="*/ 2147483647 h 364"/>
              <a:gd name="T4" fmla="*/ 2147483647 w 836"/>
              <a:gd name="T5" fmla="*/ 2147483647 h 364"/>
              <a:gd name="T6" fmla="*/ 2147483647 w 836"/>
              <a:gd name="T7" fmla="*/ 2147483647 h 364"/>
              <a:gd name="T8" fmla="*/ 2147483647 w 836"/>
              <a:gd name="T9" fmla="*/ 2147483647 h 364"/>
              <a:gd name="T10" fmla="*/ 2147483647 w 836"/>
              <a:gd name="T11" fmla="*/ 2147483647 h 364"/>
              <a:gd name="T12" fmla="*/ 2147483647 w 836"/>
              <a:gd name="T13" fmla="*/ 2147483647 h 364"/>
              <a:gd name="T14" fmla="*/ 2147483647 w 836"/>
              <a:gd name="T15" fmla="*/ 2147483647 h 364"/>
              <a:gd name="T16" fmla="*/ 2147483647 w 836"/>
              <a:gd name="T17" fmla="*/ 2147483647 h 364"/>
              <a:gd name="T18" fmla="*/ 2147483647 w 836"/>
              <a:gd name="T19" fmla="*/ 2147483647 h 364"/>
              <a:gd name="T20" fmla="*/ 2147483647 w 836"/>
              <a:gd name="T21" fmla="*/ 2147483647 h 364"/>
              <a:gd name="T22" fmla="*/ 2147483647 w 836"/>
              <a:gd name="T23" fmla="*/ 2147483647 h 364"/>
              <a:gd name="T24" fmla="*/ 2147483647 w 836"/>
              <a:gd name="T25" fmla="*/ 2147483647 h 364"/>
              <a:gd name="T26" fmla="*/ 2147483647 w 836"/>
              <a:gd name="T27" fmla="*/ 2147483647 h 364"/>
              <a:gd name="T28" fmla="*/ 2147483647 w 836"/>
              <a:gd name="T29" fmla="*/ 2147483647 h 364"/>
              <a:gd name="T30" fmla="*/ 2147483647 w 836"/>
              <a:gd name="T31" fmla="*/ 2147483647 h 364"/>
              <a:gd name="T32" fmla="*/ 2147483647 w 836"/>
              <a:gd name="T33" fmla="*/ 2147483647 h 364"/>
              <a:gd name="T34" fmla="*/ 2147483647 w 836"/>
              <a:gd name="T35" fmla="*/ 2147483647 h 364"/>
              <a:gd name="T36" fmla="*/ 2147483647 w 836"/>
              <a:gd name="T37" fmla="*/ 2147483647 h 364"/>
              <a:gd name="T38" fmla="*/ 2147483647 w 836"/>
              <a:gd name="T39" fmla="*/ 2147483647 h 364"/>
              <a:gd name="T40" fmla="*/ 2147483647 w 836"/>
              <a:gd name="T41" fmla="*/ 2147483647 h 364"/>
              <a:gd name="T42" fmla="*/ 2147483647 w 836"/>
              <a:gd name="T43" fmla="*/ 0 h 364"/>
              <a:gd name="T44" fmla="*/ 2147483647 w 836"/>
              <a:gd name="T45" fmla="*/ 2147483647 h 364"/>
              <a:gd name="T46" fmla="*/ 2147483647 w 836"/>
              <a:gd name="T47" fmla="*/ 2147483647 h 364"/>
              <a:gd name="T48" fmla="*/ 2147483647 w 836"/>
              <a:gd name="T49" fmla="*/ 2147483647 h 364"/>
              <a:gd name="T50" fmla="*/ 2147483647 w 836"/>
              <a:gd name="T51" fmla="*/ 2147483647 h 364"/>
              <a:gd name="T52" fmla="*/ 2147483647 w 836"/>
              <a:gd name="T53" fmla="*/ 2147483647 h 364"/>
              <a:gd name="T54" fmla="*/ 2147483647 w 836"/>
              <a:gd name="T55" fmla="*/ 2147483647 h 364"/>
              <a:gd name="T56" fmla="*/ 2147483647 w 836"/>
              <a:gd name="T57" fmla="*/ 2147483647 h 364"/>
              <a:gd name="T58" fmla="*/ 2147483647 w 836"/>
              <a:gd name="T59" fmla="*/ 2147483647 h 364"/>
              <a:gd name="T60" fmla="*/ 2147483647 w 836"/>
              <a:gd name="T61" fmla="*/ 2147483647 h 364"/>
              <a:gd name="T62" fmla="*/ 2147483647 w 836"/>
              <a:gd name="T63" fmla="*/ 2147483647 h 364"/>
              <a:gd name="T64" fmla="*/ 2147483647 w 836"/>
              <a:gd name="T65" fmla="*/ 2147483647 h 364"/>
              <a:gd name="T66" fmla="*/ 2147483647 w 836"/>
              <a:gd name="T67" fmla="*/ 2147483647 h 364"/>
              <a:gd name="T68" fmla="*/ 2147483647 w 836"/>
              <a:gd name="T69" fmla="*/ 2147483647 h 364"/>
              <a:gd name="T70" fmla="*/ 2147483647 w 836"/>
              <a:gd name="T71" fmla="*/ 2147483647 h 364"/>
              <a:gd name="T72" fmla="*/ 2147483647 w 836"/>
              <a:gd name="T73" fmla="*/ 2147483647 h 364"/>
              <a:gd name="T74" fmla="*/ 0 w 836"/>
              <a:gd name="T75" fmla="*/ 2147483647 h 364"/>
              <a:gd name="T76" fmla="*/ 2147483647 w 836"/>
              <a:gd name="T77" fmla="*/ 2147483647 h 364"/>
              <a:gd name="T78" fmla="*/ 2147483647 w 836"/>
              <a:gd name="T79" fmla="*/ 2147483647 h 364"/>
              <a:gd name="T80" fmla="*/ 2147483647 w 836"/>
              <a:gd name="T81" fmla="*/ 2147483647 h 364"/>
              <a:gd name="T82" fmla="*/ 2147483647 w 836"/>
              <a:gd name="T83" fmla="*/ 2147483647 h 364"/>
              <a:gd name="T84" fmla="*/ 2147483647 w 836"/>
              <a:gd name="T85" fmla="*/ 2147483647 h 36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836" h="364">
                <a:moveTo>
                  <a:pt x="418" y="10"/>
                </a:moveTo>
                <a:lnTo>
                  <a:pt x="459" y="11"/>
                </a:lnTo>
                <a:lnTo>
                  <a:pt x="499" y="13"/>
                </a:lnTo>
                <a:lnTo>
                  <a:pt x="538" y="17"/>
                </a:lnTo>
                <a:lnTo>
                  <a:pt x="575" y="22"/>
                </a:lnTo>
                <a:lnTo>
                  <a:pt x="610" y="30"/>
                </a:lnTo>
                <a:lnTo>
                  <a:pt x="644" y="38"/>
                </a:lnTo>
                <a:lnTo>
                  <a:pt x="676" y="48"/>
                </a:lnTo>
                <a:lnTo>
                  <a:pt x="707" y="60"/>
                </a:lnTo>
                <a:lnTo>
                  <a:pt x="735" y="73"/>
                </a:lnTo>
                <a:lnTo>
                  <a:pt x="759" y="87"/>
                </a:lnTo>
                <a:lnTo>
                  <a:pt x="779" y="101"/>
                </a:lnTo>
                <a:lnTo>
                  <a:pt x="796" y="116"/>
                </a:lnTo>
                <a:lnTo>
                  <a:pt x="809" y="131"/>
                </a:lnTo>
                <a:lnTo>
                  <a:pt x="819" y="148"/>
                </a:lnTo>
                <a:lnTo>
                  <a:pt x="824" y="165"/>
                </a:lnTo>
                <a:lnTo>
                  <a:pt x="826" y="182"/>
                </a:lnTo>
                <a:lnTo>
                  <a:pt x="824" y="200"/>
                </a:lnTo>
                <a:lnTo>
                  <a:pt x="819" y="217"/>
                </a:lnTo>
                <a:lnTo>
                  <a:pt x="809" y="233"/>
                </a:lnTo>
                <a:lnTo>
                  <a:pt x="796" y="249"/>
                </a:lnTo>
                <a:lnTo>
                  <a:pt x="779" y="263"/>
                </a:lnTo>
                <a:lnTo>
                  <a:pt x="759" y="278"/>
                </a:lnTo>
                <a:lnTo>
                  <a:pt x="735" y="291"/>
                </a:lnTo>
                <a:lnTo>
                  <a:pt x="707" y="304"/>
                </a:lnTo>
                <a:lnTo>
                  <a:pt x="676" y="316"/>
                </a:lnTo>
                <a:lnTo>
                  <a:pt x="644" y="326"/>
                </a:lnTo>
                <a:lnTo>
                  <a:pt x="610" y="335"/>
                </a:lnTo>
                <a:lnTo>
                  <a:pt x="575" y="342"/>
                </a:lnTo>
                <a:lnTo>
                  <a:pt x="538" y="347"/>
                </a:lnTo>
                <a:lnTo>
                  <a:pt x="499" y="352"/>
                </a:lnTo>
                <a:lnTo>
                  <a:pt x="459" y="354"/>
                </a:lnTo>
                <a:lnTo>
                  <a:pt x="418" y="355"/>
                </a:lnTo>
                <a:lnTo>
                  <a:pt x="376" y="354"/>
                </a:lnTo>
                <a:lnTo>
                  <a:pt x="336" y="352"/>
                </a:lnTo>
                <a:lnTo>
                  <a:pt x="298" y="347"/>
                </a:lnTo>
                <a:lnTo>
                  <a:pt x="261" y="342"/>
                </a:lnTo>
                <a:lnTo>
                  <a:pt x="226" y="335"/>
                </a:lnTo>
                <a:lnTo>
                  <a:pt x="192" y="326"/>
                </a:lnTo>
                <a:lnTo>
                  <a:pt x="160" y="316"/>
                </a:lnTo>
                <a:lnTo>
                  <a:pt x="129" y="304"/>
                </a:lnTo>
                <a:lnTo>
                  <a:pt x="101" y="291"/>
                </a:lnTo>
                <a:lnTo>
                  <a:pt x="77" y="278"/>
                </a:lnTo>
                <a:lnTo>
                  <a:pt x="56" y="263"/>
                </a:lnTo>
                <a:lnTo>
                  <a:pt x="39" y="249"/>
                </a:lnTo>
                <a:lnTo>
                  <a:pt x="27" y="233"/>
                </a:lnTo>
                <a:lnTo>
                  <a:pt x="17" y="217"/>
                </a:lnTo>
                <a:lnTo>
                  <a:pt x="11" y="200"/>
                </a:lnTo>
                <a:lnTo>
                  <a:pt x="9" y="182"/>
                </a:lnTo>
                <a:lnTo>
                  <a:pt x="11" y="165"/>
                </a:lnTo>
                <a:lnTo>
                  <a:pt x="17" y="148"/>
                </a:lnTo>
                <a:lnTo>
                  <a:pt x="27" y="131"/>
                </a:lnTo>
                <a:lnTo>
                  <a:pt x="39" y="116"/>
                </a:lnTo>
                <a:lnTo>
                  <a:pt x="56" y="101"/>
                </a:lnTo>
                <a:lnTo>
                  <a:pt x="77" y="87"/>
                </a:lnTo>
                <a:lnTo>
                  <a:pt x="101" y="73"/>
                </a:lnTo>
                <a:lnTo>
                  <a:pt x="129" y="60"/>
                </a:lnTo>
                <a:lnTo>
                  <a:pt x="160" y="48"/>
                </a:lnTo>
                <a:lnTo>
                  <a:pt x="192" y="38"/>
                </a:lnTo>
                <a:lnTo>
                  <a:pt x="226" y="30"/>
                </a:lnTo>
                <a:lnTo>
                  <a:pt x="261" y="22"/>
                </a:lnTo>
                <a:lnTo>
                  <a:pt x="298" y="17"/>
                </a:lnTo>
                <a:lnTo>
                  <a:pt x="336" y="13"/>
                </a:lnTo>
                <a:lnTo>
                  <a:pt x="376" y="11"/>
                </a:lnTo>
                <a:lnTo>
                  <a:pt x="418" y="10"/>
                </a:lnTo>
                <a:lnTo>
                  <a:pt x="418" y="0"/>
                </a:lnTo>
                <a:lnTo>
                  <a:pt x="460" y="1"/>
                </a:lnTo>
                <a:lnTo>
                  <a:pt x="501" y="3"/>
                </a:lnTo>
                <a:lnTo>
                  <a:pt x="541" y="8"/>
                </a:lnTo>
                <a:lnTo>
                  <a:pt x="578" y="13"/>
                </a:lnTo>
                <a:lnTo>
                  <a:pt x="615" y="21"/>
                </a:lnTo>
                <a:lnTo>
                  <a:pt x="649" y="30"/>
                </a:lnTo>
                <a:lnTo>
                  <a:pt x="682" y="41"/>
                </a:lnTo>
                <a:lnTo>
                  <a:pt x="714" y="53"/>
                </a:lnTo>
                <a:lnTo>
                  <a:pt x="742" y="67"/>
                </a:lnTo>
                <a:lnTo>
                  <a:pt x="767" y="82"/>
                </a:lnTo>
                <a:lnTo>
                  <a:pt x="788" y="97"/>
                </a:lnTo>
                <a:lnTo>
                  <a:pt x="805" y="112"/>
                </a:lnTo>
                <a:lnTo>
                  <a:pt x="819" y="129"/>
                </a:lnTo>
                <a:lnTo>
                  <a:pt x="828" y="146"/>
                </a:lnTo>
                <a:lnTo>
                  <a:pt x="834" y="164"/>
                </a:lnTo>
                <a:lnTo>
                  <a:pt x="836" y="182"/>
                </a:lnTo>
                <a:lnTo>
                  <a:pt x="834" y="201"/>
                </a:lnTo>
                <a:lnTo>
                  <a:pt x="828" y="218"/>
                </a:lnTo>
                <a:lnTo>
                  <a:pt x="819" y="236"/>
                </a:lnTo>
                <a:lnTo>
                  <a:pt x="805" y="252"/>
                </a:lnTo>
                <a:lnTo>
                  <a:pt x="788" y="268"/>
                </a:lnTo>
                <a:lnTo>
                  <a:pt x="767" y="283"/>
                </a:lnTo>
                <a:lnTo>
                  <a:pt x="742" y="297"/>
                </a:lnTo>
                <a:lnTo>
                  <a:pt x="714" y="311"/>
                </a:lnTo>
                <a:lnTo>
                  <a:pt x="682" y="324"/>
                </a:lnTo>
                <a:lnTo>
                  <a:pt x="649" y="334"/>
                </a:lnTo>
                <a:lnTo>
                  <a:pt x="615" y="343"/>
                </a:lnTo>
                <a:lnTo>
                  <a:pt x="578" y="351"/>
                </a:lnTo>
                <a:lnTo>
                  <a:pt x="541" y="357"/>
                </a:lnTo>
                <a:lnTo>
                  <a:pt x="501" y="361"/>
                </a:lnTo>
                <a:lnTo>
                  <a:pt x="460" y="364"/>
                </a:lnTo>
                <a:lnTo>
                  <a:pt x="418" y="364"/>
                </a:lnTo>
                <a:lnTo>
                  <a:pt x="375" y="364"/>
                </a:lnTo>
                <a:lnTo>
                  <a:pt x="334" y="361"/>
                </a:lnTo>
                <a:lnTo>
                  <a:pt x="295" y="357"/>
                </a:lnTo>
                <a:lnTo>
                  <a:pt x="257" y="351"/>
                </a:lnTo>
                <a:lnTo>
                  <a:pt x="221" y="343"/>
                </a:lnTo>
                <a:lnTo>
                  <a:pt x="187" y="334"/>
                </a:lnTo>
                <a:lnTo>
                  <a:pt x="154" y="324"/>
                </a:lnTo>
                <a:lnTo>
                  <a:pt x="122" y="311"/>
                </a:lnTo>
                <a:lnTo>
                  <a:pt x="93" y="297"/>
                </a:lnTo>
                <a:lnTo>
                  <a:pt x="69" y="283"/>
                </a:lnTo>
                <a:lnTo>
                  <a:pt x="48" y="268"/>
                </a:lnTo>
                <a:lnTo>
                  <a:pt x="30" y="252"/>
                </a:lnTo>
                <a:lnTo>
                  <a:pt x="17" y="236"/>
                </a:lnTo>
                <a:lnTo>
                  <a:pt x="7" y="218"/>
                </a:lnTo>
                <a:lnTo>
                  <a:pt x="2" y="201"/>
                </a:lnTo>
                <a:lnTo>
                  <a:pt x="0" y="182"/>
                </a:lnTo>
                <a:lnTo>
                  <a:pt x="2" y="164"/>
                </a:lnTo>
                <a:lnTo>
                  <a:pt x="7" y="146"/>
                </a:lnTo>
                <a:lnTo>
                  <a:pt x="17" y="129"/>
                </a:lnTo>
                <a:lnTo>
                  <a:pt x="30" y="112"/>
                </a:lnTo>
                <a:lnTo>
                  <a:pt x="48" y="97"/>
                </a:lnTo>
                <a:lnTo>
                  <a:pt x="69" y="82"/>
                </a:lnTo>
                <a:lnTo>
                  <a:pt x="93" y="67"/>
                </a:lnTo>
                <a:lnTo>
                  <a:pt x="122" y="53"/>
                </a:lnTo>
                <a:lnTo>
                  <a:pt x="154" y="41"/>
                </a:lnTo>
                <a:lnTo>
                  <a:pt x="187" y="30"/>
                </a:lnTo>
                <a:lnTo>
                  <a:pt x="221" y="21"/>
                </a:lnTo>
                <a:lnTo>
                  <a:pt x="257" y="13"/>
                </a:lnTo>
                <a:lnTo>
                  <a:pt x="295" y="8"/>
                </a:lnTo>
                <a:lnTo>
                  <a:pt x="334" y="3"/>
                </a:lnTo>
                <a:lnTo>
                  <a:pt x="375" y="1"/>
                </a:lnTo>
                <a:lnTo>
                  <a:pt x="418" y="0"/>
                </a:lnTo>
                <a:lnTo>
                  <a:pt x="418"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4280" name="Freeform 12">
            <a:extLst>
              <a:ext uri="{FF2B5EF4-FFF2-40B4-BE49-F238E27FC236}">
                <a16:creationId xmlns:a16="http://schemas.microsoft.com/office/drawing/2014/main" id="{44702C3F-86F0-334E-A445-5A34EB820D01}"/>
              </a:ext>
            </a:extLst>
          </p:cNvPr>
          <p:cNvSpPr>
            <a:spLocks/>
          </p:cNvSpPr>
          <p:nvPr/>
        </p:nvSpPr>
        <p:spPr bwMode="auto">
          <a:xfrm>
            <a:off x="1491853" y="3209925"/>
            <a:ext cx="995363" cy="433388"/>
          </a:xfrm>
          <a:custGeom>
            <a:avLst/>
            <a:gdLst>
              <a:gd name="T0" fmla="*/ 2147483647 w 836"/>
              <a:gd name="T1" fmla="*/ 2147483647 h 364"/>
              <a:gd name="T2" fmla="*/ 2147483647 w 836"/>
              <a:gd name="T3" fmla="*/ 2147483647 h 364"/>
              <a:gd name="T4" fmla="*/ 2147483647 w 836"/>
              <a:gd name="T5" fmla="*/ 2147483647 h 364"/>
              <a:gd name="T6" fmla="*/ 2147483647 w 836"/>
              <a:gd name="T7" fmla="*/ 2147483647 h 364"/>
              <a:gd name="T8" fmla="*/ 2147483647 w 836"/>
              <a:gd name="T9" fmla="*/ 2147483647 h 364"/>
              <a:gd name="T10" fmla="*/ 2147483647 w 836"/>
              <a:gd name="T11" fmla="*/ 2147483647 h 364"/>
              <a:gd name="T12" fmla="*/ 2147483647 w 836"/>
              <a:gd name="T13" fmla="*/ 2147483647 h 364"/>
              <a:gd name="T14" fmla="*/ 2147483647 w 836"/>
              <a:gd name="T15" fmla="*/ 2147483647 h 364"/>
              <a:gd name="T16" fmla="*/ 2147483647 w 836"/>
              <a:gd name="T17" fmla="*/ 2147483647 h 364"/>
              <a:gd name="T18" fmla="*/ 2147483647 w 836"/>
              <a:gd name="T19" fmla="*/ 2147483647 h 364"/>
              <a:gd name="T20" fmla="*/ 2147483647 w 836"/>
              <a:gd name="T21" fmla="*/ 2147483647 h 364"/>
              <a:gd name="T22" fmla="*/ 2147483647 w 836"/>
              <a:gd name="T23" fmla="*/ 2147483647 h 364"/>
              <a:gd name="T24" fmla="*/ 2147483647 w 836"/>
              <a:gd name="T25" fmla="*/ 2147483647 h 364"/>
              <a:gd name="T26" fmla="*/ 2147483647 w 836"/>
              <a:gd name="T27" fmla="*/ 2147483647 h 364"/>
              <a:gd name="T28" fmla="*/ 2147483647 w 836"/>
              <a:gd name="T29" fmla="*/ 2147483647 h 364"/>
              <a:gd name="T30" fmla="*/ 2147483647 w 836"/>
              <a:gd name="T31" fmla="*/ 2147483647 h 364"/>
              <a:gd name="T32" fmla="*/ 2147483647 w 836"/>
              <a:gd name="T33" fmla="*/ 2147483647 h 364"/>
              <a:gd name="T34" fmla="*/ 2147483647 w 836"/>
              <a:gd name="T35" fmla="*/ 2147483647 h 364"/>
              <a:gd name="T36" fmla="*/ 2147483647 w 836"/>
              <a:gd name="T37" fmla="*/ 2147483647 h 364"/>
              <a:gd name="T38" fmla="*/ 2147483647 w 836"/>
              <a:gd name="T39" fmla="*/ 2147483647 h 364"/>
              <a:gd name="T40" fmla="*/ 2147483647 w 836"/>
              <a:gd name="T41" fmla="*/ 2147483647 h 364"/>
              <a:gd name="T42" fmla="*/ 2147483647 w 836"/>
              <a:gd name="T43" fmla="*/ 0 h 364"/>
              <a:gd name="T44" fmla="*/ 2147483647 w 836"/>
              <a:gd name="T45" fmla="*/ 2147483647 h 364"/>
              <a:gd name="T46" fmla="*/ 2147483647 w 836"/>
              <a:gd name="T47" fmla="*/ 2147483647 h 364"/>
              <a:gd name="T48" fmla="*/ 2147483647 w 836"/>
              <a:gd name="T49" fmla="*/ 2147483647 h 364"/>
              <a:gd name="T50" fmla="*/ 2147483647 w 836"/>
              <a:gd name="T51" fmla="*/ 2147483647 h 364"/>
              <a:gd name="T52" fmla="*/ 2147483647 w 836"/>
              <a:gd name="T53" fmla="*/ 2147483647 h 364"/>
              <a:gd name="T54" fmla="*/ 2147483647 w 836"/>
              <a:gd name="T55" fmla="*/ 2147483647 h 364"/>
              <a:gd name="T56" fmla="*/ 2147483647 w 836"/>
              <a:gd name="T57" fmla="*/ 2147483647 h 364"/>
              <a:gd name="T58" fmla="*/ 2147483647 w 836"/>
              <a:gd name="T59" fmla="*/ 2147483647 h 364"/>
              <a:gd name="T60" fmla="*/ 2147483647 w 836"/>
              <a:gd name="T61" fmla="*/ 2147483647 h 364"/>
              <a:gd name="T62" fmla="*/ 2147483647 w 836"/>
              <a:gd name="T63" fmla="*/ 2147483647 h 364"/>
              <a:gd name="T64" fmla="*/ 2147483647 w 836"/>
              <a:gd name="T65" fmla="*/ 2147483647 h 364"/>
              <a:gd name="T66" fmla="*/ 2147483647 w 836"/>
              <a:gd name="T67" fmla="*/ 2147483647 h 364"/>
              <a:gd name="T68" fmla="*/ 2147483647 w 836"/>
              <a:gd name="T69" fmla="*/ 2147483647 h 364"/>
              <a:gd name="T70" fmla="*/ 2147483647 w 836"/>
              <a:gd name="T71" fmla="*/ 2147483647 h 364"/>
              <a:gd name="T72" fmla="*/ 2147483647 w 836"/>
              <a:gd name="T73" fmla="*/ 2147483647 h 364"/>
              <a:gd name="T74" fmla="*/ 0 w 836"/>
              <a:gd name="T75" fmla="*/ 2147483647 h 364"/>
              <a:gd name="T76" fmla="*/ 2147483647 w 836"/>
              <a:gd name="T77" fmla="*/ 2147483647 h 364"/>
              <a:gd name="T78" fmla="*/ 2147483647 w 836"/>
              <a:gd name="T79" fmla="*/ 2147483647 h 364"/>
              <a:gd name="T80" fmla="*/ 2147483647 w 836"/>
              <a:gd name="T81" fmla="*/ 2147483647 h 364"/>
              <a:gd name="T82" fmla="*/ 2147483647 w 836"/>
              <a:gd name="T83" fmla="*/ 2147483647 h 364"/>
              <a:gd name="T84" fmla="*/ 2147483647 w 836"/>
              <a:gd name="T85" fmla="*/ 2147483647 h 36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836" h="364">
                <a:moveTo>
                  <a:pt x="418" y="9"/>
                </a:moveTo>
                <a:lnTo>
                  <a:pt x="459" y="10"/>
                </a:lnTo>
                <a:lnTo>
                  <a:pt x="499" y="13"/>
                </a:lnTo>
                <a:lnTo>
                  <a:pt x="538" y="17"/>
                </a:lnTo>
                <a:lnTo>
                  <a:pt x="575" y="22"/>
                </a:lnTo>
                <a:lnTo>
                  <a:pt x="610" y="29"/>
                </a:lnTo>
                <a:lnTo>
                  <a:pt x="644" y="38"/>
                </a:lnTo>
                <a:lnTo>
                  <a:pt x="676" y="48"/>
                </a:lnTo>
                <a:lnTo>
                  <a:pt x="707" y="60"/>
                </a:lnTo>
                <a:lnTo>
                  <a:pt x="735" y="73"/>
                </a:lnTo>
                <a:lnTo>
                  <a:pt x="759" y="86"/>
                </a:lnTo>
                <a:lnTo>
                  <a:pt x="779" y="101"/>
                </a:lnTo>
                <a:lnTo>
                  <a:pt x="796" y="115"/>
                </a:lnTo>
                <a:lnTo>
                  <a:pt x="809" y="131"/>
                </a:lnTo>
                <a:lnTo>
                  <a:pt x="819" y="147"/>
                </a:lnTo>
                <a:lnTo>
                  <a:pt x="824" y="164"/>
                </a:lnTo>
                <a:lnTo>
                  <a:pt x="826" y="182"/>
                </a:lnTo>
                <a:lnTo>
                  <a:pt x="824" y="199"/>
                </a:lnTo>
                <a:lnTo>
                  <a:pt x="819" y="216"/>
                </a:lnTo>
                <a:lnTo>
                  <a:pt x="809" y="232"/>
                </a:lnTo>
                <a:lnTo>
                  <a:pt x="796" y="248"/>
                </a:lnTo>
                <a:lnTo>
                  <a:pt x="779" y="263"/>
                </a:lnTo>
                <a:lnTo>
                  <a:pt x="759" y="277"/>
                </a:lnTo>
                <a:lnTo>
                  <a:pt x="735" y="291"/>
                </a:lnTo>
                <a:lnTo>
                  <a:pt x="707" y="303"/>
                </a:lnTo>
                <a:lnTo>
                  <a:pt x="676" y="315"/>
                </a:lnTo>
                <a:lnTo>
                  <a:pt x="644" y="326"/>
                </a:lnTo>
                <a:lnTo>
                  <a:pt x="610" y="334"/>
                </a:lnTo>
                <a:lnTo>
                  <a:pt x="575" y="341"/>
                </a:lnTo>
                <a:lnTo>
                  <a:pt x="538" y="347"/>
                </a:lnTo>
                <a:lnTo>
                  <a:pt x="499" y="351"/>
                </a:lnTo>
                <a:lnTo>
                  <a:pt x="459" y="353"/>
                </a:lnTo>
                <a:lnTo>
                  <a:pt x="418" y="354"/>
                </a:lnTo>
                <a:lnTo>
                  <a:pt x="376" y="353"/>
                </a:lnTo>
                <a:lnTo>
                  <a:pt x="336" y="351"/>
                </a:lnTo>
                <a:lnTo>
                  <a:pt x="298" y="347"/>
                </a:lnTo>
                <a:lnTo>
                  <a:pt x="261" y="341"/>
                </a:lnTo>
                <a:lnTo>
                  <a:pt x="226" y="334"/>
                </a:lnTo>
                <a:lnTo>
                  <a:pt x="192" y="326"/>
                </a:lnTo>
                <a:lnTo>
                  <a:pt x="160" y="315"/>
                </a:lnTo>
                <a:lnTo>
                  <a:pt x="129" y="303"/>
                </a:lnTo>
                <a:lnTo>
                  <a:pt x="101" y="291"/>
                </a:lnTo>
                <a:lnTo>
                  <a:pt x="77" y="277"/>
                </a:lnTo>
                <a:lnTo>
                  <a:pt x="56" y="263"/>
                </a:lnTo>
                <a:lnTo>
                  <a:pt x="39" y="248"/>
                </a:lnTo>
                <a:lnTo>
                  <a:pt x="27" y="232"/>
                </a:lnTo>
                <a:lnTo>
                  <a:pt x="17" y="216"/>
                </a:lnTo>
                <a:lnTo>
                  <a:pt x="11" y="199"/>
                </a:lnTo>
                <a:lnTo>
                  <a:pt x="9" y="182"/>
                </a:lnTo>
                <a:lnTo>
                  <a:pt x="11" y="164"/>
                </a:lnTo>
                <a:lnTo>
                  <a:pt x="17" y="147"/>
                </a:lnTo>
                <a:lnTo>
                  <a:pt x="27" y="131"/>
                </a:lnTo>
                <a:lnTo>
                  <a:pt x="39" y="115"/>
                </a:lnTo>
                <a:lnTo>
                  <a:pt x="56" y="101"/>
                </a:lnTo>
                <a:lnTo>
                  <a:pt x="77" y="86"/>
                </a:lnTo>
                <a:lnTo>
                  <a:pt x="101" y="73"/>
                </a:lnTo>
                <a:lnTo>
                  <a:pt x="129" y="60"/>
                </a:lnTo>
                <a:lnTo>
                  <a:pt x="160" y="48"/>
                </a:lnTo>
                <a:lnTo>
                  <a:pt x="192" y="38"/>
                </a:lnTo>
                <a:lnTo>
                  <a:pt x="226" y="29"/>
                </a:lnTo>
                <a:lnTo>
                  <a:pt x="261" y="22"/>
                </a:lnTo>
                <a:lnTo>
                  <a:pt x="298" y="17"/>
                </a:lnTo>
                <a:lnTo>
                  <a:pt x="336" y="13"/>
                </a:lnTo>
                <a:lnTo>
                  <a:pt x="376" y="10"/>
                </a:lnTo>
                <a:lnTo>
                  <a:pt x="418" y="9"/>
                </a:lnTo>
                <a:lnTo>
                  <a:pt x="418" y="0"/>
                </a:lnTo>
                <a:lnTo>
                  <a:pt x="460" y="1"/>
                </a:lnTo>
                <a:lnTo>
                  <a:pt x="501" y="3"/>
                </a:lnTo>
                <a:lnTo>
                  <a:pt x="541" y="7"/>
                </a:lnTo>
                <a:lnTo>
                  <a:pt x="578" y="13"/>
                </a:lnTo>
                <a:lnTo>
                  <a:pt x="615" y="21"/>
                </a:lnTo>
                <a:lnTo>
                  <a:pt x="649" y="30"/>
                </a:lnTo>
                <a:lnTo>
                  <a:pt x="682" y="40"/>
                </a:lnTo>
                <a:lnTo>
                  <a:pt x="714" y="53"/>
                </a:lnTo>
                <a:lnTo>
                  <a:pt x="742" y="67"/>
                </a:lnTo>
                <a:lnTo>
                  <a:pt x="767" y="81"/>
                </a:lnTo>
                <a:lnTo>
                  <a:pt x="788" y="96"/>
                </a:lnTo>
                <a:lnTo>
                  <a:pt x="805" y="112"/>
                </a:lnTo>
                <a:lnTo>
                  <a:pt x="819" y="128"/>
                </a:lnTo>
                <a:lnTo>
                  <a:pt x="828" y="145"/>
                </a:lnTo>
                <a:lnTo>
                  <a:pt x="834" y="163"/>
                </a:lnTo>
                <a:lnTo>
                  <a:pt x="836" y="182"/>
                </a:lnTo>
                <a:lnTo>
                  <a:pt x="834" y="200"/>
                </a:lnTo>
                <a:lnTo>
                  <a:pt x="828" y="218"/>
                </a:lnTo>
                <a:lnTo>
                  <a:pt x="819" y="235"/>
                </a:lnTo>
                <a:lnTo>
                  <a:pt x="805" y="252"/>
                </a:lnTo>
                <a:lnTo>
                  <a:pt x="788" y="267"/>
                </a:lnTo>
                <a:lnTo>
                  <a:pt x="767" y="282"/>
                </a:lnTo>
                <a:lnTo>
                  <a:pt x="742" y="297"/>
                </a:lnTo>
                <a:lnTo>
                  <a:pt x="714" y="310"/>
                </a:lnTo>
                <a:lnTo>
                  <a:pt x="682" y="323"/>
                </a:lnTo>
                <a:lnTo>
                  <a:pt x="649" y="334"/>
                </a:lnTo>
                <a:lnTo>
                  <a:pt x="615" y="343"/>
                </a:lnTo>
                <a:lnTo>
                  <a:pt x="578" y="350"/>
                </a:lnTo>
                <a:lnTo>
                  <a:pt x="541" y="356"/>
                </a:lnTo>
                <a:lnTo>
                  <a:pt x="501" y="360"/>
                </a:lnTo>
                <a:lnTo>
                  <a:pt x="460" y="363"/>
                </a:lnTo>
                <a:lnTo>
                  <a:pt x="418" y="364"/>
                </a:lnTo>
                <a:lnTo>
                  <a:pt x="375" y="363"/>
                </a:lnTo>
                <a:lnTo>
                  <a:pt x="334" y="360"/>
                </a:lnTo>
                <a:lnTo>
                  <a:pt x="295" y="356"/>
                </a:lnTo>
                <a:lnTo>
                  <a:pt x="257" y="350"/>
                </a:lnTo>
                <a:lnTo>
                  <a:pt x="221" y="343"/>
                </a:lnTo>
                <a:lnTo>
                  <a:pt x="187" y="334"/>
                </a:lnTo>
                <a:lnTo>
                  <a:pt x="154" y="323"/>
                </a:lnTo>
                <a:lnTo>
                  <a:pt x="122" y="310"/>
                </a:lnTo>
                <a:lnTo>
                  <a:pt x="93" y="297"/>
                </a:lnTo>
                <a:lnTo>
                  <a:pt x="69" y="282"/>
                </a:lnTo>
                <a:lnTo>
                  <a:pt x="48" y="267"/>
                </a:lnTo>
                <a:lnTo>
                  <a:pt x="30" y="252"/>
                </a:lnTo>
                <a:lnTo>
                  <a:pt x="17" y="235"/>
                </a:lnTo>
                <a:lnTo>
                  <a:pt x="7" y="218"/>
                </a:lnTo>
                <a:lnTo>
                  <a:pt x="2" y="200"/>
                </a:lnTo>
                <a:lnTo>
                  <a:pt x="0" y="182"/>
                </a:lnTo>
                <a:lnTo>
                  <a:pt x="2" y="163"/>
                </a:lnTo>
                <a:lnTo>
                  <a:pt x="7" y="145"/>
                </a:lnTo>
                <a:lnTo>
                  <a:pt x="17" y="128"/>
                </a:lnTo>
                <a:lnTo>
                  <a:pt x="30" y="112"/>
                </a:lnTo>
                <a:lnTo>
                  <a:pt x="48" y="96"/>
                </a:lnTo>
                <a:lnTo>
                  <a:pt x="69" y="81"/>
                </a:lnTo>
                <a:lnTo>
                  <a:pt x="93" y="67"/>
                </a:lnTo>
                <a:lnTo>
                  <a:pt x="122" y="53"/>
                </a:lnTo>
                <a:lnTo>
                  <a:pt x="154" y="40"/>
                </a:lnTo>
                <a:lnTo>
                  <a:pt x="187" y="30"/>
                </a:lnTo>
                <a:lnTo>
                  <a:pt x="221" y="21"/>
                </a:lnTo>
                <a:lnTo>
                  <a:pt x="257" y="13"/>
                </a:lnTo>
                <a:lnTo>
                  <a:pt x="295" y="7"/>
                </a:lnTo>
                <a:lnTo>
                  <a:pt x="334" y="3"/>
                </a:lnTo>
                <a:lnTo>
                  <a:pt x="375" y="1"/>
                </a:lnTo>
                <a:lnTo>
                  <a:pt x="418" y="0"/>
                </a:lnTo>
                <a:lnTo>
                  <a:pt x="41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4281" name="Oval 13">
            <a:extLst>
              <a:ext uri="{FF2B5EF4-FFF2-40B4-BE49-F238E27FC236}">
                <a16:creationId xmlns:a16="http://schemas.microsoft.com/office/drawing/2014/main" id="{35D56111-627C-5945-B1A9-3ED6BE2CDD82}"/>
              </a:ext>
            </a:extLst>
          </p:cNvPr>
          <p:cNvSpPr>
            <a:spLocks noChangeArrowheads="1"/>
          </p:cNvSpPr>
          <p:nvPr/>
        </p:nvSpPr>
        <p:spPr bwMode="auto">
          <a:xfrm>
            <a:off x="3037285" y="2515791"/>
            <a:ext cx="433388" cy="29170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4282" name="Freeform 14">
            <a:extLst>
              <a:ext uri="{FF2B5EF4-FFF2-40B4-BE49-F238E27FC236}">
                <a16:creationId xmlns:a16="http://schemas.microsoft.com/office/drawing/2014/main" id="{44B0D39F-ED6E-8C4E-884C-26DBF38F374E}"/>
              </a:ext>
            </a:extLst>
          </p:cNvPr>
          <p:cNvSpPr>
            <a:spLocks/>
          </p:cNvSpPr>
          <p:nvPr/>
        </p:nvSpPr>
        <p:spPr bwMode="auto">
          <a:xfrm>
            <a:off x="3037285" y="2515791"/>
            <a:ext cx="433388" cy="291703"/>
          </a:xfrm>
          <a:custGeom>
            <a:avLst/>
            <a:gdLst>
              <a:gd name="T0" fmla="*/ 2147483647 w 364"/>
              <a:gd name="T1" fmla="*/ 2147483647 h 245"/>
              <a:gd name="T2" fmla="*/ 2147483647 w 364"/>
              <a:gd name="T3" fmla="*/ 2147483647 h 245"/>
              <a:gd name="T4" fmla="*/ 2147483647 w 364"/>
              <a:gd name="T5" fmla="*/ 2147483647 h 245"/>
              <a:gd name="T6" fmla="*/ 2147483647 w 364"/>
              <a:gd name="T7" fmla="*/ 2147483647 h 245"/>
              <a:gd name="T8" fmla="*/ 2147483647 w 364"/>
              <a:gd name="T9" fmla="*/ 2147483647 h 245"/>
              <a:gd name="T10" fmla="*/ 2147483647 w 364"/>
              <a:gd name="T11" fmla="*/ 2147483647 h 245"/>
              <a:gd name="T12" fmla="*/ 2147483647 w 364"/>
              <a:gd name="T13" fmla="*/ 2147483647 h 245"/>
              <a:gd name="T14" fmla="*/ 2147483647 w 364"/>
              <a:gd name="T15" fmla="*/ 2147483647 h 245"/>
              <a:gd name="T16" fmla="*/ 2147483647 w 364"/>
              <a:gd name="T17" fmla="*/ 2147483647 h 245"/>
              <a:gd name="T18" fmla="*/ 2147483647 w 364"/>
              <a:gd name="T19" fmla="*/ 2147483647 h 245"/>
              <a:gd name="T20" fmla="*/ 2147483647 w 364"/>
              <a:gd name="T21" fmla="*/ 2147483647 h 245"/>
              <a:gd name="T22" fmla="*/ 2147483647 w 364"/>
              <a:gd name="T23" fmla="*/ 2147483647 h 245"/>
              <a:gd name="T24" fmla="*/ 2147483647 w 364"/>
              <a:gd name="T25" fmla="*/ 2147483647 h 245"/>
              <a:gd name="T26" fmla="*/ 2147483647 w 364"/>
              <a:gd name="T27" fmla="*/ 2147483647 h 245"/>
              <a:gd name="T28" fmla="*/ 2147483647 w 364"/>
              <a:gd name="T29" fmla="*/ 2147483647 h 245"/>
              <a:gd name="T30" fmla="*/ 2147483647 w 364"/>
              <a:gd name="T31" fmla="*/ 2147483647 h 245"/>
              <a:gd name="T32" fmla="*/ 2147483647 w 364"/>
              <a:gd name="T33" fmla="*/ 2147483647 h 245"/>
              <a:gd name="T34" fmla="*/ 2147483647 w 364"/>
              <a:gd name="T35" fmla="*/ 2147483647 h 245"/>
              <a:gd name="T36" fmla="*/ 2147483647 w 364"/>
              <a:gd name="T37" fmla="*/ 2147483647 h 245"/>
              <a:gd name="T38" fmla="*/ 2147483647 w 364"/>
              <a:gd name="T39" fmla="*/ 2147483647 h 245"/>
              <a:gd name="T40" fmla="*/ 2147483647 w 364"/>
              <a:gd name="T41" fmla="*/ 2147483647 h 245"/>
              <a:gd name="T42" fmla="*/ 2147483647 w 364"/>
              <a:gd name="T43" fmla="*/ 0 h 245"/>
              <a:gd name="T44" fmla="*/ 2147483647 w 364"/>
              <a:gd name="T45" fmla="*/ 2147483647 h 245"/>
              <a:gd name="T46" fmla="*/ 2147483647 w 364"/>
              <a:gd name="T47" fmla="*/ 2147483647 h 245"/>
              <a:gd name="T48" fmla="*/ 2147483647 w 364"/>
              <a:gd name="T49" fmla="*/ 2147483647 h 245"/>
              <a:gd name="T50" fmla="*/ 2147483647 w 364"/>
              <a:gd name="T51" fmla="*/ 2147483647 h 245"/>
              <a:gd name="T52" fmla="*/ 2147483647 w 364"/>
              <a:gd name="T53" fmla="*/ 2147483647 h 245"/>
              <a:gd name="T54" fmla="*/ 2147483647 w 364"/>
              <a:gd name="T55" fmla="*/ 2147483647 h 245"/>
              <a:gd name="T56" fmla="*/ 2147483647 w 364"/>
              <a:gd name="T57" fmla="*/ 2147483647 h 245"/>
              <a:gd name="T58" fmla="*/ 2147483647 w 364"/>
              <a:gd name="T59" fmla="*/ 2147483647 h 245"/>
              <a:gd name="T60" fmla="*/ 2147483647 w 364"/>
              <a:gd name="T61" fmla="*/ 2147483647 h 245"/>
              <a:gd name="T62" fmla="*/ 2147483647 w 364"/>
              <a:gd name="T63" fmla="*/ 2147483647 h 245"/>
              <a:gd name="T64" fmla="*/ 2147483647 w 364"/>
              <a:gd name="T65" fmla="*/ 2147483647 h 245"/>
              <a:gd name="T66" fmla="*/ 2147483647 w 364"/>
              <a:gd name="T67" fmla="*/ 2147483647 h 245"/>
              <a:gd name="T68" fmla="*/ 2147483647 w 364"/>
              <a:gd name="T69" fmla="*/ 2147483647 h 245"/>
              <a:gd name="T70" fmla="*/ 2147483647 w 364"/>
              <a:gd name="T71" fmla="*/ 2147483647 h 245"/>
              <a:gd name="T72" fmla="*/ 2147483647 w 364"/>
              <a:gd name="T73" fmla="*/ 2147483647 h 245"/>
              <a:gd name="T74" fmla="*/ 0 w 364"/>
              <a:gd name="T75" fmla="*/ 2147483647 h 245"/>
              <a:gd name="T76" fmla="*/ 2147483647 w 364"/>
              <a:gd name="T77" fmla="*/ 2147483647 h 245"/>
              <a:gd name="T78" fmla="*/ 2147483647 w 364"/>
              <a:gd name="T79" fmla="*/ 2147483647 h 245"/>
              <a:gd name="T80" fmla="*/ 2147483647 w 364"/>
              <a:gd name="T81" fmla="*/ 2147483647 h 245"/>
              <a:gd name="T82" fmla="*/ 2147483647 w 364"/>
              <a:gd name="T83" fmla="*/ 2147483647 h 245"/>
              <a:gd name="T84" fmla="*/ 2147483647 w 364"/>
              <a:gd name="T85" fmla="*/ 0 h 24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64" h="245">
                <a:moveTo>
                  <a:pt x="182" y="10"/>
                </a:moveTo>
                <a:lnTo>
                  <a:pt x="200" y="10"/>
                </a:lnTo>
                <a:lnTo>
                  <a:pt x="217" y="11"/>
                </a:lnTo>
                <a:lnTo>
                  <a:pt x="233" y="14"/>
                </a:lnTo>
                <a:lnTo>
                  <a:pt x="248" y="18"/>
                </a:lnTo>
                <a:lnTo>
                  <a:pt x="263" y="22"/>
                </a:lnTo>
                <a:lnTo>
                  <a:pt x="277" y="28"/>
                </a:lnTo>
                <a:lnTo>
                  <a:pt x="291" y="35"/>
                </a:lnTo>
                <a:lnTo>
                  <a:pt x="304" y="43"/>
                </a:lnTo>
                <a:lnTo>
                  <a:pt x="316" y="51"/>
                </a:lnTo>
                <a:lnTo>
                  <a:pt x="326" y="60"/>
                </a:lnTo>
                <a:lnTo>
                  <a:pt x="335" y="69"/>
                </a:lnTo>
                <a:lnTo>
                  <a:pt x="342" y="79"/>
                </a:lnTo>
                <a:lnTo>
                  <a:pt x="347" y="89"/>
                </a:lnTo>
                <a:lnTo>
                  <a:pt x="351" y="100"/>
                </a:lnTo>
                <a:lnTo>
                  <a:pt x="354" y="111"/>
                </a:lnTo>
                <a:lnTo>
                  <a:pt x="354" y="123"/>
                </a:lnTo>
                <a:lnTo>
                  <a:pt x="354" y="134"/>
                </a:lnTo>
                <a:lnTo>
                  <a:pt x="351" y="145"/>
                </a:lnTo>
                <a:lnTo>
                  <a:pt x="347" y="156"/>
                </a:lnTo>
                <a:lnTo>
                  <a:pt x="342" y="166"/>
                </a:lnTo>
                <a:lnTo>
                  <a:pt x="335" y="176"/>
                </a:lnTo>
                <a:lnTo>
                  <a:pt x="326" y="185"/>
                </a:lnTo>
                <a:lnTo>
                  <a:pt x="316" y="194"/>
                </a:lnTo>
                <a:lnTo>
                  <a:pt x="304" y="203"/>
                </a:lnTo>
                <a:lnTo>
                  <a:pt x="291" y="210"/>
                </a:lnTo>
                <a:lnTo>
                  <a:pt x="277" y="217"/>
                </a:lnTo>
                <a:lnTo>
                  <a:pt x="263" y="223"/>
                </a:lnTo>
                <a:lnTo>
                  <a:pt x="248" y="228"/>
                </a:lnTo>
                <a:lnTo>
                  <a:pt x="233" y="231"/>
                </a:lnTo>
                <a:lnTo>
                  <a:pt x="217" y="234"/>
                </a:lnTo>
                <a:lnTo>
                  <a:pt x="200" y="235"/>
                </a:lnTo>
                <a:lnTo>
                  <a:pt x="182" y="236"/>
                </a:lnTo>
                <a:lnTo>
                  <a:pt x="165" y="235"/>
                </a:lnTo>
                <a:lnTo>
                  <a:pt x="148" y="234"/>
                </a:lnTo>
                <a:lnTo>
                  <a:pt x="132" y="231"/>
                </a:lnTo>
                <a:lnTo>
                  <a:pt x="116" y="228"/>
                </a:lnTo>
                <a:lnTo>
                  <a:pt x="101" y="223"/>
                </a:lnTo>
                <a:lnTo>
                  <a:pt x="87" y="217"/>
                </a:lnTo>
                <a:lnTo>
                  <a:pt x="73" y="210"/>
                </a:lnTo>
                <a:lnTo>
                  <a:pt x="61" y="203"/>
                </a:lnTo>
                <a:lnTo>
                  <a:pt x="49" y="194"/>
                </a:lnTo>
                <a:lnTo>
                  <a:pt x="38" y="185"/>
                </a:lnTo>
                <a:lnTo>
                  <a:pt x="30" y="176"/>
                </a:lnTo>
                <a:lnTo>
                  <a:pt x="23" y="166"/>
                </a:lnTo>
                <a:lnTo>
                  <a:pt x="17" y="156"/>
                </a:lnTo>
                <a:lnTo>
                  <a:pt x="13" y="145"/>
                </a:lnTo>
                <a:lnTo>
                  <a:pt x="11" y="134"/>
                </a:lnTo>
                <a:lnTo>
                  <a:pt x="10" y="123"/>
                </a:lnTo>
                <a:lnTo>
                  <a:pt x="11" y="111"/>
                </a:lnTo>
                <a:lnTo>
                  <a:pt x="13" y="100"/>
                </a:lnTo>
                <a:lnTo>
                  <a:pt x="17" y="89"/>
                </a:lnTo>
                <a:lnTo>
                  <a:pt x="23" y="79"/>
                </a:lnTo>
                <a:lnTo>
                  <a:pt x="30" y="69"/>
                </a:lnTo>
                <a:lnTo>
                  <a:pt x="38" y="60"/>
                </a:lnTo>
                <a:lnTo>
                  <a:pt x="49" y="51"/>
                </a:lnTo>
                <a:lnTo>
                  <a:pt x="61" y="43"/>
                </a:lnTo>
                <a:lnTo>
                  <a:pt x="73" y="35"/>
                </a:lnTo>
                <a:lnTo>
                  <a:pt x="87" y="28"/>
                </a:lnTo>
                <a:lnTo>
                  <a:pt x="101" y="22"/>
                </a:lnTo>
                <a:lnTo>
                  <a:pt x="116" y="18"/>
                </a:lnTo>
                <a:lnTo>
                  <a:pt x="132" y="14"/>
                </a:lnTo>
                <a:lnTo>
                  <a:pt x="148" y="11"/>
                </a:lnTo>
                <a:lnTo>
                  <a:pt x="165" y="10"/>
                </a:lnTo>
                <a:lnTo>
                  <a:pt x="182" y="10"/>
                </a:lnTo>
                <a:lnTo>
                  <a:pt x="182" y="0"/>
                </a:lnTo>
                <a:lnTo>
                  <a:pt x="201" y="0"/>
                </a:lnTo>
                <a:lnTo>
                  <a:pt x="219" y="2"/>
                </a:lnTo>
                <a:lnTo>
                  <a:pt x="236" y="5"/>
                </a:lnTo>
                <a:lnTo>
                  <a:pt x="252" y="9"/>
                </a:lnTo>
                <a:lnTo>
                  <a:pt x="268" y="14"/>
                </a:lnTo>
                <a:lnTo>
                  <a:pt x="283" y="20"/>
                </a:lnTo>
                <a:lnTo>
                  <a:pt x="297" y="27"/>
                </a:lnTo>
                <a:lnTo>
                  <a:pt x="311" y="36"/>
                </a:lnTo>
                <a:lnTo>
                  <a:pt x="323" y="45"/>
                </a:lnTo>
                <a:lnTo>
                  <a:pt x="334" y="55"/>
                </a:lnTo>
                <a:lnTo>
                  <a:pt x="343" y="65"/>
                </a:lnTo>
                <a:lnTo>
                  <a:pt x="351" y="75"/>
                </a:lnTo>
                <a:lnTo>
                  <a:pt x="357" y="86"/>
                </a:lnTo>
                <a:lnTo>
                  <a:pt x="361" y="98"/>
                </a:lnTo>
                <a:lnTo>
                  <a:pt x="363" y="110"/>
                </a:lnTo>
                <a:lnTo>
                  <a:pt x="364" y="123"/>
                </a:lnTo>
                <a:lnTo>
                  <a:pt x="363" y="135"/>
                </a:lnTo>
                <a:lnTo>
                  <a:pt x="361" y="147"/>
                </a:lnTo>
                <a:lnTo>
                  <a:pt x="357" y="159"/>
                </a:lnTo>
                <a:lnTo>
                  <a:pt x="351" y="170"/>
                </a:lnTo>
                <a:lnTo>
                  <a:pt x="343" y="180"/>
                </a:lnTo>
                <a:lnTo>
                  <a:pt x="334" y="191"/>
                </a:lnTo>
                <a:lnTo>
                  <a:pt x="323" y="200"/>
                </a:lnTo>
                <a:lnTo>
                  <a:pt x="311" y="209"/>
                </a:lnTo>
                <a:lnTo>
                  <a:pt x="297" y="218"/>
                </a:lnTo>
                <a:lnTo>
                  <a:pt x="283" y="225"/>
                </a:lnTo>
                <a:lnTo>
                  <a:pt x="268" y="232"/>
                </a:lnTo>
                <a:lnTo>
                  <a:pt x="252" y="237"/>
                </a:lnTo>
                <a:lnTo>
                  <a:pt x="236" y="240"/>
                </a:lnTo>
                <a:lnTo>
                  <a:pt x="219" y="243"/>
                </a:lnTo>
                <a:lnTo>
                  <a:pt x="201" y="245"/>
                </a:lnTo>
                <a:lnTo>
                  <a:pt x="182" y="245"/>
                </a:lnTo>
                <a:lnTo>
                  <a:pt x="164" y="245"/>
                </a:lnTo>
                <a:lnTo>
                  <a:pt x="146" y="243"/>
                </a:lnTo>
                <a:lnTo>
                  <a:pt x="129" y="240"/>
                </a:lnTo>
                <a:lnTo>
                  <a:pt x="112" y="237"/>
                </a:lnTo>
                <a:lnTo>
                  <a:pt x="97" y="232"/>
                </a:lnTo>
                <a:lnTo>
                  <a:pt x="82" y="225"/>
                </a:lnTo>
                <a:lnTo>
                  <a:pt x="67" y="218"/>
                </a:lnTo>
                <a:lnTo>
                  <a:pt x="54" y="209"/>
                </a:lnTo>
                <a:lnTo>
                  <a:pt x="41" y="200"/>
                </a:lnTo>
                <a:lnTo>
                  <a:pt x="30" y="191"/>
                </a:lnTo>
                <a:lnTo>
                  <a:pt x="21" y="180"/>
                </a:lnTo>
                <a:lnTo>
                  <a:pt x="14" y="170"/>
                </a:lnTo>
                <a:lnTo>
                  <a:pt x="8" y="159"/>
                </a:lnTo>
                <a:lnTo>
                  <a:pt x="4" y="147"/>
                </a:lnTo>
                <a:lnTo>
                  <a:pt x="1" y="135"/>
                </a:lnTo>
                <a:lnTo>
                  <a:pt x="0" y="123"/>
                </a:lnTo>
                <a:lnTo>
                  <a:pt x="1" y="110"/>
                </a:lnTo>
                <a:lnTo>
                  <a:pt x="4" y="98"/>
                </a:lnTo>
                <a:lnTo>
                  <a:pt x="8" y="86"/>
                </a:lnTo>
                <a:lnTo>
                  <a:pt x="14" y="75"/>
                </a:lnTo>
                <a:lnTo>
                  <a:pt x="21" y="65"/>
                </a:lnTo>
                <a:lnTo>
                  <a:pt x="30" y="55"/>
                </a:lnTo>
                <a:lnTo>
                  <a:pt x="41" y="45"/>
                </a:lnTo>
                <a:lnTo>
                  <a:pt x="54" y="36"/>
                </a:lnTo>
                <a:lnTo>
                  <a:pt x="67" y="27"/>
                </a:lnTo>
                <a:lnTo>
                  <a:pt x="82" y="20"/>
                </a:lnTo>
                <a:lnTo>
                  <a:pt x="97" y="14"/>
                </a:lnTo>
                <a:lnTo>
                  <a:pt x="112" y="9"/>
                </a:lnTo>
                <a:lnTo>
                  <a:pt x="129" y="5"/>
                </a:lnTo>
                <a:lnTo>
                  <a:pt x="146" y="2"/>
                </a:lnTo>
                <a:lnTo>
                  <a:pt x="164" y="0"/>
                </a:lnTo>
                <a:lnTo>
                  <a:pt x="182" y="0"/>
                </a:lnTo>
                <a:lnTo>
                  <a:pt x="18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4283" name="Rectangle 18">
            <a:extLst>
              <a:ext uri="{FF2B5EF4-FFF2-40B4-BE49-F238E27FC236}">
                <a16:creationId xmlns:a16="http://schemas.microsoft.com/office/drawing/2014/main" id="{1CBCE8E7-6A5C-BE44-BA85-5C2E8CAFBC6D}"/>
              </a:ext>
            </a:extLst>
          </p:cNvPr>
          <p:cNvSpPr>
            <a:spLocks noChangeArrowheads="1"/>
          </p:cNvSpPr>
          <p:nvPr/>
        </p:nvSpPr>
        <p:spPr bwMode="auto">
          <a:xfrm>
            <a:off x="1628775" y="1791891"/>
            <a:ext cx="561051" cy="17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125" dirty="0">
                <a:solidFill>
                  <a:srgbClr val="000000"/>
                </a:solidFill>
              </a:rPr>
              <a:t>Mammal</a:t>
            </a:r>
            <a:endParaRPr lang="en-US" altLang="it-IT" sz="1800" dirty="0"/>
          </a:p>
        </p:txBody>
      </p:sp>
      <p:sp>
        <p:nvSpPr>
          <p:cNvPr id="54284" name="Rectangle 19">
            <a:extLst>
              <a:ext uri="{FF2B5EF4-FFF2-40B4-BE49-F238E27FC236}">
                <a16:creationId xmlns:a16="http://schemas.microsoft.com/office/drawing/2014/main" id="{90B5B952-5B55-4C47-B691-872FFDC9DBDA}"/>
              </a:ext>
            </a:extLst>
          </p:cNvPr>
          <p:cNvSpPr>
            <a:spLocks noChangeArrowheads="1"/>
          </p:cNvSpPr>
          <p:nvPr/>
        </p:nvSpPr>
        <p:spPr bwMode="auto">
          <a:xfrm>
            <a:off x="2489598" y="2441972"/>
            <a:ext cx="577081" cy="17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125" dirty="0" err="1">
                <a:solidFill>
                  <a:srgbClr val="000000"/>
                </a:solidFill>
              </a:rPr>
              <a:t>HasNlegs</a:t>
            </a:r>
            <a:endParaRPr lang="en-US" altLang="it-IT" sz="1800" dirty="0"/>
          </a:p>
        </p:txBody>
      </p:sp>
      <p:sp>
        <p:nvSpPr>
          <p:cNvPr id="54285" name="Rectangle 20">
            <a:extLst>
              <a:ext uri="{FF2B5EF4-FFF2-40B4-BE49-F238E27FC236}">
                <a16:creationId xmlns:a16="http://schemas.microsoft.com/office/drawing/2014/main" id="{21872308-73A9-6144-92E5-EB7045C2A27B}"/>
              </a:ext>
            </a:extLst>
          </p:cNvPr>
          <p:cNvSpPr>
            <a:spLocks noChangeArrowheads="1"/>
          </p:cNvSpPr>
          <p:nvPr/>
        </p:nvSpPr>
        <p:spPr bwMode="auto">
          <a:xfrm>
            <a:off x="1628776" y="2556272"/>
            <a:ext cx="216406" cy="17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125" dirty="0">
                <a:solidFill>
                  <a:srgbClr val="000000"/>
                </a:solidFill>
              </a:rPr>
              <a:t>Bat</a:t>
            </a:r>
            <a:endParaRPr lang="en-US" altLang="it-IT" sz="1800" dirty="0"/>
          </a:p>
        </p:txBody>
      </p:sp>
      <p:sp>
        <p:nvSpPr>
          <p:cNvPr id="54286" name="Rectangle 21">
            <a:extLst>
              <a:ext uri="{FF2B5EF4-FFF2-40B4-BE49-F238E27FC236}">
                <a16:creationId xmlns:a16="http://schemas.microsoft.com/office/drawing/2014/main" id="{40AB187B-A348-F446-991A-F06B99604339}"/>
              </a:ext>
            </a:extLst>
          </p:cNvPr>
          <p:cNvSpPr>
            <a:spLocks noChangeArrowheads="1"/>
          </p:cNvSpPr>
          <p:nvPr/>
        </p:nvSpPr>
        <p:spPr bwMode="auto">
          <a:xfrm>
            <a:off x="3192066" y="2572941"/>
            <a:ext cx="72136" cy="17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125">
                <a:solidFill>
                  <a:srgbClr val="000000"/>
                </a:solidFill>
              </a:rPr>
              <a:t>2</a:t>
            </a:r>
            <a:endParaRPr lang="en-US" altLang="it-IT" sz="1800"/>
          </a:p>
        </p:txBody>
      </p:sp>
      <p:sp>
        <p:nvSpPr>
          <p:cNvPr id="54287" name="Rectangle 22">
            <a:extLst>
              <a:ext uri="{FF2B5EF4-FFF2-40B4-BE49-F238E27FC236}">
                <a16:creationId xmlns:a16="http://schemas.microsoft.com/office/drawing/2014/main" id="{2D272156-BC8A-F943-B16A-2D1441DAECDD}"/>
              </a:ext>
            </a:extLst>
          </p:cNvPr>
          <p:cNvSpPr>
            <a:spLocks noChangeArrowheads="1"/>
          </p:cNvSpPr>
          <p:nvPr/>
        </p:nvSpPr>
        <p:spPr bwMode="auto">
          <a:xfrm>
            <a:off x="1871662" y="3338513"/>
            <a:ext cx="208390" cy="17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125" dirty="0">
                <a:solidFill>
                  <a:srgbClr val="000000"/>
                </a:solidFill>
              </a:rPr>
              <a:t>Pat</a:t>
            </a:r>
            <a:endParaRPr lang="en-US" altLang="it-IT" sz="1800" dirty="0"/>
          </a:p>
        </p:txBody>
      </p:sp>
      <p:sp>
        <p:nvSpPr>
          <p:cNvPr id="54288" name="Oval 23">
            <a:extLst>
              <a:ext uri="{FF2B5EF4-FFF2-40B4-BE49-F238E27FC236}">
                <a16:creationId xmlns:a16="http://schemas.microsoft.com/office/drawing/2014/main" id="{A43E981D-00B8-934E-98A3-7FE9875A31AD}"/>
              </a:ext>
            </a:extLst>
          </p:cNvPr>
          <p:cNvSpPr>
            <a:spLocks noChangeArrowheads="1"/>
          </p:cNvSpPr>
          <p:nvPr/>
        </p:nvSpPr>
        <p:spPr bwMode="auto">
          <a:xfrm>
            <a:off x="3046810" y="1733550"/>
            <a:ext cx="433388" cy="29289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it-IT" sz="1800"/>
          </a:p>
        </p:txBody>
      </p:sp>
      <p:sp>
        <p:nvSpPr>
          <p:cNvPr id="54289" name="Freeform 24">
            <a:extLst>
              <a:ext uri="{FF2B5EF4-FFF2-40B4-BE49-F238E27FC236}">
                <a16:creationId xmlns:a16="http://schemas.microsoft.com/office/drawing/2014/main" id="{25F63731-B2A7-4245-AB6E-EA9C75BC2577}"/>
              </a:ext>
            </a:extLst>
          </p:cNvPr>
          <p:cNvSpPr>
            <a:spLocks/>
          </p:cNvSpPr>
          <p:nvPr/>
        </p:nvSpPr>
        <p:spPr bwMode="auto">
          <a:xfrm>
            <a:off x="3046810" y="1733550"/>
            <a:ext cx="433388" cy="292894"/>
          </a:xfrm>
          <a:custGeom>
            <a:avLst/>
            <a:gdLst>
              <a:gd name="T0" fmla="*/ 2147483647 w 364"/>
              <a:gd name="T1" fmla="*/ 2147483647 h 246"/>
              <a:gd name="T2" fmla="*/ 2147483647 w 364"/>
              <a:gd name="T3" fmla="*/ 2147483647 h 246"/>
              <a:gd name="T4" fmla="*/ 2147483647 w 364"/>
              <a:gd name="T5" fmla="*/ 2147483647 h 246"/>
              <a:gd name="T6" fmla="*/ 2147483647 w 364"/>
              <a:gd name="T7" fmla="*/ 2147483647 h 246"/>
              <a:gd name="T8" fmla="*/ 2147483647 w 364"/>
              <a:gd name="T9" fmla="*/ 2147483647 h 246"/>
              <a:gd name="T10" fmla="*/ 2147483647 w 364"/>
              <a:gd name="T11" fmla="*/ 2147483647 h 246"/>
              <a:gd name="T12" fmla="*/ 2147483647 w 364"/>
              <a:gd name="T13" fmla="*/ 2147483647 h 246"/>
              <a:gd name="T14" fmla="*/ 2147483647 w 364"/>
              <a:gd name="T15" fmla="*/ 2147483647 h 246"/>
              <a:gd name="T16" fmla="*/ 2147483647 w 364"/>
              <a:gd name="T17" fmla="*/ 2147483647 h 246"/>
              <a:gd name="T18" fmla="*/ 2147483647 w 364"/>
              <a:gd name="T19" fmla="*/ 2147483647 h 246"/>
              <a:gd name="T20" fmla="*/ 2147483647 w 364"/>
              <a:gd name="T21" fmla="*/ 2147483647 h 246"/>
              <a:gd name="T22" fmla="*/ 2147483647 w 364"/>
              <a:gd name="T23" fmla="*/ 2147483647 h 246"/>
              <a:gd name="T24" fmla="*/ 2147483647 w 364"/>
              <a:gd name="T25" fmla="*/ 2147483647 h 246"/>
              <a:gd name="T26" fmla="*/ 2147483647 w 364"/>
              <a:gd name="T27" fmla="*/ 2147483647 h 246"/>
              <a:gd name="T28" fmla="*/ 2147483647 w 364"/>
              <a:gd name="T29" fmla="*/ 2147483647 h 246"/>
              <a:gd name="T30" fmla="*/ 2147483647 w 364"/>
              <a:gd name="T31" fmla="*/ 2147483647 h 246"/>
              <a:gd name="T32" fmla="*/ 2147483647 w 364"/>
              <a:gd name="T33" fmla="*/ 2147483647 h 246"/>
              <a:gd name="T34" fmla="*/ 2147483647 w 364"/>
              <a:gd name="T35" fmla="*/ 2147483647 h 246"/>
              <a:gd name="T36" fmla="*/ 2147483647 w 364"/>
              <a:gd name="T37" fmla="*/ 2147483647 h 246"/>
              <a:gd name="T38" fmla="*/ 2147483647 w 364"/>
              <a:gd name="T39" fmla="*/ 2147483647 h 246"/>
              <a:gd name="T40" fmla="*/ 2147483647 w 364"/>
              <a:gd name="T41" fmla="*/ 2147483647 h 246"/>
              <a:gd name="T42" fmla="*/ 2147483647 w 364"/>
              <a:gd name="T43" fmla="*/ 0 h 246"/>
              <a:gd name="T44" fmla="*/ 2147483647 w 364"/>
              <a:gd name="T45" fmla="*/ 2147483647 h 246"/>
              <a:gd name="T46" fmla="*/ 2147483647 w 364"/>
              <a:gd name="T47" fmla="*/ 2147483647 h 246"/>
              <a:gd name="T48" fmla="*/ 2147483647 w 364"/>
              <a:gd name="T49" fmla="*/ 2147483647 h 246"/>
              <a:gd name="T50" fmla="*/ 2147483647 w 364"/>
              <a:gd name="T51" fmla="*/ 2147483647 h 246"/>
              <a:gd name="T52" fmla="*/ 2147483647 w 364"/>
              <a:gd name="T53" fmla="*/ 2147483647 h 246"/>
              <a:gd name="T54" fmla="*/ 2147483647 w 364"/>
              <a:gd name="T55" fmla="*/ 2147483647 h 246"/>
              <a:gd name="T56" fmla="*/ 2147483647 w 364"/>
              <a:gd name="T57" fmla="*/ 2147483647 h 246"/>
              <a:gd name="T58" fmla="*/ 2147483647 w 364"/>
              <a:gd name="T59" fmla="*/ 2147483647 h 246"/>
              <a:gd name="T60" fmla="*/ 2147483647 w 364"/>
              <a:gd name="T61" fmla="*/ 2147483647 h 246"/>
              <a:gd name="T62" fmla="*/ 2147483647 w 364"/>
              <a:gd name="T63" fmla="*/ 2147483647 h 246"/>
              <a:gd name="T64" fmla="*/ 2147483647 w 364"/>
              <a:gd name="T65" fmla="*/ 2147483647 h 246"/>
              <a:gd name="T66" fmla="*/ 2147483647 w 364"/>
              <a:gd name="T67" fmla="*/ 2147483647 h 246"/>
              <a:gd name="T68" fmla="*/ 2147483647 w 364"/>
              <a:gd name="T69" fmla="*/ 2147483647 h 246"/>
              <a:gd name="T70" fmla="*/ 2147483647 w 364"/>
              <a:gd name="T71" fmla="*/ 2147483647 h 246"/>
              <a:gd name="T72" fmla="*/ 2147483647 w 364"/>
              <a:gd name="T73" fmla="*/ 2147483647 h 246"/>
              <a:gd name="T74" fmla="*/ 0 w 364"/>
              <a:gd name="T75" fmla="*/ 2147483647 h 246"/>
              <a:gd name="T76" fmla="*/ 2147483647 w 364"/>
              <a:gd name="T77" fmla="*/ 2147483647 h 246"/>
              <a:gd name="T78" fmla="*/ 2147483647 w 364"/>
              <a:gd name="T79" fmla="*/ 2147483647 h 246"/>
              <a:gd name="T80" fmla="*/ 2147483647 w 364"/>
              <a:gd name="T81" fmla="*/ 2147483647 h 246"/>
              <a:gd name="T82" fmla="*/ 2147483647 w 364"/>
              <a:gd name="T83" fmla="*/ 2147483647 h 246"/>
              <a:gd name="T84" fmla="*/ 2147483647 w 364"/>
              <a:gd name="T85" fmla="*/ 0 h 2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64" h="246">
                <a:moveTo>
                  <a:pt x="182" y="10"/>
                </a:moveTo>
                <a:lnTo>
                  <a:pt x="199" y="10"/>
                </a:lnTo>
                <a:lnTo>
                  <a:pt x="216" y="12"/>
                </a:lnTo>
                <a:lnTo>
                  <a:pt x="232" y="14"/>
                </a:lnTo>
                <a:lnTo>
                  <a:pt x="248" y="18"/>
                </a:lnTo>
                <a:lnTo>
                  <a:pt x="263" y="22"/>
                </a:lnTo>
                <a:lnTo>
                  <a:pt x="277" y="28"/>
                </a:lnTo>
                <a:lnTo>
                  <a:pt x="291" y="35"/>
                </a:lnTo>
                <a:lnTo>
                  <a:pt x="303" y="43"/>
                </a:lnTo>
                <a:lnTo>
                  <a:pt x="315" y="51"/>
                </a:lnTo>
                <a:lnTo>
                  <a:pt x="326" y="60"/>
                </a:lnTo>
                <a:lnTo>
                  <a:pt x="334" y="70"/>
                </a:lnTo>
                <a:lnTo>
                  <a:pt x="341" y="79"/>
                </a:lnTo>
                <a:lnTo>
                  <a:pt x="347" y="90"/>
                </a:lnTo>
                <a:lnTo>
                  <a:pt x="351" y="100"/>
                </a:lnTo>
                <a:lnTo>
                  <a:pt x="353" y="111"/>
                </a:lnTo>
                <a:lnTo>
                  <a:pt x="354" y="123"/>
                </a:lnTo>
                <a:lnTo>
                  <a:pt x="353" y="134"/>
                </a:lnTo>
                <a:lnTo>
                  <a:pt x="351" y="145"/>
                </a:lnTo>
                <a:lnTo>
                  <a:pt x="347" y="156"/>
                </a:lnTo>
                <a:lnTo>
                  <a:pt x="341" y="166"/>
                </a:lnTo>
                <a:lnTo>
                  <a:pt x="334" y="176"/>
                </a:lnTo>
                <a:lnTo>
                  <a:pt x="326" y="186"/>
                </a:lnTo>
                <a:lnTo>
                  <a:pt x="315" y="195"/>
                </a:lnTo>
                <a:lnTo>
                  <a:pt x="303" y="203"/>
                </a:lnTo>
                <a:lnTo>
                  <a:pt x="291" y="211"/>
                </a:lnTo>
                <a:lnTo>
                  <a:pt x="277" y="217"/>
                </a:lnTo>
                <a:lnTo>
                  <a:pt x="263" y="223"/>
                </a:lnTo>
                <a:lnTo>
                  <a:pt x="248" y="228"/>
                </a:lnTo>
                <a:lnTo>
                  <a:pt x="232" y="231"/>
                </a:lnTo>
                <a:lnTo>
                  <a:pt x="216" y="234"/>
                </a:lnTo>
                <a:lnTo>
                  <a:pt x="199" y="236"/>
                </a:lnTo>
                <a:lnTo>
                  <a:pt x="182" y="236"/>
                </a:lnTo>
                <a:lnTo>
                  <a:pt x="164" y="236"/>
                </a:lnTo>
                <a:lnTo>
                  <a:pt x="147" y="234"/>
                </a:lnTo>
                <a:lnTo>
                  <a:pt x="131" y="231"/>
                </a:lnTo>
                <a:lnTo>
                  <a:pt x="116" y="228"/>
                </a:lnTo>
                <a:lnTo>
                  <a:pt x="101" y="223"/>
                </a:lnTo>
                <a:lnTo>
                  <a:pt x="87" y="217"/>
                </a:lnTo>
                <a:lnTo>
                  <a:pt x="73" y="211"/>
                </a:lnTo>
                <a:lnTo>
                  <a:pt x="60" y="203"/>
                </a:lnTo>
                <a:lnTo>
                  <a:pt x="48" y="195"/>
                </a:lnTo>
                <a:lnTo>
                  <a:pt x="38" y="186"/>
                </a:lnTo>
                <a:lnTo>
                  <a:pt x="29" y="176"/>
                </a:lnTo>
                <a:lnTo>
                  <a:pt x="22" y="166"/>
                </a:lnTo>
                <a:lnTo>
                  <a:pt x="17" y="156"/>
                </a:lnTo>
                <a:lnTo>
                  <a:pt x="13" y="145"/>
                </a:lnTo>
                <a:lnTo>
                  <a:pt x="10" y="134"/>
                </a:lnTo>
                <a:lnTo>
                  <a:pt x="10" y="123"/>
                </a:lnTo>
                <a:lnTo>
                  <a:pt x="10" y="111"/>
                </a:lnTo>
                <a:lnTo>
                  <a:pt x="13" y="100"/>
                </a:lnTo>
                <a:lnTo>
                  <a:pt x="17" y="90"/>
                </a:lnTo>
                <a:lnTo>
                  <a:pt x="22" y="79"/>
                </a:lnTo>
                <a:lnTo>
                  <a:pt x="29" y="70"/>
                </a:lnTo>
                <a:lnTo>
                  <a:pt x="38" y="60"/>
                </a:lnTo>
                <a:lnTo>
                  <a:pt x="48" y="51"/>
                </a:lnTo>
                <a:lnTo>
                  <a:pt x="60" y="43"/>
                </a:lnTo>
                <a:lnTo>
                  <a:pt x="73" y="35"/>
                </a:lnTo>
                <a:lnTo>
                  <a:pt x="87" y="28"/>
                </a:lnTo>
                <a:lnTo>
                  <a:pt x="101" y="22"/>
                </a:lnTo>
                <a:lnTo>
                  <a:pt x="116" y="18"/>
                </a:lnTo>
                <a:lnTo>
                  <a:pt x="131" y="14"/>
                </a:lnTo>
                <a:lnTo>
                  <a:pt x="147" y="12"/>
                </a:lnTo>
                <a:lnTo>
                  <a:pt x="164" y="10"/>
                </a:lnTo>
                <a:lnTo>
                  <a:pt x="182" y="10"/>
                </a:lnTo>
                <a:lnTo>
                  <a:pt x="182" y="0"/>
                </a:lnTo>
                <a:lnTo>
                  <a:pt x="200" y="0"/>
                </a:lnTo>
                <a:lnTo>
                  <a:pt x="218" y="2"/>
                </a:lnTo>
                <a:lnTo>
                  <a:pt x="235" y="5"/>
                </a:lnTo>
                <a:lnTo>
                  <a:pt x="252" y="9"/>
                </a:lnTo>
                <a:lnTo>
                  <a:pt x="267" y="14"/>
                </a:lnTo>
                <a:lnTo>
                  <a:pt x="282" y="20"/>
                </a:lnTo>
                <a:lnTo>
                  <a:pt x="297" y="27"/>
                </a:lnTo>
                <a:lnTo>
                  <a:pt x="310" y="36"/>
                </a:lnTo>
                <a:lnTo>
                  <a:pt x="323" y="45"/>
                </a:lnTo>
                <a:lnTo>
                  <a:pt x="334" y="55"/>
                </a:lnTo>
                <a:lnTo>
                  <a:pt x="343" y="65"/>
                </a:lnTo>
                <a:lnTo>
                  <a:pt x="350" y="76"/>
                </a:lnTo>
                <a:lnTo>
                  <a:pt x="356" y="87"/>
                </a:lnTo>
                <a:lnTo>
                  <a:pt x="360" y="98"/>
                </a:lnTo>
                <a:lnTo>
                  <a:pt x="363" y="110"/>
                </a:lnTo>
                <a:lnTo>
                  <a:pt x="364" y="123"/>
                </a:lnTo>
                <a:lnTo>
                  <a:pt x="363" y="135"/>
                </a:lnTo>
                <a:lnTo>
                  <a:pt x="360" y="147"/>
                </a:lnTo>
                <a:lnTo>
                  <a:pt x="356" y="159"/>
                </a:lnTo>
                <a:lnTo>
                  <a:pt x="350" y="170"/>
                </a:lnTo>
                <a:lnTo>
                  <a:pt x="343" y="181"/>
                </a:lnTo>
                <a:lnTo>
                  <a:pt x="334" y="191"/>
                </a:lnTo>
                <a:lnTo>
                  <a:pt x="323" y="201"/>
                </a:lnTo>
                <a:lnTo>
                  <a:pt x="310" y="210"/>
                </a:lnTo>
                <a:lnTo>
                  <a:pt x="297" y="218"/>
                </a:lnTo>
                <a:lnTo>
                  <a:pt x="282" y="226"/>
                </a:lnTo>
                <a:lnTo>
                  <a:pt x="267" y="232"/>
                </a:lnTo>
                <a:lnTo>
                  <a:pt x="252" y="237"/>
                </a:lnTo>
                <a:lnTo>
                  <a:pt x="235" y="241"/>
                </a:lnTo>
                <a:lnTo>
                  <a:pt x="218" y="244"/>
                </a:lnTo>
                <a:lnTo>
                  <a:pt x="200" y="245"/>
                </a:lnTo>
                <a:lnTo>
                  <a:pt x="182" y="246"/>
                </a:lnTo>
                <a:lnTo>
                  <a:pt x="163" y="245"/>
                </a:lnTo>
                <a:lnTo>
                  <a:pt x="145" y="244"/>
                </a:lnTo>
                <a:lnTo>
                  <a:pt x="128" y="241"/>
                </a:lnTo>
                <a:lnTo>
                  <a:pt x="112" y="237"/>
                </a:lnTo>
                <a:lnTo>
                  <a:pt x="96" y="232"/>
                </a:lnTo>
                <a:lnTo>
                  <a:pt x="81" y="226"/>
                </a:lnTo>
                <a:lnTo>
                  <a:pt x="67" y="218"/>
                </a:lnTo>
                <a:lnTo>
                  <a:pt x="53" y="210"/>
                </a:lnTo>
                <a:lnTo>
                  <a:pt x="41" y="201"/>
                </a:lnTo>
                <a:lnTo>
                  <a:pt x="30" y="191"/>
                </a:lnTo>
                <a:lnTo>
                  <a:pt x="21" y="181"/>
                </a:lnTo>
                <a:lnTo>
                  <a:pt x="13" y="170"/>
                </a:lnTo>
                <a:lnTo>
                  <a:pt x="7" y="159"/>
                </a:lnTo>
                <a:lnTo>
                  <a:pt x="3" y="147"/>
                </a:lnTo>
                <a:lnTo>
                  <a:pt x="1" y="135"/>
                </a:lnTo>
                <a:lnTo>
                  <a:pt x="0" y="123"/>
                </a:lnTo>
                <a:lnTo>
                  <a:pt x="1" y="110"/>
                </a:lnTo>
                <a:lnTo>
                  <a:pt x="3" y="98"/>
                </a:lnTo>
                <a:lnTo>
                  <a:pt x="7" y="87"/>
                </a:lnTo>
                <a:lnTo>
                  <a:pt x="13" y="76"/>
                </a:lnTo>
                <a:lnTo>
                  <a:pt x="21" y="65"/>
                </a:lnTo>
                <a:lnTo>
                  <a:pt x="30" y="55"/>
                </a:lnTo>
                <a:lnTo>
                  <a:pt x="41" y="45"/>
                </a:lnTo>
                <a:lnTo>
                  <a:pt x="53" y="36"/>
                </a:lnTo>
                <a:lnTo>
                  <a:pt x="67" y="27"/>
                </a:lnTo>
                <a:lnTo>
                  <a:pt x="81" y="20"/>
                </a:lnTo>
                <a:lnTo>
                  <a:pt x="96" y="14"/>
                </a:lnTo>
                <a:lnTo>
                  <a:pt x="112" y="9"/>
                </a:lnTo>
                <a:lnTo>
                  <a:pt x="128" y="5"/>
                </a:lnTo>
                <a:lnTo>
                  <a:pt x="145" y="2"/>
                </a:lnTo>
                <a:lnTo>
                  <a:pt x="163" y="0"/>
                </a:lnTo>
                <a:lnTo>
                  <a:pt x="182" y="0"/>
                </a:lnTo>
                <a:lnTo>
                  <a:pt x="18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t-IT"/>
          </a:p>
        </p:txBody>
      </p:sp>
      <p:sp>
        <p:nvSpPr>
          <p:cNvPr id="54290" name="Rectangle 26">
            <a:extLst>
              <a:ext uri="{FF2B5EF4-FFF2-40B4-BE49-F238E27FC236}">
                <a16:creationId xmlns:a16="http://schemas.microsoft.com/office/drawing/2014/main" id="{EAB0BF88-9436-6649-89C9-7494EE7994A8}"/>
              </a:ext>
            </a:extLst>
          </p:cNvPr>
          <p:cNvSpPr>
            <a:spLocks noChangeArrowheads="1"/>
          </p:cNvSpPr>
          <p:nvPr/>
        </p:nvSpPr>
        <p:spPr bwMode="auto">
          <a:xfrm>
            <a:off x="2497932" y="1659731"/>
            <a:ext cx="577081" cy="17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125" dirty="0" err="1">
                <a:solidFill>
                  <a:srgbClr val="000000"/>
                </a:solidFill>
              </a:rPr>
              <a:t>HasNlegs</a:t>
            </a:r>
            <a:endParaRPr lang="en-US" altLang="it-IT" sz="1800" dirty="0"/>
          </a:p>
        </p:txBody>
      </p:sp>
      <p:sp>
        <p:nvSpPr>
          <p:cNvPr id="54291" name="Rectangle 27">
            <a:extLst>
              <a:ext uri="{FF2B5EF4-FFF2-40B4-BE49-F238E27FC236}">
                <a16:creationId xmlns:a16="http://schemas.microsoft.com/office/drawing/2014/main" id="{F21B76D3-8B32-8E45-B2F5-35857475F040}"/>
              </a:ext>
            </a:extLst>
          </p:cNvPr>
          <p:cNvSpPr>
            <a:spLocks noChangeArrowheads="1"/>
          </p:cNvSpPr>
          <p:nvPr/>
        </p:nvSpPr>
        <p:spPr bwMode="auto">
          <a:xfrm>
            <a:off x="3227785" y="1782366"/>
            <a:ext cx="72136" cy="17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125">
                <a:solidFill>
                  <a:srgbClr val="000000"/>
                </a:solidFill>
              </a:rPr>
              <a:t>4</a:t>
            </a:r>
            <a:endParaRPr lang="en-US" altLang="it-IT" sz="1800"/>
          </a:p>
        </p:txBody>
      </p:sp>
      <p:sp>
        <p:nvSpPr>
          <p:cNvPr id="54292" name="Rectangle 28">
            <a:extLst>
              <a:ext uri="{FF2B5EF4-FFF2-40B4-BE49-F238E27FC236}">
                <a16:creationId xmlns:a16="http://schemas.microsoft.com/office/drawing/2014/main" id="{AAA468F0-8D3B-024C-B59D-C974F4F3FF2B}"/>
              </a:ext>
            </a:extLst>
          </p:cNvPr>
          <p:cNvSpPr>
            <a:spLocks noChangeArrowheads="1"/>
          </p:cNvSpPr>
          <p:nvPr/>
        </p:nvSpPr>
        <p:spPr bwMode="auto">
          <a:xfrm>
            <a:off x="2091929" y="2151460"/>
            <a:ext cx="136256" cy="17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125">
                <a:solidFill>
                  <a:srgbClr val="000000"/>
                </a:solidFill>
              </a:rPr>
              <a:t>IS</a:t>
            </a:r>
            <a:endParaRPr lang="en-US" altLang="it-IT" sz="1800"/>
          </a:p>
        </p:txBody>
      </p:sp>
      <p:sp>
        <p:nvSpPr>
          <p:cNvPr id="54293" name="Rectangle 29">
            <a:extLst>
              <a:ext uri="{FF2B5EF4-FFF2-40B4-BE49-F238E27FC236}">
                <a16:creationId xmlns:a16="http://schemas.microsoft.com/office/drawing/2014/main" id="{D4EF81BC-FBC8-8243-85E7-5A45E49FE9D5}"/>
              </a:ext>
            </a:extLst>
          </p:cNvPr>
          <p:cNvSpPr>
            <a:spLocks noChangeArrowheads="1"/>
          </p:cNvSpPr>
          <p:nvPr/>
        </p:nvSpPr>
        <p:spPr bwMode="auto">
          <a:xfrm>
            <a:off x="2085975" y="2925366"/>
            <a:ext cx="288541" cy="17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b="1">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b="1">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b="1">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b="1">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it-IT" sz="1125">
                <a:solidFill>
                  <a:srgbClr val="000000"/>
                </a:solidFill>
              </a:rPr>
              <a:t>IS-A</a:t>
            </a:r>
            <a:endParaRPr lang="en-US" altLang="it-IT" sz="1800"/>
          </a:p>
        </p:txBody>
      </p:sp>
      <p:sp>
        <p:nvSpPr>
          <p:cNvPr id="124958" name="AutoShape 30">
            <a:extLst>
              <a:ext uri="{FF2B5EF4-FFF2-40B4-BE49-F238E27FC236}">
                <a16:creationId xmlns:a16="http://schemas.microsoft.com/office/drawing/2014/main" id="{B3586DB4-4FA9-0442-B811-14E5413C21FA}"/>
              </a:ext>
            </a:extLst>
          </p:cNvPr>
          <p:cNvSpPr>
            <a:spLocks noChangeArrowheads="1"/>
          </p:cNvSpPr>
          <p:nvPr/>
        </p:nvSpPr>
        <p:spPr bwMode="auto">
          <a:xfrm>
            <a:off x="1943100" y="2085975"/>
            <a:ext cx="114300" cy="342900"/>
          </a:xfrm>
          <a:prstGeom prst="upArrow">
            <a:avLst>
              <a:gd name="adj1" fmla="val 50000"/>
              <a:gd name="adj2" fmla="val 7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24959" name="AutoShape 31">
            <a:extLst>
              <a:ext uri="{FF2B5EF4-FFF2-40B4-BE49-F238E27FC236}">
                <a16:creationId xmlns:a16="http://schemas.microsoft.com/office/drawing/2014/main" id="{F79C3D7C-3784-F84B-A488-0B938B53EDAD}"/>
              </a:ext>
            </a:extLst>
          </p:cNvPr>
          <p:cNvSpPr>
            <a:spLocks noChangeArrowheads="1"/>
          </p:cNvSpPr>
          <p:nvPr/>
        </p:nvSpPr>
        <p:spPr bwMode="auto">
          <a:xfrm>
            <a:off x="1943100" y="2876550"/>
            <a:ext cx="114300" cy="342900"/>
          </a:xfrm>
          <a:prstGeom prst="upArrow">
            <a:avLst>
              <a:gd name="adj1" fmla="val 50000"/>
              <a:gd name="adj2" fmla="val 7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24960" name="Line 32">
            <a:extLst>
              <a:ext uri="{FF2B5EF4-FFF2-40B4-BE49-F238E27FC236}">
                <a16:creationId xmlns:a16="http://schemas.microsoft.com/office/drawing/2014/main" id="{3D9ED7B4-2568-DC47-BB9E-BA828D24C754}"/>
              </a:ext>
            </a:extLst>
          </p:cNvPr>
          <p:cNvSpPr>
            <a:spLocks noChangeShapeType="1"/>
          </p:cNvSpPr>
          <p:nvPr/>
        </p:nvSpPr>
        <p:spPr bwMode="auto">
          <a:xfrm>
            <a:off x="2457450" y="1885950"/>
            <a:ext cx="571500" cy="0"/>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124961" name="Line 33">
            <a:extLst>
              <a:ext uri="{FF2B5EF4-FFF2-40B4-BE49-F238E27FC236}">
                <a16:creationId xmlns:a16="http://schemas.microsoft.com/office/drawing/2014/main" id="{37AD4F1D-7843-3349-80F4-8E7DFED7FB87}"/>
              </a:ext>
            </a:extLst>
          </p:cNvPr>
          <p:cNvSpPr>
            <a:spLocks noChangeShapeType="1"/>
          </p:cNvSpPr>
          <p:nvPr/>
        </p:nvSpPr>
        <p:spPr bwMode="auto">
          <a:xfrm>
            <a:off x="2457450" y="2686050"/>
            <a:ext cx="571500" cy="0"/>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endParaRPr>
          </a:p>
        </p:txBody>
      </p:sp>
      <p:sp>
        <p:nvSpPr>
          <p:cNvPr id="2" name="Segnaposto data 1">
            <a:extLst>
              <a:ext uri="{FF2B5EF4-FFF2-40B4-BE49-F238E27FC236}">
                <a16:creationId xmlns:a16="http://schemas.microsoft.com/office/drawing/2014/main" id="{334E6B30-A9F9-5065-6935-106BB21FECA7}"/>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45AAA77E-1759-F713-D09E-DC79595D505C}"/>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267774D7-B679-3F38-A40D-68DB3E3311AA}"/>
              </a:ext>
            </a:extLst>
          </p:cNvPr>
          <p:cNvSpPr>
            <a:spLocks noGrp="1"/>
          </p:cNvSpPr>
          <p:nvPr>
            <p:ph type="sldNum" sz="quarter" idx="12"/>
          </p:nvPr>
        </p:nvSpPr>
        <p:spPr/>
        <p:txBody>
          <a:bodyPr/>
          <a:lstStyle/>
          <a:p>
            <a:pPr>
              <a:defRPr/>
            </a:pPr>
            <a:fld id="{43CD341D-7438-4FA4-973F-6F9EECBD14B9}" type="slidenum">
              <a:rPr lang="it-IT" altLang="it-IT" smtClean="0"/>
              <a:pPr>
                <a:defRPr/>
              </a:pPr>
              <a:t>30</a:t>
            </a:fld>
            <a:endParaRPr lang="it-IT" altLang="it-IT"/>
          </a:p>
        </p:txBody>
      </p:sp>
    </p:spTree>
    <p:extLst>
      <p:ext uri="{BB962C8B-B14F-4D97-AF65-F5344CB8AC3E}">
        <p14:creationId xmlns:p14="http://schemas.microsoft.com/office/powerpoint/2010/main" val="2190824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D5127B70-A76B-9B44-BC12-82E871DE51B0}"/>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r>
              <a:rPr lang="en-US" dirty="0"/>
              <a:t>WordNet [Miller]</a:t>
            </a:r>
            <a:endParaRPr lang="en-GB" dirty="0"/>
          </a:p>
        </p:txBody>
      </p:sp>
      <p:sp>
        <p:nvSpPr>
          <p:cNvPr id="138243" name="Rectangle 3">
            <a:extLst>
              <a:ext uri="{FF2B5EF4-FFF2-40B4-BE49-F238E27FC236}">
                <a16:creationId xmlns:a16="http://schemas.microsoft.com/office/drawing/2014/main" id="{1F9312FC-768C-A946-8326-04940E12C5A5}"/>
              </a:ext>
            </a:extLst>
          </p:cNvPr>
          <p:cNvSpPr>
            <a:spLocks noGrp="1" noChangeArrowheads="1"/>
          </p:cNvSpPr>
          <p:nvPr>
            <p:ph type="body"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sz="2400" dirty="0"/>
              <a:t>Large lexical resource organized as a semantic network (122,000 terms)</a:t>
            </a:r>
          </a:p>
          <a:p>
            <a:pPr lvl="1"/>
            <a:r>
              <a:rPr lang="en-US" altLang="it-IT" sz="2400" dirty="0"/>
              <a:t>nouns, verbs, adjectives, adverbs are organized into sets of synonyms (</a:t>
            </a:r>
            <a:r>
              <a:rPr lang="en-US" altLang="it-IT" sz="2400" dirty="0" err="1"/>
              <a:t>synsets</a:t>
            </a:r>
            <a:r>
              <a:rPr lang="en-US" altLang="it-IT" sz="2400" dirty="0"/>
              <a:t>) that represent a concept (117,000 </a:t>
            </a:r>
            <a:r>
              <a:rPr lang="en-US" altLang="it-IT" sz="2400" dirty="0" err="1"/>
              <a:t>synsets</a:t>
            </a:r>
            <a:r>
              <a:rPr lang="en-US" altLang="it-IT" sz="2400" dirty="0"/>
              <a:t>);</a:t>
            </a:r>
          </a:p>
          <a:p>
            <a:r>
              <a:rPr lang="en-US" altLang="it-IT" sz="2800" dirty="0"/>
              <a:t>A set of </a:t>
            </a:r>
            <a:r>
              <a:rPr lang="en-US" altLang="it-IT" sz="2800" dirty="0" err="1"/>
              <a:t>synsets</a:t>
            </a:r>
            <a:r>
              <a:rPr lang="en-US" altLang="it-IT" sz="2800" dirty="0"/>
              <a:t> is typically associated with the word: the senses of the word</a:t>
            </a:r>
          </a:p>
          <a:p>
            <a:r>
              <a:rPr lang="en-US" altLang="it-IT" sz="2800" dirty="0">
                <a:hlinkClick r:id="rId3"/>
              </a:rPr>
              <a:t>http://wordnet.princeton.edu/</a:t>
            </a:r>
            <a:r>
              <a:rPr lang="en-US" altLang="it-IT" sz="2800" dirty="0"/>
              <a:t> </a:t>
            </a:r>
          </a:p>
        </p:txBody>
      </p:sp>
      <p:sp>
        <p:nvSpPr>
          <p:cNvPr id="2" name="Segnaposto data 1">
            <a:extLst>
              <a:ext uri="{FF2B5EF4-FFF2-40B4-BE49-F238E27FC236}">
                <a16:creationId xmlns:a16="http://schemas.microsoft.com/office/drawing/2014/main" id="{C164FCC3-387D-6860-5DF0-6E414CA215B2}"/>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BCBBE6C6-DA79-395F-4789-21E494383616}"/>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F84C4ABD-3A45-7873-245A-0C00E8972EE6}"/>
              </a:ext>
            </a:extLst>
          </p:cNvPr>
          <p:cNvSpPr>
            <a:spLocks noGrp="1"/>
          </p:cNvSpPr>
          <p:nvPr>
            <p:ph type="sldNum" sz="quarter" idx="12"/>
          </p:nvPr>
        </p:nvSpPr>
        <p:spPr/>
        <p:txBody>
          <a:bodyPr/>
          <a:lstStyle/>
          <a:p>
            <a:pPr>
              <a:defRPr/>
            </a:pPr>
            <a:fld id="{43CD341D-7438-4FA4-973F-6F9EECBD14B9}" type="slidenum">
              <a:rPr lang="it-IT" altLang="it-IT" smtClean="0"/>
              <a:pPr>
                <a:defRPr/>
              </a:pPr>
              <a:t>31</a:t>
            </a:fld>
            <a:endParaRPr lang="it-IT" altLang="it-IT"/>
          </a:p>
        </p:txBody>
      </p:sp>
    </p:spTree>
    <p:extLst>
      <p:ext uri="{BB962C8B-B14F-4D97-AF65-F5344CB8AC3E}">
        <p14:creationId xmlns:p14="http://schemas.microsoft.com/office/powerpoint/2010/main" val="903764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56F498A3-C098-7740-973B-308D8B2EA96D}"/>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WordNet: Examples of Use</a:t>
            </a:r>
            <a:endParaRPr lang="en-GB" dirty="0"/>
          </a:p>
        </p:txBody>
      </p:sp>
      <p:sp>
        <p:nvSpPr>
          <p:cNvPr id="140291" name="Rectangle 3">
            <a:extLst>
              <a:ext uri="{FF2B5EF4-FFF2-40B4-BE49-F238E27FC236}">
                <a16:creationId xmlns:a16="http://schemas.microsoft.com/office/drawing/2014/main" id="{57A47DDB-BFD7-EE42-9131-1B968427E8B0}"/>
              </a:ext>
            </a:extLst>
          </p:cNvPr>
          <p:cNvSpPr>
            <a:spLocks noGrp="1" noChangeArrowheads="1"/>
          </p:cNvSpPr>
          <p:nvPr>
            <p:ph type="body"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lnSpc>
                <a:spcPct val="90000"/>
              </a:lnSpc>
            </a:pPr>
            <a:r>
              <a:rPr lang="en-US" altLang="it-IT" dirty="0"/>
              <a:t>Expansion of queries with synonyms or hypernyms in keyword-based search (first you need to identify the right meaning)
Semantic distance between words
Semantic category of the term or </a:t>
            </a:r>
            <a:r>
              <a:rPr lang="en-US" altLang="it-IT" dirty="0" err="1"/>
              <a:t>supersense</a:t>
            </a:r>
            <a:r>
              <a:rPr lang="en-US" altLang="it-IT" dirty="0"/>
              <a:t>:</a:t>
            </a:r>
          </a:p>
          <a:p>
            <a:pPr lvl="1">
              <a:lnSpc>
                <a:spcPct val="90000"/>
              </a:lnSpc>
            </a:pPr>
            <a:r>
              <a:rPr lang="en-US" altLang="it-IT" dirty="0"/>
              <a:t>person, organization, place, measure...</a:t>
            </a:r>
            <a:endParaRPr lang="en-GB" altLang="it-IT" dirty="0"/>
          </a:p>
        </p:txBody>
      </p:sp>
      <p:sp>
        <p:nvSpPr>
          <p:cNvPr id="2" name="Segnaposto data 1">
            <a:extLst>
              <a:ext uri="{FF2B5EF4-FFF2-40B4-BE49-F238E27FC236}">
                <a16:creationId xmlns:a16="http://schemas.microsoft.com/office/drawing/2014/main" id="{8ADA0DBF-55C0-4C54-1869-AD32F8D67071}"/>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8B65D405-723F-4D79-B41E-F10EC5630E15}"/>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3CE34372-9D23-75A9-127A-89FD7EA1056B}"/>
              </a:ext>
            </a:extLst>
          </p:cNvPr>
          <p:cNvSpPr>
            <a:spLocks noGrp="1"/>
          </p:cNvSpPr>
          <p:nvPr>
            <p:ph type="sldNum" sz="quarter" idx="12"/>
          </p:nvPr>
        </p:nvSpPr>
        <p:spPr/>
        <p:txBody>
          <a:bodyPr/>
          <a:lstStyle/>
          <a:p>
            <a:pPr>
              <a:defRPr/>
            </a:pPr>
            <a:fld id="{43CD341D-7438-4FA4-973F-6F9EECBD14B9}" type="slidenum">
              <a:rPr lang="it-IT" altLang="it-IT" smtClean="0"/>
              <a:pPr>
                <a:defRPr/>
              </a:pPr>
              <a:t>32</a:t>
            </a:fld>
            <a:endParaRPr lang="it-IT" altLang="it-IT"/>
          </a:p>
        </p:txBody>
      </p:sp>
    </p:spTree>
    <p:extLst>
      <p:ext uri="{BB962C8B-B14F-4D97-AF65-F5344CB8AC3E}">
        <p14:creationId xmlns:p14="http://schemas.microsoft.com/office/powerpoint/2010/main" val="4103039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22A84A8E-EA63-0E4C-89B9-3E0827CE8279}"/>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r>
              <a:rPr lang="en-US" altLang="it-IT" dirty="0">
                <a:latin typeface="Calibri" panose="020F0502020204030204" pitchFamily="34" charset="0"/>
                <a:cs typeface="Calibri" panose="020F0502020204030204" pitchFamily="34" charset="0"/>
              </a:rPr>
              <a:t>Frames</a:t>
            </a:r>
            <a:endParaRPr lang="en-GB" altLang="it-IT" dirty="0">
              <a:latin typeface="Calibri" panose="020F0502020204030204" pitchFamily="34" charset="0"/>
              <a:cs typeface="Calibri" panose="020F0502020204030204" pitchFamily="34" charset="0"/>
            </a:endParaRPr>
          </a:p>
        </p:txBody>
      </p:sp>
      <p:sp>
        <p:nvSpPr>
          <p:cNvPr id="128003" name="Rectangle 3">
            <a:extLst>
              <a:ext uri="{FF2B5EF4-FFF2-40B4-BE49-F238E27FC236}">
                <a16:creationId xmlns:a16="http://schemas.microsoft.com/office/drawing/2014/main" id="{1D9A3FCE-A43F-8743-BB79-4201296EAA53}"/>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it-IT" altLang="it-IT" sz="2400" dirty="0">
                <a:latin typeface="Calibri" panose="020F0502020204030204" pitchFamily="34" charset="0"/>
                <a:cs typeface="Calibri" panose="020F0502020204030204" pitchFamily="34" charset="0"/>
              </a:rPr>
              <a:t>Knowledge </a:t>
            </a:r>
            <a:r>
              <a:rPr lang="it-IT" altLang="it-IT" sz="2400" dirty="0" err="1">
                <a:latin typeface="Calibri" panose="020F0502020204030204" pitchFamily="34" charset="0"/>
                <a:cs typeface="Calibri" panose="020F0502020204030204" pitchFamily="34" charset="0"/>
              </a:rPr>
              <a:t>is</a:t>
            </a:r>
            <a:r>
              <a:rPr lang="it-IT" altLang="it-IT" sz="2400" dirty="0">
                <a:latin typeface="Calibri" panose="020F0502020204030204" pitchFamily="34" charset="0"/>
                <a:cs typeface="Calibri" panose="020F0502020204030204" pitchFamily="34" charset="0"/>
              </a:rPr>
              <a:t> </a:t>
            </a:r>
            <a:r>
              <a:rPr lang="it-IT" altLang="it-IT" sz="2400" dirty="0" err="1">
                <a:latin typeface="Calibri" panose="020F0502020204030204" pitchFamily="34" charset="0"/>
                <a:cs typeface="Calibri" panose="020F0502020204030204" pitchFamily="34" charset="0"/>
              </a:rPr>
              <a:t>organized</a:t>
            </a:r>
            <a:r>
              <a:rPr lang="it-IT" altLang="it-IT" sz="2400" dirty="0">
                <a:latin typeface="Calibri" panose="020F0502020204030204" pitchFamily="34" charset="0"/>
                <a:cs typeface="Calibri" panose="020F0502020204030204" pitchFamily="34" charset="0"/>
              </a:rPr>
              <a:t> </a:t>
            </a:r>
            <a:r>
              <a:rPr lang="it-IT" altLang="it-IT" sz="2400" dirty="0" err="1">
                <a:latin typeface="Calibri" panose="020F0502020204030204" pitchFamily="34" charset="0"/>
                <a:cs typeface="Calibri" panose="020F0502020204030204" pitchFamily="34" charset="0"/>
              </a:rPr>
              <a:t>into</a:t>
            </a:r>
            <a:r>
              <a:rPr lang="it-IT" altLang="it-IT" sz="2400" dirty="0">
                <a:latin typeface="Calibri" panose="020F0502020204030204" pitchFamily="34" charset="0"/>
                <a:cs typeface="Calibri" panose="020F0502020204030204" pitchFamily="34" charset="0"/>
              </a:rPr>
              <a:t> </a:t>
            </a:r>
            <a:r>
              <a:rPr lang="it-IT" altLang="it-IT" sz="2400" dirty="0" err="1">
                <a:latin typeface="Calibri" panose="020F0502020204030204" pitchFamily="34" charset="0"/>
                <a:cs typeface="Calibri" panose="020F0502020204030204" pitchFamily="34" charset="0"/>
              </a:rPr>
              <a:t>complex</a:t>
            </a:r>
            <a:r>
              <a:rPr lang="it-IT" altLang="it-IT" sz="2400" dirty="0">
                <a:latin typeface="Calibri" panose="020F0502020204030204" pitchFamily="34" charset="0"/>
                <a:cs typeface="Calibri" panose="020F0502020204030204" pitchFamily="34" charset="0"/>
              </a:rPr>
              <a:t> </a:t>
            </a:r>
            <a:r>
              <a:rPr lang="it-IT" altLang="it-IT" sz="2400" dirty="0" err="1">
                <a:latin typeface="Calibri" panose="020F0502020204030204" pitchFamily="34" charset="0"/>
                <a:cs typeface="Calibri" panose="020F0502020204030204" pitchFamily="34" charset="0"/>
              </a:rPr>
              <a:t>mental</a:t>
            </a:r>
            <a:r>
              <a:rPr lang="it-IT" altLang="it-IT" sz="2400" dirty="0">
                <a:latin typeface="Calibri" panose="020F0502020204030204" pitchFamily="34" charset="0"/>
                <a:cs typeface="Calibri" panose="020F0502020204030204" pitchFamily="34" charset="0"/>
              </a:rPr>
              <a:t> </a:t>
            </a:r>
            <a:r>
              <a:rPr lang="it-IT" altLang="it-IT" sz="2400" dirty="0" err="1">
                <a:latin typeface="Calibri" panose="020F0502020204030204" pitchFamily="34" charset="0"/>
                <a:cs typeface="Calibri" panose="020F0502020204030204" pitchFamily="34" charset="0"/>
              </a:rPr>
              <a:t>structures</a:t>
            </a:r>
            <a:r>
              <a:rPr lang="it-IT" altLang="it-IT" sz="2400" dirty="0">
                <a:latin typeface="Calibri" panose="020F0502020204030204" pitchFamily="34" charset="0"/>
                <a:cs typeface="Calibri" panose="020F0502020204030204" pitchFamily="34" charset="0"/>
              </a:rPr>
              <a:t>, </a:t>
            </a:r>
            <a:r>
              <a:rPr lang="it-IT" altLang="it-IT" sz="2400" b="1" dirty="0">
                <a:latin typeface="Calibri" panose="020F0502020204030204" pitchFamily="34" charset="0"/>
                <a:cs typeface="Calibri" panose="020F0502020204030204" pitchFamily="34" charset="0"/>
              </a:rPr>
              <a:t>frames</a:t>
            </a:r>
            <a:r>
              <a:rPr lang="it-IT" altLang="it-IT" sz="2400" dirty="0">
                <a:latin typeface="Calibri" panose="020F0502020204030204" pitchFamily="34" charset="0"/>
                <a:cs typeface="Calibri" panose="020F0502020204030204" pitchFamily="34" charset="0"/>
              </a:rPr>
              <a:t> [</a:t>
            </a:r>
            <a:r>
              <a:rPr lang="it-IT" altLang="it-IT" sz="2400" dirty="0" err="1">
                <a:latin typeface="Calibri" panose="020F0502020204030204" pitchFamily="34" charset="0"/>
                <a:cs typeface="Calibri" panose="020F0502020204030204" pitchFamily="34" charset="0"/>
              </a:rPr>
              <a:t>Minsky</a:t>
            </a:r>
            <a:r>
              <a:rPr lang="it-IT" altLang="it-IT" sz="2400" dirty="0">
                <a:latin typeface="Calibri" panose="020F0502020204030204" pitchFamily="34" charset="0"/>
                <a:cs typeface="Calibri" panose="020F0502020204030204" pitchFamily="34" charset="0"/>
              </a:rPr>
              <a:t>, 1974].
</a:t>
            </a:r>
            <a:r>
              <a:rPr lang="it-IT" altLang="it-IT" sz="2400" dirty="0" err="1">
                <a:latin typeface="Calibri" panose="020F0502020204030204" pitchFamily="34" charset="0"/>
                <a:cs typeface="Calibri" panose="020F0502020204030204" pitchFamily="34" charset="0"/>
              </a:rPr>
              <a:t>Essence</a:t>
            </a:r>
            <a:r>
              <a:rPr lang="it-IT" altLang="it-IT" sz="2400" dirty="0">
                <a:latin typeface="Calibri" panose="020F0502020204030204" pitchFamily="34" charset="0"/>
                <a:cs typeface="Calibri" panose="020F0502020204030204" pitchFamily="34" charset="0"/>
              </a:rPr>
              <a:t> of the theory: </a:t>
            </a:r>
            <a:r>
              <a:rPr lang="it-IT" altLang="it-IT" sz="2400" i="1" dirty="0">
                <a:latin typeface="Calibri" panose="020F0502020204030204" pitchFamily="34" charset="0"/>
                <a:cs typeface="Calibri" panose="020F0502020204030204" pitchFamily="34" charset="0"/>
              </a:rPr>
              <a:t>"</a:t>
            </a:r>
            <a:r>
              <a:rPr lang="it-IT" altLang="it-IT" sz="2400" i="1" dirty="0" err="1">
                <a:latin typeface="Calibri" panose="020F0502020204030204" pitchFamily="34" charset="0"/>
                <a:cs typeface="Calibri" panose="020F0502020204030204" pitchFamily="34" charset="0"/>
              </a:rPr>
              <a:t>When</a:t>
            </a:r>
            <a:r>
              <a:rPr lang="it-IT" altLang="it-IT" sz="2400" i="1" dirty="0">
                <a:latin typeface="Calibri" panose="020F0502020204030204" pitchFamily="34" charset="0"/>
                <a:cs typeface="Calibri" panose="020F0502020204030204" pitchFamily="34" charset="0"/>
              </a:rPr>
              <a:t> </a:t>
            </a:r>
            <a:r>
              <a:rPr lang="it-IT" altLang="it-IT" sz="2400" i="1" dirty="0" err="1">
                <a:latin typeface="Calibri" panose="020F0502020204030204" pitchFamily="34" charset="0"/>
                <a:cs typeface="Calibri" panose="020F0502020204030204" pitchFamily="34" charset="0"/>
              </a:rPr>
              <a:t>encountering</a:t>
            </a:r>
            <a:r>
              <a:rPr lang="it-IT" altLang="it-IT" sz="2400" i="1" dirty="0">
                <a:latin typeface="Calibri" panose="020F0502020204030204" pitchFamily="34" charset="0"/>
                <a:cs typeface="Calibri" panose="020F0502020204030204" pitchFamily="34" charset="0"/>
              </a:rPr>
              <a:t> a new or </a:t>
            </a:r>
            <a:r>
              <a:rPr lang="it-IT" altLang="it-IT" sz="2400" i="1" dirty="0" err="1">
                <a:latin typeface="Calibri" panose="020F0502020204030204" pitchFamily="34" charset="0"/>
                <a:cs typeface="Calibri" panose="020F0502020204030204" pitchFamily="34" charset="0"/>
              </a:rPr>
              <a:t>unforeseen</a:t>
            </a:r>
            <a:r>
              <a:rPr lang="it-IT" altLang="it-IT" sz="2400" i="1" dirty="0">
                <a:latin typeface="Calibri" panose="020F0502020204030204" pitchFamily="34" charset="0"/>
                <a:cs typeface="Calibri" panose="020F0502020204030204" pitchFamily="34" charset="0"/>
              </a:rPr>
              <a:t> situation, a </a:t>
            </a:r>
            <a:r>
              <a:rPr lang="it-IT" altLang="it-IT" sz="2400" i="1" dirty="0" err="1">
                <a:latin typeface="Calibri" panose="020F0502020204030204" pitchFamily="34" charset="0"/>
                <a:cs typeface="Calibri" panose="020F0502020204030204" pitchFamily="34" charset="0"/>
              </a:rPr>
              <a:t>complex</a:t>
            </a:r>
            <a:r>
              <a:rPr lang="it-IT" altLang="it-IT" sz="2400" i="1" dirty="0">
                <a:latin typeface="Calibri" panose="020F0502020204030204" pitchFamily="34" charset="0"/>
                <a:cs typeface="Calibri" panose="020F0502020204030204" pitchFamily="34" charset="0"/>
              </a:rPr>
              <a:t> </a:t>
            </a:r>
            <a:r>
              <a:rPr lang="it-IT" altLang="it-IT" sz="2400" i="1" dirty="0" err="1">
                <a:latin typeface="Calibri" panose="020F0502020204030204" pitchFamily="34" charset="0"/>
                <a:cs typeface="Calibri" panose="020F0502020204030204" pitchFamily="34" charset="0"/>
              </a:rPr>
              <a:t>mental</a:t>
            </a:r>
            <a:r>
              <a:rPr lang="it-IT" altLang="it-IT" sz="2400" i="1" dirty="0">
                <a:latin typeface="Calibri" panose="020F0502020204030204" pitchFamily="34" charset="0"/>
                <a:cs typeface="Calibri" panose="020F0502020204030204" pitchFamily="34" charset="0"/>
              </a:rPr>
              <a:t> </a:t>
            </a:r>
            <a:r>
              <a:rPr lang="it-IT" altLang="it-IT" sz="2400" i="1" dirty="0" err="1">
                <a:latin typeface="Calibri" panose="020F0502020204030204" pitchFamily="34" charset="0"/>
                <a:cs typeface="Calibri" panose="020F0502020204030204" pitchFamily="34" charset="0"/>
              </a:rPr>
              <a:t>structure</a:t>
            </a:r>
            <a:r>
              <a:rPr lang="it-IT" altLang="it-IT" sz="2400" i="1" dirty="0">
                <a:latin typeface="Calibri" panose="020F0502020204030204" pitchFamily="34" charset="0"/>
                <a:cs typeface="Calibri" panose="020F0502020204030204" pitchFamily="34" charset="0"/>
              </a:rPr>
              <a:t> </a:t>
            </a:r>
            <a:r>
              <a:rPr lang="it-IT" altLang="it-IT" sz="2400" i="1" dirty="0" err="1">
                <a:latin typeface="Calibri" panose="020F0502020204030204" pitchFamily="34" charset="0"/>
                <a:cs typeface="Calibri" panose="020F0502020204030204" pitchFamily="34" charset="0"/>
              </a:rPr>
              <a:t>is</a:t>
            </a:r>
            <a:r>
              <a:rPr lang="it-IT" altLang="it-IT" sz="2400" i="1" dirty="0">
                <a:latin typeface="Calibri" panose="020F0502020204030204" pitchFamily="34" charset="0"/>
                <a:cs typeface="Calibri" panose="020F0502020204030204" pitchFamily="34" charset="0"/>
              </a:rPr>
              <a:t> </a:t>
            </a:r>
            <a:r>
              <a:rPr lang="it-IT" altLang="it-IT" sz="2400" i="1" dirty="0" err="1">
                <a:latin typeface="Calibri" panose="020F0502020204030204" pitchFamily="34" charset="0"/>
                <a:cs typeface="Calibri" panose="020F0502020204030204" pitchFamily="34" charset="0"/>
              </a:rPr>
              <a:t>evoked</a:t>
            </a:r>
            <a:r>
              <a:rPr lang="it-IT" altLang="it-IT" sz="2400" i="1" dirty="0">
                <a:latin typeface="Calibri" panose="020F0502020204030204" pitchFamily="34" charset="0"/>
                <a:cs typeface="Calibri" panose="020F0502020204030204" pitchFamily="34" charset="0"/>
              </a:rPr>
              <a:t> by </a:t>
            </a:r>
            <a:r>
              <a:rPr lang="it-IT" altLang="it-IT" sz="2400" i="1" dirty="0" err="1">
                <a:latin typeface="Calibri" panose="020F0502020204030204" pitchFamily="34" charset="0"/>
                <a:cs typeface="Calibri" panose="020F0502020204030204" pitchFamily="34" charset="0"/>
              </a:rPr>
              <a:t>memory</a:t>
            </a:r>
            <a:r>
              <a:rPr lang="it-IT" altLang="it-IT" sz="2400" i="1" dirty="0">
                <a:latin typeface="Calibri" panose="020F0502020204030204" pitchFamily="34" charset="0"/>
                <a:cs typeface="Calibri" panose="020F0502020204030204" pitchFamily="34" charset="0"/>
              </a:rPr>
              <a:t>, </a:t>
            </a:r>
            <a:r>
              <a:rPr lang="it-IT" altLang="it-IT" sz="2400" i="1" dirty="0" err="1">
                <a:latin typeface="Calibri" panose="020F0502020204030204" pitchFamily="34" charset="0"/>
                <a:cs typeface="Calibri" panose="020F0502020204030204" pitchFamily="34" charset="0"/>
              </a:rPr>
              <a:t>which</a:t>
            </a:r>
            <a:r>
              <a:rPr lang="it-IT" altLang="it-IT" sz="2400" i="1" dirty="0">
                <a:latin typeface="Calibri" panose="020F0502020204030204" pitchFamily="34" charset="0"/>
                <a:cs typeface="Calibri" panose="020F0502020204030204" pitchFamily="34" charset="0"/>
              </a:rPr>
              <a:t>, by a </a:t>
            </a:r>
            <a:r>
              <a:rPr lang="it-IT" altLang="it-IT" sz="2400" i="1" dirty="0" err="1">
                <a:latin typeface="Calibri" panose="020F0502020204030204" pitchFamily="34" charset="0"/>
                <a:cs typeface="Calibri" panose="020F0502020204030204" pitchFamily="34" charset="0"/>
              </a:rPr>
              <a:t>process</a:t>
            </a:r>
            <a:r>
              <a:rPr lang="it-IT" altLang="it-IT" sz="2400" i="1" dirty="0">
                <a:latin typeface="Calibri" panose="020F0502020204030204" pitchFamily="34" charset="0"/>
                <a:cs typeface="Calibri" panose="020F0502020204030204" pitchFamily="34" charset="0"/>
              </a:rPr>
              <a:t> of </a:t>
            </a:r>
            <a:r>
              <a:rPr lang="it-IT" altLang="it-IT" sz="2400" i="1" dirty="0" err="1">
                <a:latin typeface="Calibri" panose="020F0502020204030204" pitchFamily="34" charset="0"/>
                <a:cs typeface="Calibri" panose="020F0502020204030204" pitchFamily="34" charset="0"/>
              </a:rPr>
              <a:t>instantiation</a:t>
            </a:r>
            <a:r>
              <a:rPr lang="it-IT" altLang="it-IT" sz="2400" i="1" dirty="0">
                <a:latin typeface="Calibri" panose="020F0502020204030204" pitchFamily="34" charset="0"/>
                <a:cs typeface="Calibri" panose="020F0502020204030204" pitchFamily="34" charset="0"/>
              </a:rPr>
              <a:t>, </a:t>
            </a:r>
            <a:r>
              <a:rPr lang="it-IT" altLang="it-IT" sz="2400" i="1" dirty="0" err="1">
                <a:latin typeface="Calibri" panose="020F0502020204030204" pitchFamily="34" charset="0"/>
                <a:cs typeface="Calibri" panose="020F0502020204030204" pitchFamily="34" charset="0"/>
              </a:rPr>
              <a:t>is</a:t>
            </a:r>
            <a:r>
              <a:rPr lang="it-IT" altLang="it-IT" sz="2400" i="1" dirty="0">
                <a:latin typeface="Calibri" panose="020F0502020204030204" pitchFamily="34" charset="0"/>
                <a:cs typeface="Calibri" panose="020F0502020204030204" pitchFamily="34" charset="0"/>
              </a:rPr>
              <a:t> </a:t>
            </a:r>
            <a:r>
              <a:rPr lang="it-IT" altLang="it-IT" sz="2400" i="1" dirty="0" err="1">
                <a:latin typeface="Calibri" panose="020F0502020204030204" pitchFamily="34" charset="0"/>
                <a:cs typeface="Calibri" panose="020F0502020204030204" pitchFamily="34" charset="0"/>
              </a:rPr>
              <a:t>adapted</a:t>
            </a:r>
            <a:r>
              <a:rPr lang="it-IT" altLang="it-IT" sz="2400" i="1" dirty="0">
                <a:latin typeface="Calibri" panose="020F0502020204030204" pitchFamily="34" charset="0"/>
                <a:cs typeface="Calibri" panose="020F0502020204030204" pitchFamily="34" charset="0"/>
              </a:rPr>
              <a:t> to the </a:t>
            </a:r>
            <a:r>
              <a:rPr lang="it-IT" altLang="it-IT" sz="2400" i="1" dirty="0" err="1">
                <a:latin typeface="Calibri" panose="020F0502020204030204" pitchFamily="34" charset="0"/>
                <a:cs typeface="Calibri" panose="020F0502020204030204" pitchFamily="34" charset="0"/>
              </a:rPr>
              <a:t>specific</a:t>
            </a:r>
            <a:r>
              <a:rPr lang="it-IT" altLang="it-IT" sz="2400" i="1" dirty="0">
                <a:latin typeface="Calibri" panose="020F0502020204030204" pitchFamily="34" charset="0"/>
                <a:cs typeface="Calibri" panose="020F0502020204030204" pitchFamily="34" charset="0"/>
              </a:rPr>
              <a:t> situation and </a:t>
            </a:r>
            <a:r>
              <a:rPr lang="it-IT" altLang="it-IT" sz="2400" i="1" dirty="0" err="1">
                <a:latin typeface="Calibri" panose="020F0502020204030204" pitchFamily="34" charset="0"/>
                <a:cs typeface="Calibri" panose="020F0502020204030204" pitchFamily="34" charset="0"/>
              </a:rPr>
              <a:t>provides</a:t>
            </a:r>
            <a:r>
              <a:rPr lang="it-IT" altLang="it-IT" sz="2400" i="1" dirty="0">
                <a:latin typeface="Calibri" panose="020F0502020204030204" pitchFamily="34" charset="0"/>
                <a:cs typeface="Calibri" panose="020F0502020204030204" pitchFamily="34" charset="0"/>
              </a:rPr>
              <a:t> a key to </a:t>
            </a:r>
            <a:r>
              <a:rPr lang="it-IT" altLang="it-IT" sz="2400" i="1" dirty="0" err="1">
                <a:latin typeface="Calibri" panose="020F0502020204030204" pitchFamily="34" charset="0"/>
                <a:cs typeface="Calibri" panose="020F0502020204030204" pitchFamily="34" charset="0"/>
              </a:rPr>
              <a:t>interpretation</a:t>
            </a:r>
            <a:r>
              <a:rPr lang="it-IT" altLang="it-IT" sz="2400" i="1" dirty="0">
                <a:latin typeface="Calibri" panose="020F0502020204030204" pitchFamily="34" charset="0"/>
                <a:cs typeface="Calibri" panose="020F0502020204030204" pitchFamily="34" charset="0"/>
              </a:rPr>
              <a:t> for </a:t>
            </a:r>
            <a:r>
              <a:rPr lang="it-IT" altLang="it-IT" sz="2400" i="1" dirty="0" err="1">
                <a:latin typeface="Calibri" panose="020F0502020204030204" pitchFamily="34" charset="0"/>
                <a:cs typeface="Calibri" panose="020F0502020204030204" pitchFamily="34" charset="0"/>
              </a:rPr>
              <a:t>it</a:t>
            </a:r>
            <a:r>
              <a:rPr lang="it-IT" altLang="it-IT" sz="2400" i="1" dirty="0">
                <a:latin typeface="Calibri" panose="020F0502020204030204" pitchFamily="34" charset="0"/>
                <a:cs typeface="Calibri" panose="020F0502020204030204" pitchFamily="34" charset="0"/>
              </a:rPr>
              <a:t>." </a:t>
            </a:r>
            <a:r>
              <a:rPr lang="it-IT" altLang="it-IT" sz="2400" dirty="0">
                <a:latin typeface="Calibri" panose="020F0502020204030204" pitchFamily="34" charset="0"/>
                <a:cs typeface="Calibri" panose="020F0502020204030204" pitchFamily="34" charset="0"/>
              </a:rPr>
              <a:t>
Data </a:t>
            </a:r>
            <a:r>
              <a:rPr lang="it-IT" altLang="it-IT" sz="2400" dirty="0" err="1">
                <a:latin typeface="Calibri" panose="020F0502020204030204" pitchFamily="34" charset="0"/>
                <a:cs typeface="Calibri" panose="020F0502020204030204" pitchFamily="34" charset="0"/>
              </a:rPr>
              <a:t>structure</a:t>
            </a:r>
            <a:r>
              <a:rPr lang="it-IT" altLang="it-IT" sz="2400" dirty="0">
                <a:latin typeface="Calibri" panose="020F0502020204030204" pitchFamily="34" charset="0"/>
                <a:cs typeface="Calibri" panose="020F0502020204030204" pitchFamily="34" charset="0"/>
              </a:rPr>
              <a:t> to </a:t>
            </a:r>
            <a:r>
              <a:rPr lang="it-IT" altLang="it-IT" sz="2400" dirty="0" err="1">
                <a:latin typeface="Calibri" panose="020F0502020204030204" pitchFamily="34" charset="0"/>
                <a:cs typeface="Calibri" panose="020F0502020204030204" pitchFamily="34" charset="0"/>
              </a:rPr>
              <a:t>represent</a:t>
            </a:r>
            <a:r>
              <a:rPr lang="it-IT" altLang="it-IT" sz="2400" dirty="0">
                <a:latin typeface="Calibri" panose="020F0502020204030204" pitchFamily="34" charset="0"/>
                <a:cs typeface="Calibri" panose="020F0502020204030204" pitchFamily="34" charset="0"/>
              </a:rPr>
              <a:t> "</a:t>
            </a:r>
            <a:r>
              <a:rPr lang="it-IT" altLang="it-IT" sz="2400" b="1" dirty="0" err="1">
                <a:latin typeface="Calibri" panose="020F0502020204030204" pitchFamily="34" charset="0"/>
                <a:cs typeface="Calibri" panose="020F0502020204030204" pitchFamily="34" charset="0"/>
              </a:rPr>
              <a:t>stereotypes</a:t>
            </a:r>
            <a:r>
              <a:rPr lang="it-IT" altLang="it-IT" sz="2400" dirty="0">
                <a:latin typeface="Calibri" panose="020F0502020204030204" pitchFamily="34" charset="0"/>
                <a:cs typeface="Calibri" panose="020F0502020204030204" pitchFamily="34" charset="0"/>
              </a:rPr>
              <a:t>", the </a:t>
            </a:r>
            <a:r>
              <a:rPr lang="it-IT" altLang="it-IT" sz="2400" dirty="0" err="1">
                <a:latin typeface="Calibri" panose="020F0502020204030204" pitchFamily="34" charset="0"/>
                <a:cs typeface="Calibri" panose="020F0502020204030204" pitchFamily="34" charset="0"/>
              </a:rPr>
              <a:t>fundamental</a:t>
            </a:r>
            <a:r>
              <a:rPr lang="it-IT" altLang="it-IT" sz="2400" dirty="0">
                <a:latin typeface="Calibri" panose="020F0502020204030204" pitchFamily="34" charset="0"/>
                <a:cs typeface="Calibri" panose="020F0502020204030204" pitchFamily="34" charset="0"/>
              </a:rPr>
              <a:t> </a:t>
            </a:r>
            <a:r>
              <a:rPr lang="it-IT" altLang="it-IT" sz="2400" dirty="0" err="1">
                <a:latin typeface="Calibri" panose="020F0502020204030204" pitchFamily="34" charset="0"/>
                <a:cs typeface="Calibri" panose="020F0502020204030204" pitchFamily="34" charset="0"/>
              </a:rPr>
              <a:t>role</a:t>
            </a:r>
            <a:r>
              <a:rPr lang="it-IT" altLang="it-IT" sz="2400" dirty="0">
                <a:latin typeface="Calibri" panose="020F0502020204030204" pitchFamily="34" charset="0"/>
                <a:cs typeface="Calibri" panose="020F0502020204030204" pitchFamily="34" charset="0"/>
              </a:rPr>
              <a:t> of </a:t>
            </a:r>
            <a:r>
              <a:rPr lang="it-IT" altLang="it-IT" sz="2400" b="1" dirty="0">
                <a:latin typeface="Calibri" panose="020F0502020204030204" pitchFamily="34" charset="0"/>
                <a:cs typeface="Calibri" panose="020F0502020204030204" pitchFamily="34" charset="0"/>
              </a:rPr>
              <a:t>defaults</a:t>
            </a:r>
            <a:endParaRPr lang="en-GB" altLang="it-IT" sz="2400" b="1" i="1" dirty="0">
              <a:latin typeface="Calibri" panose="020F0502020204030204" pitchFamily="34" charset="0"/>
              <a:cs typeface="Calibri" panose="020F0502020204030204" pitchFamily="34" charset="0"/>
            </a:endParaRPr>
          </a:p>
        </p:txBody>
      </p:sp>
      <p:sp>
        <p:nvSpPr>
          <p:cNvPr id="2" name="Segnaposto data 1">
            <a:extLst>
              <a:ext uri="{FF2B5EF4-FFF2-40B4-BE49-F238E27FC236}">
                <a16:creationId xmlns:a16="http://schemas.microsoft.com/office/drawing/2014/main" id="{023DC0E1-24FF-F3BC-DF4A-DAF928212999}"/>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DBE92F51-787E-2B52-D0E1-7652B78C6014}"/>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2E9714F6-C6ED-60CD-515C-7F3C8972188A}"/>
              </a:ext>
            </a:extLst>
          </p:cNvPr>
          <p:cNvSpPr>
            <a:spLocks noGrp="1"/>
          </p:cNvSpPr>
          <p:nvPr>
            <p:ph type="sldNum" sz="quarter" idx="12"/>
          </p:nvPr>
        </p:nvSpPr>
        <p:spPr/>
        <p:txBody>
          <a:bodyPr/>
          <a:lstStyle/>
          <a:p>
            <a:pPr>
              <a:defRPr/>
            </a:pPr>
            <a:fld id="{43CD341D-7438-4FA4-973F-6F9EECBD14B9}" type="slidenum">
              <a:rPr lang="it-IT" altLang="it-IT" smtClean="0"/>
              <a:pPr>
                <a:defRPr/>
              </a:pPr>
              <a:t>33</a:t>
            </a:fld>
            <a:endParaRPr lang="it-IT" altLang="it-IT"/>
          </a:p>
        </p:txBody>
      </p:sp>
    </p:spTree>
    <p:extLst>
      <p:ext uri="{BB962C8B-B14F-4D97-AF65-F5344CB8AC3E}">
        <p14:creationId xmlns:p14="http://schemas.microsoft.com/office/powerpoint/2010/main" val="34720487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04B229CB-2D77-B945-9FAA-D6A176BF203A}"/>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dirty="0">
                <a:latin typeface="Calibri" panose="020F0502020204030204" pitchFamily="34" charset="0"/>
                <a:cs typeface="Calibri" panose="020F0502020204030204" pitchFamily="34" charset="0"/>
              </a:rPr>
              <a:t>"Frames" as a data structure</a:t>
            </a:r>
            <a:endParaRPr lang="en-GB" altLang="it-IT" dirty="0">
              <a:latin typeface="Calibri" panose="020F0502020204030204" pitchFamily="34" charset="0"/>
              <a:cs typeface="Calibri" panose="020F0502020204030204" pitchFamily="34" charset="0"/>
            </a:endParaRPr>
          </a:p>
        </p:txBody>
      </p:sp>
      <p:sp>
        <p:nvSpPr>
          <p:cNvPr id="129027" name="Rectangle 3">
            <a:extLst>
              <a:ext uri="{FF2B5EF4-FFF2-40B4-BE49-F238E27FC236}">
                <a16:creationId xmlns:a16="http://schemas.microsoft.com/office/drawing/2014/main" id="{E52D4128-D323-CE4B-A302-C16A6E24E866}"/>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it-IT" altLang="it-IT" sz="2000" dirty="0" err="1"/>
              <a:t>Conditions</a:t>
            </a:r>
            <a:r>
              <a:rPr lang="it-IT" altLang="it-IT" sz="2000" dirty="0"/>
              <a:t> for activation
Collection of slot-filler </a:t>
            </a:r>
            <a:r>
              <a:rPr lang="it-IT" altLang="it-IT" sz="2000" dirty="0" err="1"/>
              <a:t>pairs</a:t>
            </a:r>
            <a:r>
              <a:rPr lang="it-IT" altLang="it-IT" sz="2000" dirty="0"/>
              <a:t> (</a:t>
            </a:r>
            <a:r>
              <a:rPr lang="it-IT" altLang="it-IT" sz="2000" dirty="0" err="1"/>
              <a:t>attribute-value</a:t>
            </a:r>
            <a:r>
              <a:rPr lang="it-IT" altLang="it-IT" sz="2000" dirty="0"/>
              <a:t>)</a:t>
            </a:r>
          </a:p>
          <a:p>
            <a:pPr lvl="1"/>
            <a:r>
              <a:rPr lang="it-IT" altLang="it-IT" sz="1600" dirty="0"/>
              <a:t>Fillers can </a:t>
            </a:r>
            <a:r>
              <a:rPr lang="it-IT" altLang="it-IT" sz="1600" dirty="0" err="1"/>
              <a:t>have</a:t>
            </a:r>
            <a:r>
              <a:rPr lang="it-IT" altLang="it-IT" sz="1600" dirty="0"/>
              <a:t> </a:t>
            </a:r>
            <a:r>
              <a:rPr lang="it-IT" altLang="it-IT" sz="1600" dirty="0" err="1"/>
              <a:t>different</a:t>
            </a:r>
            <a:r>
              <a:rPr lang="it-IT" altLang="it-IT" sz="1600" dirty="0"/>
              <a:t> </a:t>
            </a:r>
            <a:r>
              <a:rPr lang="it-IT" altLang="it-IT" sz="1600" dirty="0" err="1"/>
              <a:t>aspects</a:t>
            </a:r>
            <a:r>
              <a:rPr lang="it-IT" altLang="it-IT" sz="1600" dirty="0"/>
              <a:t> (</a:t>
            </a:r>
            <a:r>
              <a:rPr lang="it-IT" altLang="it-IT" sz="1600" dirty="0" err="1"/>
              <a:t>facets</a:t>
            </a:r>
            <a:r>
              <a:rPr lang="it-IT" altLang="it-IT" sz="1600" dirty="0"/>
              <a:t>)
</a:t>
            </a:r>
            <a:r>
              <a:rPr lang="it-IT" altLang="it-IT" sz="1600" dirty="0" err="1"/>
              <a:t>Specific</a:t>
            </a:r>
            <a:r>
              <a:rPr lang="it-IT" altLang="it-IT" sz="1600" dirty="0"/>
              <a:t> </a:t>
            </a:r>
            <a:r>
              <a:rPr lang="it-IT" altLang="it-IT" sz="1600" dirty="0" err="1"/>
              <a:t>value</a:t>
            </a:r>
            <a:r>
              <a:rPr lang="it-IT" altLang="it-IT" sz="1600" dirty="0"/>
              <a:t>
</a:t>
            </a:r>
            <a:r>
              <a:rPr lang="it-IT" altLang="it-IT" sz="1600" dirty="0" err="1"/>
              <a:t>value</a:t>
            </a:r>
            <a:r>
              <a:rPr lang="it-IT" altLang="it-IT" sz="1600" dirty="0"/>
              <a:t> </a:t>
            </a:r>
            <a:r>
              <a:rPr lang="it-IT" altLang="it-IT" sz="1600" dirty="0" err="1"/>
              <a:t>restriction</a:t>
            </a:r>
            <a:r>
              <a:rPr lang="it-IT" altLang="it-IT" sz="1600" dirty="0"/>
              <a:t>, </a:t>
            </a:r>
            <a:r>
              <a:rPr lang="it-IT" altLang="it-IT" sz="1600" dirty="0" err="1"/>
              <a:t>reference</a:t>
            </a:r>
            <a:r>
              <a:rPr lang="it-IT" altLang="it-IT" sz="1600" dirty="0"/>
              <a:t> to </a:t>
            </a:r>
            <a:r>
              <a:rPr lang="it-IT" altLang="it-IT" sz="1600" dirty="0" err="1"/>
              <a:t>another</a:t>
            </a:r>
            <a:r>
              <a:rPr lang="it-IT" altLang="it-IT" sz="1600" dirty="0"/>
              <a:t> frame
default </a:t>
            </a:r>
            <a:r>
              <a:rPr lang="it-IT" altLang="it-IT" sz="1600" dirty="0" err="1"/>
              <a:t>value</a:t>
            </a:r>
            <a:endParaRPr lang="it-IT" altLang="it-IT" sz="1600" dirty="0"/>
          </a:p>
          <a:p>
            <a:r>
              <a:rPr lang="it-IT" altLang="it-IT" sz="2000" dirty="0"/>
              <a:t>A procedure to be </a:t>
            </a:r>
            <a:r>
              <a:rPr lang="it-IT" altLang="it-IT" sz="2000" dirty="0" err="1"/>
              <a:t>triggered</a:t>
            </a:r>
            <a:r>
              <a:rPr lang="it-IT" altLang="it-IT" sz="2000" dirty="0"/>
              <a:t> </a:t>
            </a:r>
            <a:r>
              <a:rPr lang="it-IT" altLang="it-IT" sz="2000" dirty="0" err="1"/>
              <a:t>when</a:t>
            </a:r>
            <a:r>
              <a:rPr lang="it-IT" altLang="it-IT" sz="2000" dirty="0"/>
              <a:t> the slot </a:t>
            </a:r>
            <a:r>
              <a:rPr lang="it-IT" altLang="it-IT" sz="2000" dirty="0" err="1"/>
              <a:t>receives</a:t>
            </a:r>
            <a:r>
              <a:rPr lang="it-IT" altLang="it-IT" sz="2000" dirty="0"/>
              <a:t> a </a:t>
            </a:r>
            <a:r>
              <a:rPr lang="it-IT" altLang="it-IT" sz="2000" dirty="0" err="1"/>
              <a:t>value</a:t>
            </a:r>
            <a:r>
              <a:rPr lang="it-IT" altLang="it-IT" sz="2000" dirty="0"/>
              <a:t> (</a:t>
            </a:r>
            <a:r>
              <a:rPr lang="it-IT" altLang="it-IT" sz="2000" dirty="0" err="1"/>
              <a:t>if-added</a:t>
            </a:r>
            <a:r>
              <a:rPr lang="it-IT" altLang="it-IT" sz="2000" dirty="0"/>
              <a:t>) or the slot </a:t>
            </a:r>
            <a:r>
              <a:rPr lang="it-IT" altLang="it-IT" sz="2000" dirty="0" err="1"/>
              <a:t>value</a:t>
            </a:r>
            <a:r>
              <a:rPr lang="it-IT" altLang="it-IT" sz="2000" dirty="0"/>
              <a:t> </a:t>
            </a:r>
            <a:r>
              <a:rPr lang="it-IT" altLang="it-IT" sz="2000" dirty="0" err="1"/>
              <a:t>is</a:t>
            </a:r>
            <a:r>
              <a:rPr lang="it-IT" altLang="it-IT" sz="2000" dirty="0"/>
              <a:t> </a:t>
            </a:r>
            <a:r>
              <a:rPr lang="it-IT" altLang="it-IT" sz="2000" dirty="0" err="1"/>
              <a:t>required</a:t>
            </a:r>
            <a:r>
              <a:rPr lang="it-IT" altLang="it-IT" sz="2000" dirty="0"/>
              <a:t> (</a:t>
            </a:r>
            <a:r>
              <a:rPr lang="it-IT" altLang="it-IT" sz="2000" dirty="0" err="1"/>
              <a:t>if</a:t>
            </a:r>
            <a:r>
              <a:rPr lang="it-IT" altLang="it-IT" sz="2000" dirty="0"/>
              <a:t> -</a:t>
            </a:r>
            <a:r>
              <a:rPr lang="it-IT" altLang="it-IT" sz="2000" dirty="0" err="1"/>
              <a:t>needed</a:t>
            </a:r>
            <a:r>
              <a:rPr lang="it-IT" altLang="it-IT" sz="2000" dirty="0"/>
              <a:t>) </a:t>
            </a:r>
            <a:r>
              <a:rPr lang="it-IT" altLang="it-IT" sz="2000" dirty="0" err="1"/>
              <a:t>daemons</a:t>
            </a:r>
            <a:r>
              <a:rPr lang="it-IT" altLang="it-IT" sz="2000" dirty="0"/>
              <a:t> or </a:t>
            </a:r>
            <a:r>
              <a:rPr lang="it-IT" altLang="it-IT" sz="2000" dirty="0" err="1"/>
              <a:t>procedural</a:t>
            </a:r>
            <a:r>
              <a:rPr lang="it-IT" altLang="it-IT" sz="2000" dirty="0"/>
              <a:t> attachments</a:t>
            </a:r>
          </a:p>
          <a:p>
            <a:pPr lvl="1"/>
            <a:r>
              <a:rPr lang="it-IT" altLang="it-IT" sz="1600" dirty="0" err="1"/>
              <a:t>Particular</a:t>
            </a:r>
            <a:r>
              <a:rPr lang="it-IT" altLang="it-IT" sz="1600" dirty="0"/>
              <a:t> slots are IS and IS-A for </a:t>
            </a:r>
            <a:r>
              <a:rPr lang="it-IT" altLang="it-IT" sz="1600" dirty="0" err="1"/>
              <a:t>hierarchical</a:t>
            </a:r>
            <a:r>
              <a:rPr lang="it-IT" altLang="it-IT" sz="1600" dirty="0"/>
              <a:t> </a:t>
            </a:r>
            <a:r>
              <a:rPr lang="it-IT" altLang="it-IT" sz="1600" dirty="0" err="1"/>
              <a:t>organization</a:t>
            </a:r>
            <a:r>
              <a:rPr lang="it-IT" altLang="it-IT" sz="1600" dirty="0"/>
              <a:t> of frames in frame systems</a:t>
            </a:r>
            <a:endParaRPr lang="en-GB" altLang="it-IT" sz="1600" i="1" dirty="0"/>
          </a:p>
        </p:txBody>
      </p:sp>
      <p:sp>
        <p:nvSpPr>
          <p:cNvPr id="2" name="Segnaposto data 1">
            <a:extLst>
              <a:ext uri="{FF2B5EF4-FFF2-40B4-BE49-F238E27FC236}">
                <a16:creationId xmlns:a16="http://schemas.microsoft.com/office/drawing/2014/main" id="{7A0CAB23-D7F5-2DDD-A79E-0DE1BD523FF8}"/>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176E0FD2-EA82-4DE4-B32D-33822CE738E0}"/>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82936E15-3886-D2BA-EEF8-73DA77DB160F}"/>
              </a:ext>
            </a:extLst>
          </p:cNvPr>
          <p:cNvSpPr>
            <a:spLocks noGrp="1"/>
          </p:cNvSpPr>
          <p:nvPr>
            <p:ph type="sldNum" sz="quarter" idx="12"/>
          </p:nvPr>
        </p:nvSpPr>
        <p:spPr/>
        <p:txBody>
          <a:bodyPr/>
          <a:lstStyle/>
          <a:p>
            <a:pPr>
              <a:defRPr/>
            </a:pPr>
            <a:fld id="{43CD341D-7438-4FA4-973F-6F9EECBD14B9}" type="slidenum">
              <a:rPr lang="it-IT" altLang="it-IT" smtClean="0"/>
              <a:pPr>
                <a:defRPr/>
              </a:pPr>
              <a:t>34</a:t>
            </a:fld>
            <a:endParaRPr lang="it-IT" altLang="it-IT"/>
          </a:p>
        </p:txBody>
      </p:sp>
    </p:spTree>
    <p:extLst>
      <p:ext uri="{BB962C8B-B14F-4D97-AF65-F5344CB8AC3E}">
        <p14:creationId xmlns:p14="http://schemas.microsoft.com/office/powerpoint/2010/main" val="2330967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B7670BD3-4996-3D4E-9116-A0052D348B1E}"/>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dirty="0">
                <a:latin typeface="Calibri" panose="020F0502020204030204" pitchFamily="34" charset="0"/>
                <a:cs typeface="Calibri" panose="020F0502020204030204" pitchFamily="34" charset="0"/>
              </a:rPr>
              <a:t>Example: A hotel room</a:t>
            </a:r>
            <a:endParaRPr lang="en-GB" altLang="it-IT" dirty="0">
              <a:latin typeface="Calibri" panose="020F0502020204030204" pitchFamily="34" charset="0"/>
              <a:cs typeface="Calibri" panose="020F0502020204030204" pitchFamily="34" charset="0"/>
            </a:endParaRPr>
          </a:p>
        </p:txBody>
      </p:sp>
      <p:sp>
        <p:nvSpPr>
          <p:cNvPr id="130053" name="Rectangle 5">
            <a:extLst>
              <a:ext uri="{FF2B5EF4-FFF2-40B4-BE49-F238E27FC236}">
                <a16:creationId xmlns:a16="http://schemas.microsoft.com/office/drawing/2014/main" id="{48813E0C-147C-6344-B659-D106862FFBBE}"/>
              </a:ext>
            </a:extLst>
          </p:cNvPr>
          <p:cNvSpPr>
            <a:spLocks noChangeArrowheads="1"/>
          </p:cNvSpPr>
          <p:nvPr/>
        </p:nvSpPr>
        <p:spPr bwMode="auto">
          <a:xfrm>
            <a:off x="2993231" y="985838"/>
            <a:ext cx="6858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endParaRPr>
          </a:p>
        </p:txBody>
      </p:sp>
      <p:graphicFrame>
        <p:nvGraphicFramePr>
          <p:cNvPr id="66563" name="Object 4">
            <a:extLst>
              <a:ext uri="{FF2B5EF4-FFF2-40B4-BE49-F238E27FC236}">
                <a16:creationId xmlns:a16="http://schemas.microsoft.com/office/drawing/2014/main" id="{687F728D-D9B4-8749-B1D7-9B254468616D}"/>
              </a:ext>
            </a:extLst>
          </p:cNvPr>
          <p:cNvGraphicFramePr>
            <a:graphicFrameLocks noChangeAspect="1"/>
          </p:cNvGraphicFramePr>
          <p:nvPr/>
        </p:nvGraphicFramePr>
        <p:xfrm>
          <a:off x="2514601" y="1085850"/>
          <a:ext cx="3755231" cy="3771900"/>
        </p:xfrm>
        <a:graphic>
          <a:graphicData uri="http://schemas.openxmlformats.org/presentationml/2006/ole">
            <mc:AlternateContent xmlns:mc="http://schemas.openxmlformats.org/markup-compatibility/2006">
              <mc:Choice xmlns:v="urn:schemas-microsoft-com:vml" Requires="v">
                <p:oleObj r:id="rId3" imgW="2806700" imgH="2819400" progId="MSPhotoEd.3">
                  <p:embed/>
                </p:oleObj>
              </mc:Choice>
              <mc:Fallback>
                <p:oleObj r:id="rId3" imgW="2806700" imgH="2819400" progId="MSPhotoEd.3">
                  <p:embed/>
                  <p:pic>
                    <p:nvPicPr>
                      <p:cNvPr id="66563" name="Object 4">
                        <a:extLst>
                          <a:ext uri="{FF2B5EF4-FFF2-40B4-BE49-F238E27FC236}">
                            <a16:creationId xmlns:a16="http://schemas.microsoft.com/office/drawing/2014/main" id="{687F728D-D9B4-8749-B1D7-9B25446861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1" y="1085850"/>
                        <a:ext cx="3755231"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Segnaposto data 1">
            <a:extLst>
              <a:ext uri="{FF2B5EF4-FFF2-40B4-BE49-F238E27FC236}">
                <a16:creationId xmlns:a16="http://schemas.microsoft.com/office/drawing/2014/main" id="{573C9F55-B44D-F65B-9106-A75F9303898C}"/>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96D0307E-DC7C-9533-BA9E-22EA49568A02}"/>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B2C3A9D9-4904-C9DC-685F-C18544033552}"/>
              </a:ext>
            </a:extLst>
          </p:cNvPr>
          <p:cNvSpPr>
            <a:spLocks noGrp="1"/>
          </p:cNvSpPr>
          <p:nvPr>
            <p:ph type="sldNum" sz="quarter" idx="12"/>
          </p:nvPr>
        </p:nvSpPr>
        <p:spPr/>
        <p:txBody>
          <a:bodyPr/>
          <a:lstStyle/>
          <a:p>
            <a:pPr>
              <a:defRPr/>
            </a:pPr>
            <a:fld id="{43CD341D-7438-4FA4-973F-6F9EECBD14B9}" type="slidenum">
              <a:rPr lang="it-IT" altLang="it-IT" smtClean="0"/>
              <a:pPr>
                <a:defRPr/>
              </a:pPr>
              <a:t>35</a:t>
            </a:fld>
            <a:endParaRPr lang="it-IT" altLang="it-IT"/>
          </a:p>
        </p:txBody>
      </p:sp>
    </p:spTree>
    <p:extLst>
      <p:ext uri="{BB962C8B-B14F-4D97-AF65-F5344CB8AC3E}">
        <p14:creationId xmlns:p14="http://schemas.microsoft.com/office/powerpoint/2010/main" val="37020888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6A8E213E-47C2-0B49-8491-FF1C52068EE2}"/>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Frames and logic</a:t>
            </a:r>
            <a:endParaRPr lang="en-GB" dirty="0"/>
          </a:p>
        </p:txBody>
      </p:sp>
      <p:sp>
        <p:nvSpPr>
          <p:cNvPr id="132099" name="Rectangle 3">
            <a:extLst>
              <a:ext uri="{FF2B5EF4-FFF2-40B4-BE49-F238E27FC236}">
                <a16:creationId xmlns:a16="http://schemas.microsoft.com/office/drawing/2014/main" id="{9BC991A8-E207-4B41-BCA5-7A51A42179FE}"/>
              </a:ext>
            </a:extLst>
          </p:cNvPr>
          <p:cNvSpPr>
            <a:spLocks noGrp="1" noChangeArrowheads="1"/>
          </p:cNvSpPr>
          <p:nvPr>
            <p:ph type="body"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it-IT" altLang="it-IT" sz="2800" dirty="0"/>
              <a:t>Natural concepts, </a:t>
            </a:r>
            <a:r>
              <a:rPr lang="it-IT" altLang="it-IT" sz="2800" dirty="0" err="1"/>
              <a:t>unlike</a:t>
            </a:r>
            <a:r>
              <a:rPr lang="it-IT" altLang="it-IT" sz="2800" dirty="0"/>
              <a:t> </a:t>
            </a:r>
            <a:r>
              <a:rPr lang="it-IT" altLang="it-IT" sz="2800" dirty="0" err="1"/>
              <a:t>mathematical</a:t>
            </a:r>
            <a:r>
              <a:rPr lang="it-IT" altLang="it-IT" sz="2800" dirty="0"/>
              <a:t> concepts, </a:t>
            </a:r>
            <a:r>
              <a:rPr lang="it-IT" altLang="it-IT" sz="2800" dirty="0" err="1"/>
              <a:t>rarely</a:t>
            </a:r>
            <a:r>
              <a:rPr lang="it-IT" altLang="it-IT" sz="2800" dirty="0"/>
              <a:t> </a:t>
            </a:r>
            <a:r>
              <a:rPr lang="it-IT" altLang="it-IT" sz="2800" dirty="0" err="1"/>
              <a:t>admit</a:t>
            </a:r>
            <a:r>
              <a:rPr lang="it-IT" altLang="it-IT" sz="2800" dirty="0"/>
              <a:t> of </a:t>
            </a:r>
            <a:r>
              <a:rPr lang="it-IT" altLang="it-IT" sz="2800" dirty="0" err="1"/>
              <a:t>definitions</a:t>
            </a:r>
            <a:r>
              <a:rPr lang="it-IT" altLang="it-IT" sz="2800" dirty="0"/>
              <a:t> of the </a:t>
            </a:r>
            <a:r>
              <a:rPr lang="it-IT" altLang="it-IT" sz="2800" dirty="0" err="1"/>
              <a:t>kind</a:t>
            </a:r>
            <a:r>
              <a:rPr lang="it-IT" altLang="it-IT" sz="2800" dirty="0"/>
              <a:t> </a:t>
            </a:r>
            <a:r>
              <a:rPr lang="it-IT" altLang="it-IT" sz="2800" dirty="0" err="1"/>
              <a:t>necessary</a:t>
            </a:r>
            <a:r>
              <a:rPr lang="it-IT" altLang="it-IT" sz="2800" dirty="0"/>
              <a:t> and </a:t>
            </a:r>
            <a:r>
              <a:rPr lang="it-IT" altLang="it-IT" sz="2800" dirty="0" err="1"/>
              <a:t>sufficient</a:t>
            </a:r>
            <a:r>
              <a:rPr lang="it-IT" altLang="it-IT" sz="2800" dirty="0"/>
              <a:t>	</a:t>
            </a:r>
          </a:p>
          <a:p>
            <a:pPr marL="0" indent="0">
              <a:buNone/>
            </a:pPr>
            <a:endParaRPr lang="it-IT" altLang="it-IT" sz="2800" dirty="0"/>
          </a:p>
          <a:p>
            <a:pPr marL="0" indent="0">
              <a:buNone/>
            </a:pPr>
            <a:r>
              <a:rPr lang="it-IT" altLang="it-IT" sz="2400" dirty="0" err="1"/>
              <a:t>Quadrilater</a:t>
            </a:r>
            <a:r>
              <a:rPr lang="it-IT" altLang="it-IT" sz="2400" dirty="0"/>
              <a:t> (x) </a:t>
            </a:r>
            <a:r>
              <a:rPr lang="it-IT" altLang="it-IT" sz="2400" dirty="0">
                <a:sym typeface="Symbol" pitchFamily="2" charset="2"/>
              </a:rPr>
              <a:t></a:t>
            </a:r>
            <a:r>
              <a:rPr lang="it-IT" altLang="it-IT" sz="2400" dirty="0"/>
              <a:t> </a:t>
            </a:r>
            <a:r>
              <a:rPr lang="it-IT" altLang="it-IT" sz="2400" dirty="0" err="1"/>
              <a:t>Polygon</a:t>
            </a:r>
            <a:r>
              <a:rPr lang="it-IT" altLang="it-IT" sz="2400" dirty="0"/>
              <a:t>(x) </a:t>
            </a:r>
            <a:r>
              <a:rPr lang="it-IT" altLang="it-IT" sz="2400" dirty="0">
                <a:sym typeface="Symbol" pitchFamily="2" charset="2"/>
              </a:rPr>
              <a:t></a:t>
            </a:r>
            <a:r>
              <a:rPr lang="it-IT" altLang="it-IT" sz="2400" dirty="0"/>
              <a:t> </a:t>
            </a:r>
            <a:r>
              <a:rPr lang="it-IT" altLang="it-IT" sz="2400" dirty="0" err="1"/>
              <a:t>N-edges</a:t>
            </a:r>
            <a:r>
              <a:rPr lang="it-IT" altLang="it-IT" sz="2400" dirty="0"/>
              <a:t>(x,4)</a:t>
            </a:r>
          </a:p>
          <a:p>
            <a:pPr>
              <a:buNone/>
            </a:pPr>
            <a:r>
              <a:rPr lang="it-IT" altLang="it-IT" sz="2400" dirty="0"/>
              <a:t>Bird(x) </a:t>
            </a:r>
            <a:r>
              <a:rPr lang="it-IT" altLang="it-IT" sz="2400" dirty="0">
                <a:sym typeface="Symbol" pitchFamily="2" charset="2"/>
              </a:rPr>
              <a:t></a:t>
            </a:r>
            <a:r>
              <a:rPr lang="it-IT" altLang="it-IT" sz="2400" dirty="0"/>
              <a:t> Two-</a:t>
            </a:r>
            <a:r>
              <a:rPr lang="it-IT" altLang="it-IT" sz="2400" dirty="0" err="1"/>
              <a:t>legged</a:t>
            </a:r>
            <a:r>
              <a:rPr lang="it-IT" altLang="it-IT" sz="2400" dirty="0"/>
              <a:t>(x) </a:t>
            </a:r>
            <a:r>
              <a:rPr lang="it-IT" altLang="it-IT" sz="2400" dirty="0">
                <a:sym typeface="Symbol" pitchFamily="2" charset="2"/>
              </a:rPr>
              <a:t></a:t>
            </a:r>
            <a:r>
              <a:rPr lang="it-IT" altLang="it-IT" sz="2400" dirty="0"/>
              <a:t> </a:t>
            </a:r>
            <a:r>
              <a:rPr lang="it-IT" altLang="it-IT" sz="2400" dirty="0" err="1"/>
              <a:t>Feathered</a:t>
            </a:r>
            <a:r>
              <a:rPr lang="it-IT" altLang="it-IT" sz="2400" dirty="0"/>
              <a:t> (x) </a:t>
            </a:r>
            <a:r>
              <a:rPr lang="it-IT" altLang="it-IT" sz="2400" dirty="0">
                <a:sym typeface="Symbol" pitchFamily="2" charset="2"/>
              </a:rPr>
              <a:t></a:t>
            </a:r>
            <a:r>
              <a:rPr lang="it-IT" altLang="it-IT" sz="2400" dirty="0"/>
              <a:t> </a:t>
            </a:r>
            <a:r>
              <a:rPr lang="it-IT" altLang="it-IT" sz="2400" dirty="0" err="1"/>
              <a:t>Flies</a:t>
            </a:r>
            <a:r>
              <a:rPr lang="it-IT" altLang="it-IT" sz="2400" dirty="0"/>
              <a:t>(x) … ?</a:t>
            </a:r>
            <a:endParaRPr lang="en-GB" altLang="it-IT" sz="2400" dirty="0"/>
          </a:p>
        </p:txBody>
      </p:sp>
      <p:sp>
        <p:nvSpPr>
          <p:cNvPr id="2" name="Segnaposto data 1">
            <a:extLst>
              <a:ext uri="{FF2B5EF4-FFF2-40B4-BE49-F238E27FC236}">
                <a16:creationId xmlns:a16="http://schemas.microsoft.com/office/drawing/2014/main" id="{52066594-023F-13A7-28BA-C4DDED7E33D1}"/>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714258FB-CF73-B223-54E8-68967575736E}"/>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597C4003-77E5-322E-43A3-8133A793A47F}"/>
              </a:ext>
            </a:extLst>
          </p:cNvPr>
          <p:cNvSpPr>
            <a:spLocks noGrp="1"/>
          </p:cNvSpPr>
          <p:nvPr>
            <p:ph type="sldNum" sz="quarter" idx="12"/>
          </p:nvPr>
        </p:nvSpPr>
        <p:spPr/>
        <p:txBody>
          <a:bodyPr/>
          <a:lstStyle/>
          <a:p>
            <a:pPr>
              <a:defRPr/>
            </a:pPr>
            <a:fld id="{43CD341D-7438-4FA4-973F-6F9EECBD14B9}" type="slidenum">
              <a:rPr lang="it-IT" altLang="it-IT" smtClean="0"/>
              <a:pPr>
                <a:defRPr/>
              </a:pPr>
              <a:t>36</a:t>
            </a:fld>
            <a:endParaRPr lang="it-IT" altLang="it-IT"/>
          </a:p>
        </p:txBody>
      </p:sp>
    </p:spTree>
    <p:extLst>
      <p:ext uri="{BB962C8B-B14F-4D97-AF65-F5344CB8AC3E}">
        <p14:creationId xmlns:p14="http://schemas.microsoft.com/office/powerpoint/2010/main" val="1994127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FC14DC14-E5EE-CE43-AC19-970C77102552}"/>
              </a:ext>
            </a:extLst>
          </p:cNvPr>
          <p:cNvSpPr>
            <a:spLocks noGrp="1" noChangeArrowheads="1"/>
          </p:cNvSpPr>
          <p:nvPr>
            <p:ph type="title"/>
          </p:nvPr>
        </p:nvSpPr>
        <p:spPr>
          <a:xfrm>
            <a:off x="1314450" y="171450"/>
            <a:ext cx="6478191" cy="617935"/>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r>
              <a:rPr lang="en-US" dirty="0"/>
              <a:t>Prototypes</a:t>
            </a:r>
            <a:endParaRPr lang="en-GB" dirty="0"/>
          </a:p>
        </p:txBody>
      </p:sp>
      <p:sp>
        <p:nvSpPr>
          <p:cNvPr id="133123" name="Rectangle 3">
            <a:extLst>
              <a:ext uri="{FF2B5EF4-FFF2-40B4-BE49-F238E27FC236}">
                <a16:creationId xmlns:a16="http://schemas.microsoft.com/office/drawing/2014/main" id="{5DF23A7A-48B5-AE49-A2B3-B2C7C8C39A84}"/>
              </a:ext>
            </a:extLst>
          </p:cNvPr>
          <p:cNvSpPr>
            <a:spLocks noGrp="1" noChangeArrowheads="1"/>
          </p:cNvSpPr>
          <p:nvPr>
            <p:ph type="body" idx="1"/>
          </p:nvPr>
        </p:nvSpPr>
        <p:spPr>
          <a:xfrm>
            <a:off x="283779" y="800100"/>
            <a:ext cx="8471338" cy="4229100"/>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it-IT" altLang="it-IT" sz="1600" dirty="0" err="1"/>
              <a:t>What</a:t>
            </a:r>
            <a:r>
              <a:rPr lang="it-IT" altLang="it-IT" sz="1600" dirty="0"/>
              <a:t> </a:t>
            </a:r>
            <a:r>
              <a:rPr lang="it-IT" altLang="it-IT" sz="1600" dirty="0" err="1"/>
              <a:t>typically</a:t>
            </a:r>
            <a:r>
              <a:rPr lang="it-IT" altLang="it-IT" sz="1600" dirty="0"/>
              <a:t> </a:t>
            </a:r>
            <a:r>
              <a:rPr lang="it-IT" altLang="it-IT" sz="1600" dirty="0" err="1"/>
              <a:t>characterizes</a:t>
            </a:r>
            <a:r>
              <a:rPr lang="it-IT" altLang="it-IT" sz="1600" dirty="0"/>
              <a:t> a concept ...
</a:t>
            </a:r>
            <a:r>
              <a:rPr lang="it-IT" altLang="it-IT" sz="1600" dirty="0" err="1"/>
              <a:t>Necessary</a:t>
            </a:r>
            <a:r>
              <a:rPr lang="it-IT" altLang="it-IT" sz="1600" dirty="0"/>
              <a:t> </a:t>
            </a:r>
            <a:r>
              <a:rPr lang="it-IT" altLang="it-IT" sz="1600" dirty="0" err="1"/>
              <a:t>conditions</a:t>
            </a:r>
            <a:endParaRPr lang="it-IT" altLang="it-IT" sz="1600" dirty="0"/>
          </a:p>
          <a:p>
            <a:pPr lvl="1"/>
            <a:r>
              <a:rPr lang="it-IT" altLang="it-IT" sz="1200" dirty="0"/>
              <a:t>Bird(x) Vertebrate (x)
Bird (x) Two-</a:t>
            </a:r>
            <a:r>
              <a:rPr lang="it-IT" altLang="it-IT" sz="1200" dirty="0" err="1"/>
              <a:t>legged</a:t>
            </a:r>
            <a:r>
              <a:rPr lang="it-IT" altLang="it-IT" sz="1200" dirty="0"/>
              <a:t> (x)</a:t>
            </a:r>
          </a:p>
          <a:p>
            <a:r>
              <a:rPr lang="it-IT" altLang="it-IT" sz="1600" dirty="0" err="1"/>
              <a:t>Typically</a:t>
            </a:r>
            <a:r>
              <a:rPr lang="it-IT" altLang="it-IT" sz="1600" dirty="0"/>
              <a:t> </a:t>
            </a:r>
            <a:r>
              <a:rPr lang="it-IT" altLang="it-IT" sz="1600" dirty="0" err="1"/>
              <a:t>Necessary</a:t>
            </a:r>
            <a:r>
              <a:rPr lang="it-IT" altLang="it-IT" sz="1600" dirty="0"/>
              <a:t> </a:t>
            </a:r>
            <a:r>
              <a:rPr lang="it-IT" altLang="it-IT" sz="1600" dirty="0" err="1"/>
              <a:t>Conditions</a:t>
            </a:r>
            <a:r>
              <a:rPr lang="it-IT" altLang="it-IT" sz="1600" dirty="0"/>
              <a:t> (Default)</a:t>
            </a:r>
          </a:p>
          <a:p>
            <a:pPr lvl="1"/>
            <a:r>
              <a:rPr lang="it-IT" altLang="it-IT" sz="1200" dirty="0"/>
              <a:t>Bird(x) </a:t>
            </a:r>
            <a:r>
              <a:rPr lang="it-IT" altLang="it-IT" sz="1200" dirty="0" err="1"/>
              <a:t>Tip</a:t>
            </a:r>
            <a:r>
              <a:rPr lang="it-IT" altLang="it-IT" sz="1200" dirty="0"/>
              <a:t> Fly(x)
Bird(x) </a:t>
            </a:r>
            <a:r>
              <a:rPr lang="it-IT" altLang="it-IT" sz="1200" dirty="0" err="1"/>
              <a:t>Feathered</a:t>
            </a:r>
            <a:r>
              <a:rPr lang="it-IT" altLang="it-IT" sz="1200" dirty="0"/>
              <a:t> </a:t>
            </a:r>
            <a:r>
              <a:rPr lang="it-IT" altLang="it-IT" sz="1200" dirty="0" err="1"/>
              <a:t>Tip</a:t>
            </a:r>
            <a:r>
              <a:rPr lang="it-IT" altLang="it-IT" sz="1200" dirty="0"/>
              <a:t>(x)</a:t>
            </a:r>
          </a:p>
          <a:p>
            <a:r>
              <a:rPr lang="it-IT" altLang="it-IT" sz="1600" dirty="0" err="1"/>
              <a:t>Sufficient</a:t>
            </a:r>
            <a:r>
              <a:rPr lang="it-IT" altLang="it-IT" sz="1600" dirty="0"/>
              <a:t> </a:t>
            </a:r>
            <a:r>
              <a:rPr lang="it-IT" altLang="it-IT" sz="1600" dirty="0" err="1"/>
              <a:t>conditions</a:t>
            </a:r>
            <a:r>
              <a:rPr lang="it-IT" altLang="it-IT" sz="1600" dirty="0"/>
              <a:t> (</a:t>
            </a:r>
            <a:r>
              <a:rPr lang="it-IT" altLang="it-IT" sz="1600" dirty="0" err="1"/>
              <a:t>criteria</a:t>
            </a:r>
            <a:r>
              <a:rPr lang="it-IT" altLang="it-IT" sz="1600" dirty="0"/>
              <a:t>)</a:t>
            </a:r>
          </a:p>
          <a:p>
            <a:pPr lvl="1"/>
            <a:r>
              <a:rPr lang="it-IT" altLang="it-IT" sz="1200" dirty="0" err="1"/>
              <a:t>Canary</a:t>
            </a:r>
            <a:r>
              <a:rPr lang="it-IT" altLang="it-IT" sz="1200" dirty="0"/>
              <a:t>(x) Bird(x)
</a:t>
            </a:r>
            <a:r>
              <a:rPr lang="it-IT" altLang="it-IT" sz="1200" dirty="0" err="1"/>
              <a:t>Ostrich</a:t>
            </a:r>
            <a:r>
              <a:rPr lang="it-IT" altLang="it-IT" sz="1200" dirty="0"/>
              <a:t>(x) Bird(x)</a:t>
            </a:r>
          </a:p>
          <a:p>
            <a:r>
              <a:rPr lang="it-IT" altLang="it-IT" sz="1600" dirty="0" err="1"/>
              <a:t>Typically</a:t>
            </a:r>
            <a:r>
              <a:rPr lang="it-IT" altLang="it-IT" sz="1600" dirty="0"/>
              <a:t> </a:t>
            </a:r>
            <a:r>
              <a:rPr lang="it-IT" altLang="it-IT" sz="1600" dirty="0" err="1"/>
              <a:t>sufficient</a:t>
            </a:r>
            <a:r>
              <a:rPr lang="it-IT" altLang="it-IT" sz="1600" dirty="0"/>
              <a:t> </a:t>
            </a:r>
            <a:r>
              <a:rPr lang="it-IT" altLang="it-IT" sz="1600" dirty="0" err="1"/>
              <a:t>conditions</a:t>
            </a:r>
            <a:r>
              <a:rPr lang="it-IT" altLang="it-IT" sz="1600" dirty="0"/>
              <a:t> </a:t>
            </a:r>
          </a:p>
          <a:p>
            <a:pPr lvl="1"/>
            <a:r>
              <a:rPr lang="it-IT" altLang="it-IT" sz="1200" dirty="0"/>
              <a:t>Fly(x) Chirp(x) </a:t>
            </a:r>
            <a:r>
              <a:rPr lang="it-IT" altLang="it-IT" sz="1200" dirty="0" err="1"/>
              <a:t>Tip</a:t>
            </a:r>
            <a:r>
              <a:rPr lang="it-IT" altLang="it-IT" sz="1200" dirty="0"/>
              <a:t> Bird(x)
</a:t>
            </a:r>
            <a:r>
              <a:rPr lang="it-IT" altLang="it-IT" sz="1200" dirty="0" err="1"/>
              <a:t>Feather</a:t>
            </a:r>
            <a:r>
              <a:rPr lang="it-IT" altLang="it-IT" sz="1200" dirty="0"/>
              <a:t>(x) </a:t>
            </a:r>
            <a:r>
              <a:rPr lang="it-IT" altLang="it-IT" sz="1200" dirty="0" err="1"/>
              <a:t>Tip</a:t>
            </a:r>
            <a:r>
              <a:rPr lang="it-IT" altLang="it-IT" sz="1200" dirty="0"/>
              <a:t> Bird(x)</a:t>
            </a:r>
          </a:p>
          <a:p>
            <a:r>
              <a:rPr lang="it-IT" altLang="it-IT" sz="1600" dirty="0" err="1"/>
              <a:t>Reasoning</a:t>
            </a:r>
            <a:r>
              <a:rPr lang="it-IT" altLang="it-IT" sz="1600" dirty="0"/>
              <a:t> with </a:t>
            </a:r>
            <a:r>
              <a:rPr lang="it-IT" altLang="it-IT" sz="1600" dirty="0" err="1"/>
              <a:t>prototypes</a:t>
            </a:r>
            <a:r>
              <a:rPr lang="it-IT" altLang="it-IT" sz="1600" dirty="0"/>
              <a:t> </a:t>
            </a:r>
            <a:r>
              <a:rPr lang="it-IT" altLang="it-IT" sz="1600" dirty="0" err="1"/>
              <a:t>is</a:t>
            </a:r>
            <a:r>
              <a:rPr lang="it-IT" altLang="it-IT" sz="1600" dirty="0"/>
              <a:t> </a:t>
            </a:r>
            <a:r>
              <a:rPr lang="it-IT" altLang="it-IT" sz="1600" dirty="0" err="1"/>
              <a:t>also</a:t>
            </a:r>
            <a:r>
              <a:rPr lang="it-IT" altLang="it-IT" sz="1600" dirty="0"/>
              <a:t> a source of non-</a:t>
            </a:r>
            <a:r>
              <a:rPr lang="it-IT" altLang="it-IT" sz="1600" dirty="0" err="1"/>
              <a:t>monotony</a:t>
            </a:r>
            <a:endParaRPr lang="en-GB" altLang="it-IT" sz="1600" dirty="0"/>
          </a:p>
        </p:txBody>
      </p:sp>
      <p:sp>
        <p:nvSpPr>
          <p:cNvPr id="2" name="Segnaposto data 1">
            <a:extLst>
              <a:ext uri="{FF2B5EF4-FFF2-40B4-BE49-F238E27FC236}">
                <a16:creationId xmlns:a16="http://schemas.microsoft.com/office/drawing/2014/main" id="{138593C7-8B67-3FDC-0A4D-11072A90333B}"/>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E81AD7EE-FAD0-FA55-4FBC-E5AEB4961D5B}"/>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7E45D6E7-E94E-E679-D398-7A0C5D80B760}"/>
              </a:ext>
            </a:extLst>
          </p:cNvPr>
          <p:cNvSpPr>
            <a:spLocks noGrp="1"/>
          </p:cNvSpPr>
          <p:nvPr>
            <p:ph type="sldNum" sz="quarter" idx="12"/>
          </p:nvPr>
        </p:nvSpPr>
        <p:spPr/>
        <p:txBody>
          <a:bodyPr/>
          <a:lstStyle/>
          <a:p>
            <a:pPr>
              <a:defRPr/>
            </a:pPr>
            <a:fld id="{43CD341D-7438-4FA4-973F-6F9EECBD14B9}" type="slidenum">
              <a:rPr lang="it-IT" altLang="it-IT" smtClean="0"/>
              <a:pPr>
                <a:defRPr/>
              </a:pPr>
              <a:t>37</a:t>
            </a:fld>
            <a:endParaRPr lang="it-IT" altLang="it-IT"/>
          </a:p>
        </p:txBody>
      </p:sp>
    </p:spTree>
    <p:extLst>
      <p:ext uri="{BB962C8B-B14F-4D97-AF65-F5344CB8AC3E}">
        <p14:creationId xmlns:p14="http://schemas.microsoft.com/office/powerpoint/2010/main" val="3682570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61C3184A-F297-454C-BD71-548356CBF318}"/>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r>
              <a:rPr lang="en-US" dirty="0" err="1"/>
              <a:t>FrameNet</a:t>
            </a:r>
            <a:r>
              <a:rPr lang="en-US" dirty="0"/>
              <a:t> [Lowe, Baker, Fillmore]</a:t>
            </a:r>
            <a:endParaRPr lang="it-IT" dirty="0"/>
          </a:p>
        </p:txBody>
      </p:sp>
      <p:sp>
        <p:nvSpPr>
          <p:cNvPr id="141315" name="Rectangle 3">
            <a:extLst>
              <a:ext uri="{FF2B5EF4-FFF2-40B4-BE49-F238E27FC236}">
                <a16:creationId xmlns:a16="http://schemas.microsoft.com/office/drawing/2014/main" id="{732FC44F-6EB8-2B4A-AE87-3A043164DC4A}"/>
              </a:ext>
            </a:extLst>
          </p:cNvPr>
          <p:cNvSpPr>
            <a:spLocks noGrp="1" noChangeArrowheads="1"/>
          </p:cNvSpPr>
          <p:nvPr>
            <p:ph type="body"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sz="2000" dirty="0"/>
              <a:t>A resource consisting of collections of syntactically and semantically annotated sentences, organized in frames.
Frame-based semantics: the meaning of words arises from the role they play in the conceptual structure of sentences
Knowledge is structured in 16 general domains: time, space, communications, cognition, health...
6000 lexical elements; 130,000 annotated sentences</a:t>
            </a:r>
          </a:p>
          <a:p>
            <a:r>
              <a:rPr lang="it-IT" altLang="it-IT" sz="2000" dirty="0">
                <a:hlinkClick r:id="rId3"/>
              </a:rPr>
              <a:t>http://berkeleyfn.framenetbr.ufjf.br/</a:t>
            </a:r>
            <a:r>
              <a:rPr lang="it-IT" altLang="it-IT" sz="2000" dirty="0"/>
              <a:t> </a:t>
            </a:r>
          </a:p>
        </p:txBody>
      </p:sp>
      <p:sp>
        <p:nvSpPr>
          <p:cNvPr id="2" name="Segnaposto data 1">
            <a:extLst>
              <a:ext uri="{FF2B5EF4-FFF2-40B4-BE49-F238E27FC236}">
                <a16:creationId xmlns:a16="http://schemas.microsoft.com/office/drawing/2014/main" id="{18E61BC8-107E-1FBE-E71A-28B9E82A6590}"/>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3" name="Segnaposto piè di pagina 2">
            <a:extLst>
              <a:ext uri="{FF2B5EF4-FFF2-40B4-BE49-F238E27FC236}">
                <a16:creationId xmlns:a16="http://schemas.microsoft.com/office/drawing/2014/main" id="{C73B5A2D-3737-B2F7-EC76-5D38FC18474E}"/>
              </a:ext>
            </a:extLst>
          </p:cNvPr>
          <p:cNvSpPr>
            <a:spLocks noGrp="1"/>
          </p:cNvSpPr>
          <p:nvPr>
            <p:ph type="ftr" sz="quarter" idx="11"/>
          </p:nvPr>
        </p:nvSpPr>
        <p:spPr/>
        <p:txBody>
          <a:bodyPr/>
          <a:lstStyle/>
          <a:p>
            <a:pPr>
              <a:defRPr/>
            </a:pPr>
            <a:r>
              <a:rPr lang="en-US"/>
              <a:t>KNOWLEDGE REPRESENTATION</a:t>
            </a:r>
            <a:endParaRPr lang="en-US" dirty="0"/>
          </a:p>
        </p:txBody>
      </p:sp>
      <p:sp>
        <p:nvSpPr>
          <p:cNvPr id="4" name="Segnaposto numero diapositiva 3">
            <a:extLst>
              <a:ext uri="{FF2B5EF4-FFF2-40B4-BE49-F238E27FC236}">
                <a16:creationId xmlns:a16="http://schemas.microsoft.com/office/drawing/2014/main" id="{99ED7511-E1BC-002A-ADAD-A0A39A3BC357}"/>
              </a:ext>
            </a:extLst>
          </p:cNvPr>
          <p:cNvSpPr>
            <a:spLocks noGrp="1"/>
          </p:cNvSpPr>
          <p:nvPr>
            <p:ph type="sldNum" sz="quarter" idx="12"/>
          </p:nvPr>
        </p:nvSpPr>
        <p:spPr/>
        <p:txBody>
          <a:bodyPr/>
          <a:lstStyle/>
          <a:p>
            <a:pPr>
              <a:defRPr/>
            </a:pPr>
            <a:fld id="{43CD341D-7438-4FA4-973F-6F9EECBD14B9}" type="slidenum">
              <a:rPr lang="it-IT" altLang="it-IT" smtClean="0"/>
              <a:pPr>
                <a:defRPr/>
              </a:pPr>
              <a:t>38</a:t>
            </a:fld>
            <a:endParaRPr lang="it-IT" altLang="it-IT"/>
          </a:p>
        </p:txBody>
      </p:sp>
    </p:spTree>
    <p:extLst>
      <p:ext uri="{BB962C8B-B14F-4D97-AF65-F5344CB8AC3E}">
        <p14:creationId xmlns:p14="http://schemas.microsoft.com/office/powerpoint/2010/main" val="2007269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6649E5AD-75EB-CEAB-22B5-E270985539CB}"/>
              </a:ext>
            </a:extLst>
          </p:cNvPr>
          <p:cNvSpPr>
            <a:spLocks noGrp="1"/>
          </p:cNvSpPr>
          <p:nvPr>
            <p:ph type="title"/>
          </p:nvPr>
        </p:nvSpPr>
        <p:spPr/>
        <p:txBody>
          <a:bodyPr/>
          <a:lstStyle/>
          <a:p>
            <a:r>
              <a:rPr lang="it-IT" dirty="0" err="1"/>
              <a:t>Introduction</a:t>
            </a:r>
            <a:r>
              <a:rPr lang="it-IT" dirty="0"/>
              <a:t> to DL</a:t>
            </a:r>
          </a:p>
        </p:txBody>
      </p:sp>
      <p:sp>
        <p:nvSpPr>
          <p:cNvPr id="8" name="Segnaposto testo 7">
            <a:extLst>
              <a:ext uri="{FF2B5EF4-FFF2-40B4-BE49-F238E27FC236}">
                <a16:creationId xmlns:a16="http://schemas.microsoft.com/office/drawing/2014/main" id="{F72270AB-A184-9C7D-A983-0C1B0B3DE2A8}"/>
              </a:ext>
            </a:extLst>
          </p:cNvPr>
          <p:cNvSpPr>
            <a:spLocks noGrp="1"/>
          </p:cNvSpPr>
          <p:nvPr>
            <p:ph type="body" idx="1"/>
          </p:nvPr>
        </p:nvSpPr>
        <p:spPr/>
        <p:txBody>
          <a:bodyPr/>
          <a:lstStyle/>
          <a:p>
            <a:r>
              <a:rPr lang="it-IT" dirty="0"/>
              <a:t>Unit 2 – </a:t>
            </a:r>
            <a:r>
              <a:rPr lang="it-IT" dirty="0" err="1"/>
              <a:t>Lecture</a:t>
            </a:r>
            <a:r>
              <a:rPr lang="it-IT" dirty="0"/>
              <a:t> 2.2</a:t>
            </a:r>
          </a:p>
        </p:txBody>
      </p:sp>
      <p:sp>
        <p:nvSpPr>
          <p:cNvPr id="4" name="Segnaposto data 3">
            <a:extLst>
              <a:ext uri="{FF2B5EF4-FFF2-40B4-BE49-F238E27FC236}">
                <a16:creationId xmlns:a16="http://schemas.microsoft.com/office/drawing/2014/main" id="{19B1196B-925C-E686-1AED-47FE03FD8488}"/>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6629505C-87B0-DAF7-462E-94B40CBCCE20}"/>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0F74C121-F9F1-CBCE-0656-BD6160A5CFB6}"/>
              </a:ext>
            </a:extLst>
          </p:cNvPr>
          <p:cNvSpPr>
            <a:spLocks noGrp="1"/>
          </p:cNvSpPr>
          <p:nvPr>
            <p:ph type="sldNum" sz="quarter" idx="12"/>
          </p:nvPr>
        </p:nvSpPr>
        <p:spPr/>
        <p:txBody>
          <a:bodyPr/>
          <a:lstStyle/>
          <a:p>
            <a:pPr>
              <a:defRPr/>
            </a:pPr>
            <a:fld id="{43CD341D-7438-4FA4-973F-6F9EECBD14B9}" type="slidenum">
              <a:rPr lang="it-IT" altLang="it-IT" smtClean="0"/>
              <a:pPr>
                <a:defRPr/>
              </a:pPr>
              <a:t>39</a:t>
            </a:fld>
            <a:endParaRPr lang="it-IT" altLang="it-IT"/>
          </a:p>
        </p:txBody>
      </p:sp>
    </p:spTree>
    <p:extLst>
      <p:ext uri="{BB962C8B-B14F-4D97-AF65-F5344CB8AC3E}">
        <p14:creationId xmlns:p14="http://schemas.microsoft.com/office/powerpoint/2010/main" val="27144741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A0B0ADB6-02FB-5D4B-3A0A-7F951DBB52FF}"/>
              </a:ext>
            </a:extLst>
          </p:cNvPr>
          <p:cNvSpPr>
            <a:spLocks noGrp="1"/>
          </p:cNvSpPr>
          <p:nvPr>
            <p:ph type="title"/>
          </p:nvPr>
        </p:nvSpPr>
        <p:spPr/>
        <p:txBody>
          <a:bodyPr/>
          <a:lstStyle/>
          <a:p>
            <a:r>
              <a:rPr lang="it-IT" dirty="0"/>
              <a:t>Course plan (remainder)</a:t>
            </a:r>
          </a:p>
        </p:txBody>
      </p:sp>
      <p:sp>
        <p:nvSpPr>
          <p:cNvPr id="8" name="Segnaposto contenuto 7">
            <a:extLst>
              <a:ext uri="{FF2B5EF4-FFF2-40B4-BE49-F238E27FC236}">
                <a16:creationId xmlns:a16="http://schemas.microsoft.com/office/drawing/2014/main" id="{BAE1DA95-FA69-D0AC-6422-8305F07E606E}"/>
              </a:ext>
            </a:extLst>
          </p:cNvPr>
          <p:cNvSpPr>
            <a:spLocks noGrp="1"/>
          </p:cNvSpPr>
          <p:nvPr>
            <p:ph idx="1"/>
          </p:nvPr>
        </p:nvSpPr>
        <p:spPr/>
        <p:txBody>
          <a:bodyPr/>
          <a:lstStyle/>
          <a:p>
            <a:r>
              <a:rPr lang="it-IT" dirty="0" err="1"/>
              <a:t>We</a:t>
            </a:r>
            <a:r>
              <a:rPr lang="it-IT" dirty="0"/>
              <a:t> are </a:t>
            </a:r>
            <a:r>
              <a:rPr lang="it-IT" dirty="0" err="1"/>
              <a:t>now</a:t>
            </a:r>
            <a:r>
              <a:rPr lang="it-IT" dirty="0"/>
              <a:t> </a:t>
            </a:r>
            <a:r>
              <a:rPr lang="it-IT" dirty="0" err="1"/>
              <a:t>able</a:t>
            </a:r>
            <a:r>
              <a:rPr lang="it-IT" dirty="0"/>
              <a:t> to start </a:t>
            </a:r>
            <a:r>
              <a:rPr lang="it-IT" dirty="0" err="1"/>
              <a:t>discussing</a:t>
            </a:r>
            <a:r>
              <a:rPr lang="it-IT" dirty="0"/>
              <a:t> </a:t>
            </a:r>
            <a:r>
              <a:rPr lang="it-IT" dirty="0" err="1"/>
              <a:t>about</a:t>
            </a:r>
            <a:r>
              <a:rPr lang="it-IT" dirty="0"/>
              <a:t> the </a:t>
            </a:r>
            <a:r>
              <a:rPr lang="it-IT" dirty="0" err="1"/>
              <a:t>Description</a:t>
            </a:r>
            <a:r>
              <a:rPr lang="it-IT" dirty="0"/>
              <a:t> </a:t>
            </a:r>
            <a:r>
              <a:rPr lang="it-IT" dirty="0" err="1"/>
              <a:t>Logics</a:t>
            </a:r>
            <a:endParaRPr lang="it-IT" dirty="0"/>
          </a:p>
          <a:p>
            <a:pPr lvl="1"/>
            <a:r>
              <a:rPr lang="it-IT" dirty="0"/>
              <a:t>Systems to </a:t>
            </a:r>
            <a:r>
              <a:rPr lang="it-IT" b="1" dirty="0" err="1"/>
              <a:t>represent</a:t>
            </a:r>
            <a:r>
              <a:rPr lang="it-IT" b="1" dirty="0"/>
              <a:t> knowledge</a:t>
            </a:r>
            <a:endParaRPr lang="it-IT" dirty="0"/>
          </a:p>
          <a:p>
            <a:pPr lvl="1"/>
            <a:r>
              <a:rPr lang="it-IT" dirty="0" err="1"/>
              <a:t>Serious</a:t>
            </a:r>
            <a:r>
              <a:rPr lang="it-IT" dirty="0"/>
              <a:t> </a:t>
            </a:r>
            <a:r>
              <a:rPr lang="it-IT" dirty="0" err="1"/>
              <a:t>attempt</a:t>
            </a:r>
            <a:r>
              <a:rPr lang="it-IT" dirty="0"/>
              <a:t> to look </a:t>
            </a:r>
            <a:r>
              <a:rPr lang="it-IT" dirty="0" err="1"/>
              <a:t>at</a:t>
            </a:r>
            <a:r>
              <a:rPr lang="it-IT" dirty="0"/>
              <a:t> the </a:t>
            </a:r>
            <a:r>
              <a:rPr lang="it-IT" b="1" dirty="0"/>
              <a:t>semantic web</a:t>
            </a:r>
            <a:r>
              <a:rPr lang="it-IT" dirty="0"/>
              <a:t> goals</a:t>
            </a:r>
          </a:p>
          <a:p>
            <a:pPr lvl="1"/>
            <a:r>
              <a:rPr lang="it-IT" dirty="0"/>
              <a:t>Incorporate </a:t>
            </a:r>
            <a:r>
              <a:rPr lang="it-IT" b="1" dirty="0" err="1"/>
              <a:t>reasoning</a:t>
            </a:r>
            <a:endParaRPr lang="it-IT" dirty="0"/>
          </a:p>
        </p:txBody>
      </p:sp>
      <p:sp>
        <p:nvSpPr>
          <p:cNvPr id="4" name="Segnaposto data 3">
            <a:extLst>
              <a:ext uri="{FF2B5EF4-FFF2-40B4-BE49-F238E27FC236}">
                <a16:creationId xmlns:a16="http://schemas.microsoft.com/office/drawing/2014/main" id="{80B3CBB1-5914-3488-8CB1-9E196E1976DA}"/>
              </a:ext>
            </a:extLst>
          </p:cNvPr>
          <p:cNvSpPr>
            <a:spLocks noGrp="1"/>
          </p:cNvSpPr>
          <p:nvPr>
            <p:ph type="dt" sz="half" idx="10"/>
          </p:nvPr>
        </p:nvSpPr>
        <p:spPr/>
        <p:txBody>
          <a:bodyPr/>
          <a:lstStyle/>
          <a:p>
            <a:pPr>
              <a:defRPr/>
            </a:pPr>
            <a:r>
              <a:rPr lang="it-IT" altLang="it-IT"/>
              <a:t>Introduction to KR</a:t>
            </a:r>
          </a:p>
        </p:txBody>
      </p:sp>
      <p:sp>
        <p:nvSpPr>
          <p:cNvPr id="5" name="Segnaposto piè di pagina 4">
            <a:extLst>
              <a:ext uri="{FF2B5EF4-FFF2-40B4-BE49-F238E27FC236}">
                <a16:creationId xmlns:a16="http://schemas.microsoft.com/office/drawing/2014/main" id="{8641E5AA-75A6-F295-0D18-2345D818E354}"/>
              </a:ext>
            </a:extLst>
          </p:cNvPr>
          <p:cNvSpPr>
            <a:spLocks noGrp="1"/>
          </p:cNvSpPr>
          <p:nvPr>
            <p:ph type="ftr" sz="quarter" idx="11"/>
          </p:nvPr>
        </p:nvSpPr>
        <p:spPr/>
        <p:txBody>
          <a:bodyPr/>
          <a:lstStyle/>
          <a:p>
            <a:pPr>
              <a:defRPr/>
            </a:pPr>
            <a:r>
              <a:rPr lang="it-IT"/>
              <a:t>KNOWLEDGE REPRESENTATION</a:t>
            </a:r>
          </a:p>
        </p:txBody>
      </p:sp>
      <p:sp>
        <p:nvSpPr>
          <p:cNvPr id="6" name="Segnaposto numero diapositiva 5">
            <a:extLst>
              <a:ext uri="{FF2B5EF4-FFF2-40B4-BE49-F238E27FC236}">
                <a16:creationId xmlns:a16="http://schemas.microsoft.com/office/drawing/2014/main" id="{5C940E9D-B21E-846E-9CE0-48A37B53F224}"/>
              </a:ext>
            </a:extLst>
          </p:cNvPr>
          <p:cNvSpPr>
            <a:spLocks noGrp="1"/>
          </p:cNvSpPr>
          <p:nvPr>
            <p:ph type="sldNum" sz="quarter" idx="12"/>
          </p:nvPr>
        </p:nvSpPr>
        <p:spPr/>
        <p:txBody>
          <a:bodyPr/>
          <a:lstStyle/>
          <a:p>
            <a:pPr>
              <a:defRPr/>
            </a:pPr>
            <a:fld id="{6FA0980B-2DE9-40AD-8A4E-40673DB95E95}" type="slidenum">
              <a:rPr lang="it-IT" altLang="it-IT" smtClean="0"/>
              <a:pPr>
                <a:defRPr/>
              </a:pPr>
              <a:t>40</a:t>
            </a:fld>
            <a:endParaRPr lang="it-IT" altLang="it-IT"/>
          </a:p>
        </p:txBody>
      </p:sp>
    </p:spTree>
    <p:extLst>
      <p:ext uri="{BB962C8B-B14F-4D97-AF65-F5344CB8AC3E}">
        <p14:creationId xmlns:p14="http://schemas.microsoft.com/office/powerpoint/2010/main" val="2901977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F1E8EC2-21CE-60D4-F760-65778D236500}"/>
              </a:ext>
            </a:extLst>
          </p:cNvPr>
          <p:cNvSpPr>
            <a:spLocks noGrp="1"/>
          </p:cNvSpPr>
          <p:nvPr>
            <p:ph type="title"/>
          </p:nvPr>
        </p:nvSpPr>
        <p:spPr/>
        <p:txBody>
          <a:bodyPr/>
          <a:lstStyle/>
          <a:p>
            <a:r>
              <a:rPr lang="it-IT" dirty="0"/>
              <a:t>Course plan (remainder)</a:t>
            </a:r>
          </a:p>
        </p:txBody>
      </p:sp>
      <p:sp>
        <p:nvSpPr>
          <p:cNvPr id="3" name="Segnaposto contenuto 2">
            <a:extLst>
              <a:ext uri="{FF2B5EF4-FFF2-40B4-BE49-F238E27FC236}">
                <a16:creationId xmlns:a16="http://schemas.microsoft.com/office/drawing/2014/main" id="{DA7E4A87-2FA2-C844-6FAD-7DA18B96C65F}"/>
              </a:ext>
            </a:extLst>
          </p:cNvPr>
          <p:cNvSpPr>
            <a:spLocks noGrp="1"/>
          </p:cNvSpPr>
          <p:nvPr>
            <p:ph idx="1"/>
          </p:nvPr>
        </p:nvSpPr>
        <p:spPr/>
        <p:txBody>
          <a:bodyPr/>
          <a:lstStyle/>
          <a:p>
            <a:pPr marL="0" indent="0">
              <a:buNone/>
            </a:pPr>
            <a:r>
              <a:rPr lang="it-IT" sz="2400" dirty="0" err="1"/>
              <a:t>Therefore</a:t>
            </a:r>
            <a:r>
              <a:rPr lang="it-IT" sz="2400" dirty="0"/>
              <a:t> </a:t>
            </a:r>
            <a:r>
              <a:rPr lang="it-IT" sz="2400" dirty="0" err="1"/>
              <a:t>we</a:t>
            </a:r>
            <a:r>
              <a:rPr lang="it-IT" sz="2400" dirty="0"/>
              <a:t> are </a:t>
            </a:r>
            <a:r>
              <a:rPr lang="it-IT" sz="2400" dirty="0" err="1"/>
              <a:t>now</a:t>
            </a:r>
            <a:r>
              <a:rPr lang="it-IT" sz="2400" dirty="0"/>
              <a:t> </a:t>
            </a:r>
            <a:r>
              <a:rPr lang="it-IT" sz="2400" dirty="0" err="1"/>
              <a:t>into</a:t>
            </a:r>
            <a:endParaRPr lang="it-IT" sz="2400" dirty="0"/>
          </a:p>
          <a:p>
            <a:pPr marL="514350" indent="-514350">
              <a:buFont typeface="+mj-lt"/>
              <a:buAutoNum type="arabicPeriod"/>
            </a:pPr>
            <a:r>
              <a:rPr lang="it-IT" sz="2000" dirty="0" err="1"/>
              <a:t>Studying</a:t>
            </a:r>
            <a:r>
              <a:rPr lang="it-IT" sz="2000" dirty="0"/>
              <a:t> the DL</a:t>
            </a:r>
          </a:p>
          <a:p>
            <a:pPr marL="914400" lvl="1" indent="-514350"/>
            <a:r>
              <a:rPr lang="it-IT" sz="1800" dirty="0" err="1"/>
              <a:t>Structural</a:t>
            </a:r>
            <a:endParaRPr lang="it-IT" sz="1800" dirty="0"/>
          </a:p>
          <a:p>
            <a:pPr marL="914400" lvl="1" indent="-514350"/>
            <a:r>
              <a:rPr lang="it-IT" sz="1800" dirty="0" err="1"/>
              <a:t>Propositional</a:t>
            </a:r>
            <a:endParaRPr lang="it-IT" sz="1800" dirty="0"/>
          </a:p>
          <a:p>
            <a:pPr marL="914400" lvl="1" indent="-514350"/>
            <a:r>
              <a:rPr lang="it-IT" sz="1800" dirty="0"/>
              <a:t>Predicative</a:t>
            </a:r>
          </a:p>
          <a:p>
            <a:pPr marL="514350" indent="-514350">
              <a:buFont typeface="+mj-lt"/>
              <a:buAutoNum type="arabicPeriod"/>
            </a:pPr>
            <a:r>
              <a:rPr lang="it-IT" sz="2000" dirty="0" err="1"/>
              <a:t>Studying</a:t>
            </a:r>
            <a:r>
              <a:rPr lang="it-IT" sz="2000" dirty="0"/>
              <a:t> a </a:t>
            </a:r>
            <a:r>
              <a:rPr lang="it-IT" sz="2000" dirty="0" err="1"/>
              <a:t>language</a:t>
            </a:r>
            <a:r>
              <a:rPr lang="it-IT" sz="2000" dirty="0"/>
              <a:t> for XML </a:t>
            </a:r>
            <a:r>
              <a:rPr lang="it-IT" sz="2000" dirty="0" err="1"/>
              <a:t>serialization</a:t>
            </a:r>
            <a:endParaRPr lang="it-IT" sz="2000" dirty="0"/>
          </a:p>
          <a:p>
            <a:pPr marL="914400" lvl="1" indent="-514350"/>
            <a:r>
              <a:rPr lang="it-IT" sz="1800" dirty="0"/>
              <a:t>RDF</a:t>
            </a:r>
          </a:p>
          <a:p>
            <a:pPr marL="914400" lvl="1" indent="-514350"/>
            <a:r>
              <a:rPr lang="it-IT" sz="1800" dirty="0"/>
              <a:t>OWL-DL</a:t>
            </a:r>
          </a:p>
          <a:p>
            <a:pPr marL="514350" indent="-514350">
              <a:buFont typeface="+mj-lt"/>
              <a:buAutoNum type="arabicPeriod"/>
            </a:pPr>
            <a:r>
              <a:rPr lang="it-IT" sz="2000" dirty="0" err="1"/>
              <a:t>Studying</a:t>
            </a:r>
            <a:r>
              <a:rPr lang="it-IT" sz="2000" dirty="0"/>
              <a:t> an </a:t>
            </a:r>
            <a:r>
              <a:rPr lang="it-IT" sz="2000" dirty="0" err="1"/>
              <a:t>application</a:t>
            </a:r>
            <a:r>
              <a:rPr lang="it-IT" sz="2000" dirty="0"/>
              <a:t> </a:t>
            </a:r>
            <a:r>
              <a:rPr lang="it-IT" sz="2000"/>
              <a:t>for OWL-DL </a:t>
            </a:r>
            <a:endParaRPr lang="it-IT" sz="2000" dirty="0"/>
          </a:p>
          <a:p>
            <a:pPr marL="914400" lvl="1" indent="-514350"/>
            <a:r>
              <a:rPr lang="it-IT" sz="1800" dirty="0" err="1"/>
              <a:t>Protégé</a:t>
            </a:r>
            <a:endParaRPr lang="it-IT" sz="1800" dirty="0"/>
          </a:p>
        </p:txBody>
      </p:sp>
      <p:sp>
        <p:nvSpPr>
          <p:cNvPr id="4" name="Segnaposto data 3">
            <a:extLst>
              <a:ext uri="{FF2B5EF4-FFF2-40B4-BE49-F238E27FC236}">
                <a16:creationId xmlns:a16="http://schemas.microsoft.com/office/drawing/2014/main" id="{B44A49D9-EF64-2A83-B462-C1A1734A136E}"/>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E9E46B35-F090-5FC5-9DA3-FE7FF7F6771A}"/>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B9AAB5DB-24FF-FF9E-3A4A-63927390942C}"/>
              </a:ext>
            </a:extLst>
          </p:cNvPr>
          <p:cNvSpPr>
            <a:spLocks noGrp="1"/>
          </p:cNvSpPr>
          <p:nvPr>
            <p:ph type="sldNum" sz="quarter" idx="12"/>
          </p:nvPr>
        </p:nvSpPr>
        <p:spPr/>
        <p:txBody>
          <a:bodyPr/>
          <a:lstStyle/>
          <a:p>
            <a:pPr>
              <a:defRPr/>
            </a:pPr>
            <a:fld id="{43CD341D-7438-4FA4-973F-6F9EECBD14B9}" type="slidenum">
              <a:rPr lang="it-IT" altLang="it-IT" smtClean="0"/>
              <a:pPr>
                <a:defRPr/>
              </a:pPr>
              <a:t>41</a:t>
            </a:fld>
            <a:endParaRPr lang="it-IT" altLang="it-IT"/>
          </a:p>
        </p:txBody>
      </p:sp>
    </p:spTree>
    <p:extLst>
      <p:ext uri="{BB962C8B-B14F-4D97-AF65-F5344CB8AC3E}">
        <p14:creationId xmlns:p14="http://schemas.microsoft.com/office/powerpoint/2010/main" val="1605673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1EF2AA-6AA4-3943-9E93-0FC8D032476A}"/>
              </a:ext>
            </a:extLst>
          </p:cNvPr>
          <p:cNvSpPr>
            <a:spLocks noGrp="1"/>
          </p:cNvSpPr>
          <p:nvPr>
            <p:ph type="title"/>
          </p:nvPr>
        </p:nvSpPr>
        <p:spPr/>
        <p:txBody>
          <a:bodyPr/>
          <a:lstStyle/>
          <a:p>
            <a:r>
              <a:rPr lang="it-IT" dirty="0"/>
              <a:t>DESCRIBING THE WORLD</a:t>
            </a:r>
          </a:p>
        </p:txBody>
      </p:sp>
      <p:sp>
        <p:nvSpPr>
          <p:cNvPr id="3" name="Segnaposto contenuto 2">
            <a:extLst>
              <a:ext uri="{FF2B5EF4-FFF2-40B4-BE49-F238E27FC236}">
                <a16:creationId xmlns:a16="http://schemas.microsoft.com/office/drawing/2014/main" id="{FFFC84B8-FB2C-3848-A923-64A19ACB9171}"/>
              </a:ext>
            </a:extLst>
          </p:cNvPr>
          <p:cNvSpPr>
            <a:spLocks noGrp="1"/>
          </p:cNvSpPr>
          <p:nvPr>
            <p:ph idx="1"/>
          </p:nvPr>
        </p:nvSpPr>
        <p:spPr/>
        <p:txBody>
          <a:bodyPr/>
          <a:lstStyle/>
          <a:p>
            <a:r>
              <a:rPr lang="it-IT" dirty="0"/>
              <a:t>To </a:t>
            </a:r>
            <a:r>
              <a:rPr lang="it-IT" dirty="0" err="1"/>
              <a:t>describe</a:t>
            </a:r>
            <a:r>
              <a:rPr lang="it-IT" dirty="0"/>
              <a:t> </a:t>
            </a:r>
            <a:r>
              <a:rPr lang="it-IT" dirty="0" err="1"/>
              <a:t>objects</a:t>
            </a:r>
            <a:r>
              <a:rPr lang="it-IT" dirty="0"/>
              <a:t> in the </a:t>
            </a:r>
            <a:r>
              <a:rPr lang="it-IT" dirty="0" err="1"/>
              <a:t>above</a:t>
            </a:r>
            <a:r>
              <a:rPr lang="it-IT" dirty="0"/>
              <a:t> </a:t>
            </a:r>
            <a:r>
              <a:rPr lang="it-IT" dirty="0" err="1"/>
              <a:t>contexts</a:t>
            </a:r>
            <a:r>
              <a:rPr lang="it-IT" dirty="0"/>
              <a:t>, the following are </a:t>
            </a:r>
            <a:r>
              <a:rPr lang="it-IT" dirty="0" err="1"/>
              <a:t>used</a:t>
            </a:r>
            <a:r>
              <a:rPr lang="it-IT" dirty="0"/>
              <a:t>:</a:t>
            </a:r>
          </a:p>
          <a:p>
            <a:pPr lvl="1"/>
            <a:r>
              <a:rPr lang="it-IT" dirty="0"/>
              <a:t>Object </a:t>
            </a:r>
            <a:r>
              <a:rPr lang="it-IT" dirty="0" err="1"/>
              <a:t>properties</a:t>
            </a:r>
            <a:r>
              <a:rPr lang="it-IT" dirty="0"/>
              <a:t>;
Membership in </a:t>
            </a:r>
            <a:r>
              <a:rPr lang="it-IT" dirty="0" err="1"/>
              <a:t>known</a:t>
            </a:r>
            <a:r>
              <a:rPr lang="it-IT" dirty="0"/>
              <a:t> classes;
</a:t>
            </a:r>
            <a:r>
              <a:rPr lang="it-IT" dirty="0" err="1"/>
              <a:t>Operators</a:t>
            </a:r>
            <a:r>
              <a:rPr lang="it-IT" dirty="0"/>
              <a:t> </a:t>
            </a:r>
            <a:r>
              <a:rPr lang="it-IT" dirty="0" err="1"/>
              <a:t>that</a:t>
            </a:r>
            <a:r>
              <a:rPr lang="it-IT" dirty="0"/>
              <a:t> </a:t>
            </a:r>
            <a:r>
              <a:rPr lang="it-IT" dirty="0" err="1"/>
              <a:t>allow</a:t>
            </a:r>
            <a:r>
              <a:rPr lang="it-IT" dirty="0"/>
              <a:t> </a:t>
            </a:r>
            <a:r>
              <a:rPr lang="it-IT" dirty="0" err="1"/>
              <a:t>you</a:t>
            </a:r>
            <a:r>
              <a:rPr lang="it-IT" dirty="0"/>
              <a:t> to </a:t>
            </a:r>
            <a:r>
              <a:rPr lang="it-IT" dirty="0" err="1"/>
              <a:t>represent</a:t>
            </a:r>
            <a:r>
              <a:rPr lang="it-IT" dirty="0"/>
              <a:t> the nature of </a:t>
            </a:r>
            <a:r>
              <a:rPr lang="it-IT" dirty="0" err="1"/>
              <a:t>properties</a:t>
            </a:r>
            <a:r>
              <a:rPr lang="it-IT" dirty="0"/>
              <a:t>.</a:t>
            </a:r>
          </a:p>
        </p:txBody>
      </p:sp>
      <p:sp>
        <p:nvSpPr>
          <p:cNvPr id="4" name="Segnaposto data 3">
            <a:extLst>
              <a:ext uri="{FF2B5EF4-FFF2-40B4-BE49-F238E27FC236}">
                <a16:creationId xmlns:a16="http://schemas.microsoft.com/office/drawing/2014/main" id="{BB5EA339-E6B0-FB45-B1E8-4B7DCEB5A0E8}"/>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2DD1A3D1-17F6-884B-BBFC-9D800D6633C8}"/>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E4DAA317-8D48-AF47-BBFF-F7FCBAE2CD1B}"/>
              </a:ext>
            </a:extLst>
          </p:cNvPr>
          <p:cNvSpPr>
            <a:spLocks noGrp="1"/>
          </p:cNvSpPr>
          <p:nvPr>
            <p:ph type="sldNum" sz="quarter" idx="12"/>
          </p:nvPr>
        </p:nvSpPr>
        <p:spPr/>
        <p:txBody>
          <a:bodyPr/>
          <a:lstStyle/>
          <a:p>
            <a:pPr>
              <a:defRPr/>
            </a:pPr>
            <a:fld id="{43CD341D-7438-4FA4-973F-6F9EECBD14B9}" type="slidenum">
              <a:rPr lang="it-IT" altLang="it-IT" smtClean="0"/>
              <a:pPr>
                <a:defRPr/>
              </a:pPr>
              <a:t>42</a:t>
            </a:fld>
            <a:endParaRPr lang="it-IT" altLang="it-IT"/>
          </a:p>
        </p:txBody>
      </p:sp>
    </p:spTree>
    <p:extLst>
      <p:ext uri="{BB962C8B-B14F-4D97-AF65-F5344CB8AC3E}">
        <p14:creationId xmlns:p14="http://schemas.microsoft.com/office/powerpoint/2010/main" val="17421405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953AD1CD-FA66-024F-965E-4B9592C5FB29}"/>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Categories &amp; Objects</a:t>
            </a:r>
            <a:endParaRPr lang="it-IT" dirty="0"/>
          </a:p>
        </p:txBody>
      </p:sp>
      <p:sp>
        <p:nvSpPr>
          <p:cNvPr id="11267" name="Rectangle 3">
            <a:extLst>
              <a:ext uri="{FF2B5EF4-FFF2-40B4-BE49-F238E27FC236}">
                <a16:creationId xmlns:a16="http://schemas.microsoft.com/office/drawing/2014/main" id="{1E07D2EA-EAFD-244D-AEF0-E08A28F246E3}"/>
              </a:ext>
            </a:extLst>
          </p:cNvPr>
          <p:cNvSpPr>
            <a:spLocks noGrp="1" noChangeArrowheads="1"/>
          </p:cNvSpPr>
          <p:nvPr>
            <p:ph type="body"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sz="2800" dirty="0"/>
              <a:t>A lot of the reasoning that is done is about categories rather than individuals
If we organize knowledge into categories (and subcategories) it is sufficient to classify an object, by means of perceived properties, to infer the properties of the category to which it belongs
Inheritance as a form of inference</a:t>
            </a:r>
            <a:endParaRPr lang="it-IT" altLang="it-IT" sz="4000" dirty="0"/>
          </a:p>
        </p:txBody>
      </p:sp>
      <p:sp>
        <p:nvSpPr>
          <p:cNvPr id="4" name="Segnaposto data 3">
            <a:extLst>
              <a:ext uri="{FF2B5EF4-FFF2-40B4-BE49-F238E27FC236}">
                <a16:creationId xmlns:a16="http://schemas.microsoft.com/office/drawing/2014/main" id="{1A0DC93E-25E5-9B4C-B228-51A3272CA426}"/>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39AC0F0F-F215-CC4C-8023-6DDFEF98C18C}"/>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FC5D6E92-042D-0A4F-8DC2-3DC7A8F80A7F}"/>
              </a:ext>
            </a:extLst>
          </p:cNvPr>
          <p:cNvSpPr>
            <a:spLocks noGrp="1"/>
          </p:cNvSpPr>
          <p:nvPr>
            <p:ph type="sldNum" sz="quarter" idx="12"/>
          </p:nvPr>
        </p:nvSpPr>
        <p:spPr/>
        <p:txBody>
          <a:bodyPr/>
          <a:lstStyle/>
          <a:p>
            <a:pPr>
              <a:defRPr/>
            </a:pPr>
            <a:fld id="{43CD341D-7438-4FA4-973F-6F9EECBD14B9}" type="slidenum">
              <a:rPr lang="it-IT" altLang="it-IT" smtClean="0"/>
              <a:pPr>
                <a:defRPr/>
              </a:pPr>
              <a:t>43</a:t>
            </a:fld>
            <a:endParaRPr lang="it-IT" altLang="it-IT"/>
          </a:p>
        </p:txBody>
      </p:sp>
    </p:spTree>
    <p:extLst>
      <p:ext uri="{BB962C8B-B14F-4D97-AF65-F5344CB8AC3E}">
        <p14:creationId xmlns:p14="http://schemas.microsoft.com/office/powerpoint/2010/main" val="7660433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D7B6D31-A818-3E48-AF8F-34EF289FC4EA}"/>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r>
              <a:rPr lang="en-US" dirty="0"/>
              <a:t>Domain ontologies</a:t>
            </a:r>
            <a:endParaRPr lang="it-IT" dirty="0"/>
          </a:p>
        </p:txBody>
      </p:sp>
      <p:sp>
        <p:nvSpPr>
          <p:cNvPr id="13315" name="Rectangle 3">
            <a:extLst>
              <a:ext uri="{FF2B5EF4-FFF2-40B4-BE49-F238E27FC236}">
                <a16:creationId xmlns:a16="http://schemas.microsoft.com/office/drawing/2014/main" id="{919AC2E9-2E97-D042-88DE-644D6F6AA809}"/>
              </a:ext>
            </a:extLst>
          </p:cNvPr>
          <p:cNvSpPr>
            <a:spLocks noGrp="1" noChangeArrowheads="1"/>
          </p:cNvSpPr>
          <p:nvPr>
            <p:ph type="body" idx="1"/>
          </p:nvPr>
        </p:nvSpPr>
        <p:spPr>
          <a:xfrm>
            <a:off x="569949" y="928092"/>
            <a:ext cx="8004707" cy="3287315"/>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lnSpc>
                <a:spcPct val="90000"/>
              </a:lnSpc>
            </a:pPr>
            <a:r>
              <a:rPr lang="en-US" altLang="it-IT" sz="2400" dirty="0"/>
              <a:t>The ideas of semantic networks and frames have been collected in specialized logics
These logics are the basis of the proposals for the </a:t>
            </a:r>
            <a:r>
              <a:rPr lang="en-US" altLang="it-IT" sz="2400" i="1" dirty="0"/>
              <a:t>Semantic Web</a:t>
            </a:r>
            <a:r>
              <a:rPr lang="en-US" altLang="it-IT" sz="2400" dirty="0"/>
              <a:t>
</a:t>
            </a:r>
            <a:r>
              <a:rPr lang="en-US" altLang="it-IT" sz="2400" i="1" dirty="0"/>
              <a:t>Ontology</a:t>
            </a:r>
            <a:r>
              <a:rPr lang="en-US" altLang="it-IT" sz="2400" dirty="0"/>
              <a:t>: formal model of a domain of interest (a conceptualization)
Subclass relationships organize knowledge into taxonomies (as in botany, biology, library science...)</a:t>
            </a:r>
          </a:p>
        </p:txBody>
      </p:sp>
      <p:sp>
        <p:nvSpPr>
          <p:cNvPr id="4" name="Segnaposto data 3">
            <a:extLst>
              <a:ext uri="{FF2B5EF4-FFF2-40B4-BE49-F238E27FC236}">
                <a16:creationId xmlns:a16="http://schemas.microsoft.com/office/drawing/2014/main" id="{98C4DDD6-3134-BB49-9CD4-C00AA17CCBA2}"/>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F5BB28A3-2F35-9A4A-9DA8-DBEF0D744EE7}"/>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C18136F8-1D30-BC4B-BFC2-191EB94B377C}"/>
              </a:ext>
            </a:extLst>
          </p:cNvPr>
          <p:cNvSpPr>
            <a:spLocks noGrp="1"/>
          </p:cNvSpPr>
          <p:nvPr>
            <p:ph type="sldNum" sz="quarter" idx="12"/>
          </p:nvPr>
        </p:nvSpPr>
        <p:spPr/>
        <p:txBody>
          <a:bodyPr/>
          <a:lstStyle/>
          <a:p>
            <a:pPr>
              <a:defRPr/>
            </a:pPr>
            <a:fld id="{43CD341D-7438-4FA4-973F-6F9EECBD14B9}" type="slidenum">
              <a:rPr lang="it-IT" altLang="it-IT" smtClean="0"/>
              <a:pPr>
                <a:defRPr/>
              </a:pPr>
              <a:t>44</a:t>
            </a:fld>
            <a:endParaRPr lang="it-IT" altLang="it-IT"/>
          </a:p>
        </p:txBody>
      </p:sp>
    </p:spTree>
    <p:extLst>
      <p:ext uri="{BB962C8B-B14F-4D97-AF65-F5344CB8AC3E}">
        <p14:creationId xmlns:p14="http://schemas.microsoft.com/office/powerpoint/2010/main" val="3620295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F079EED-0893-7947-98D1-0E5A65562B52}"/>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The Semantic Web</a:t>
            </a:r>
            <a:endParaRPr lang="it-IT" dirty="0"/>
          </a:p>
        </p:txBody>
      </p:sp>
      <p:sp>
        <p:nvSpPr>
          <p:cNvPr id="15363" name="Rectangle 3">
            <a:extLst>
              <a:ext uri="{FF2B5EF4-FFF2-40B4-BE49-F238E27FC236}">
                <a16:creationId xmlns:a16="http://schemas.microsoft.com/office/drawing/2014/main" id="{4B65B5FF-C4C2-8B46-87E5-EA77BB771175}"/>
              </a:ext>
            </a:extLst>
          </p:cNvPr>
          <p:cNvSpPr>
            <a:spLocks noGrp="1" noChangeArrowheads="1"/>
          </p:cNvSpPr>
          <p:nvPr>
            <p:ph type="body"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sz="2800" dirty="0"/>
              <a:t>Tim Berners-Lee's (1998) vision: from a "syntactic" Web for communication between people to the "semantic" Web, a large network of information connected on a global scale that can be understood by programs (a global database – </a:t>
            </a:r>
            <a:r>
              <a:rPr lang="en-US" altLang="it-IT" sz="2800" i="1" dirty="0"/>
              <a:t>linked data</a:t>
            </a:r>
            <a:r>
              <a:rPr lang="en-US" altLang="it-IT" sz="2800" dirty="0"/>
              <a:t>)
The vehicle is XML, a generic annotation language.</a:t>
            </a:r>
          </a:p>
        </p:txBody>
      </p:sp>
      <p:sp>
        <p:nvSpPr>
          <p:cNvPr id="4" name="Segnaposto data 3">
            <a:extLst>
              <a:ext uri="{FF2B5EF4-FFF2-40B4-BE49-F238E27FC236}">
                <a16:creationId xmlns:a16="http://schemas.microsoft.com/office/drawing/2014/main" id="{379C8F06-FD5F-3640-BE04-9BFC01EC9E6C}"/>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9E3D8881-3411-9C48-9B9A-4CFE74787522}"/>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ADB70260-B6AF-A746-B952-B234A783363B}"/>
              </a:ext>
            </a:extLst>
          </p:cNvPr>
          <p:cNvSpPr>
            <a:spLocks noGrp="1"/>
          </p:cNvSpPr>
          <p:nvPr>
            <p:ph type="sldNum" sz="quarter" idx="12"/>
          </p:nvPr>
        </p:nvSpPr>
        <p:spPr/>
        <p:txBody>
          <a:bodyPr/>
          <a:lstStyle/>
          <a:p>
            <a:pPr>
              <a:defRPr/>
            </a:pPr>
            <a:fld id="{43CD341D-7438-4FA4-973F-6F9EECBD14B9}" type="slidenum">
              <a:rPr lang="it-IT" altLang="it-IT" smtClean="0"/>
              <a:pPr>
                <a:defRPr/>
              </a:pPr>
              <a:t>45</a:t>
            </a:fld>
            <a:endParaRPr lang="it-IT" altLang="it-IT"/>
          </a:p>
        </p:txBody>
      </p:sp>
    </p:spTree>
    <p:extLst>
      <p:ext uri="{BB962C8B-B14F-4D97-AF65-F5344CB8AC3E}">
        <p14:creationId xmlns:p14="http://schemas.microsoft.com/office/powerpoint/2010/main" val="21000574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FA2EFE7-DCC2-1140-AD7E-EFEDA229F27B}"/>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dirty="0"/>
              <a:t>Motivations for the semantic web</a:t>
            </a:r>
          </a:p>
        </p:txBody>
      </p:sp>
      <p:sp>
        <p:nvSpPr>
          <p:cNvPr id="17411" name="Rectangle 3">
            <a:extLst>
              <a:ext uri="{FF2B5EF4-FFF2-40B4-BE49-F238E27FC236}">
                <a16:creationId xmlns:a16="http://schemas.microsoft.com/office/drawing/2014/main" id="{8D0B4306-2A7F-3A40-A21D-571BE3409063}"/>
              </a:ext>
            </a:extLst>
          </p:cNvPr>
          <p:cNvSpPr>
            <a:spLocks noGrp="1" noChangeArrowheads="1"/>
          </p:cNvSpPr>
          <p:nvPr>
            <p:ph type="body" idx="1"/>
          </p:nvPr>
        </p:nvSpPr>
        <p:spPr>
          <a:xfrm>
            <a:off x="645835" y="947357"/>
            <a:ext cx="7946073" cy="3402806"/>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sz="2100" dirty="0"/>
              <a:t>Today's web, made up of documents, is only suitable for people to use</a:t>
            </a:r>
          </a:p>
          <a:p>
            <a:pPr lvl="1"/>
            <a:r>
              <a:rPr lang="en-US" altLang="it-IT" sz="1700" dirty="0"/>
              <a:t>Search engines are based on keywords, and the results are documents, not data that can be used by programs
It's impossible to build programs that make effective use of web content</a:t>
            </a:r>
          </a:p>
          <a:p>
            <a:r>
              <a:rPr lang="en-US" altLang="it-IT" sz="2100" dirty="0"/>
              <a:t>The semantic web aims to help in the management of knowledge present on the web</a:t>
            </a:r>
          </a:p>
          <a:p>
            <a:pPr lvl="1"/>
            <a:r>
              <a:rPr lang="en-US" altLang="it-IT" sz="1700" dirty="0"/>
              <a:t>A web of data to be shared and reused across applications, businesses and communities</a:t>
            </a:r>
            <a:endParaRPr lang="en-US" altLang="it-IT" dirty="0"/>
          </a:p>
        </p:txBody>
      </p:sp>
      <p:sp>
        <p:nvSpPr>
          <p:cNvPr id="4" name="Segnaposto data 3">
            <a:extLst>
              <a:ext uri="{FF2B5EF4-FFF2-40B4-BE49-F238E27FC236}">
                <a16:creationId xmlns:a16="http://schemas.microsoft.com/office/drawing/2014/main" id="{080D4E75-332D-0840-8A05-7A61B42EC476}"/>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80E87B55-5C1D-D14A-A54C-D0B4167C58C0}"/>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BA2E8FA2-4402-444D-9341-DD91A0B2878A}"/>
              </a:ext>
            </a:extLst>
          </p:cNvPr>
          <p:cNvSpPr>
            <a:spLocks noGrp="1"/>
          </p:cNvSpPr>
          <p:nvPr>
            <p:ph type="sldNum" sz="quarter" idx="12"/>
          </p:nvPr>
        </p:nvSpPr>
        <p:spPr/>
        <p:txBody>
          <a:bodyPr/>
          <a:lstStyle/>
          <a:p>
            <a:pPr>
              <a:defRPr/>
            </a:pPr>
            <a:fld id="{43CD341D-7438-4FA4-973F-6F9EECBD14B9}" type="slidenum">
              <a:rPr lang="it-IT" altLang="it-IT" smtClean="0"/>
              <a:pPr>
                <a:defRPr/>
              </a:pPr>
              <a:t>46</a:t>
            </a:fld>
            <a:endParaRPr lang="it-IT" altLang="it-IT"/>
          </a:p>
        </p:txBody>
      </p:sp>
    </p:spTree>
    <p:extLst>
      <p:ext uri="{BB962C8B-B14F-4D97-AF65-F5344CB8AC3E}">
        <p14:creationId xmlns:p14="http://schemas.microsoft.com/office/powerpoint/2010/main" val="5540943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E800597-3741-A1FF-A4B4-22A821066D32}"/>
              </a:ext>
            </a:extLst>
          </p:cNvPr>
          <p:cNvSpPr>
            <a:spLocks noGrp="1"/>
          </p:cNvSpPr>
          <p:nvPr>
            <p:ph type="title"/>
          </p:nvPr>
        </p:nvSpPr>
        <p:spPr/>
        <p:txBody>
          <a:bodyPr/>
          <a:lstStyle/>
          <a:p>
            <a:r>
              <a:rPr lang="it-IT" dirty="0"/>
              <a:t>A </a:t>
            </a:r>
            <a:r>
              <a:rPr lang="it-IT" dirty="0" err="1"/>
              <a:t>problem</a:t>
            </a:r>
            <a:r>
              <a:rPr lang="it-IT" dirty="0"/>
              <a:t>?</a:t>
            </a:r>
          </a:p>
        </p:txBody>
      </p:sp>
      <p:sp>
        <p:nvSpPr>
          <p:cNvPr id="3" name="Segnaposto contenuto 2">
            <a:extLst>
              <a:ext uri="{FF2B5EF4-FFF2-40B4-BE49-F238E27FC236}">
                <a16:creationId xmlns:a16="http://schemas.microsoft.com/office/drawing/2014/main" id="{8DD506D6-6E75-4323-D832-275DDD1A7085}"/>
              </a:ext>
            </a:extLst>
          </p:cNvPr>
          <p:cNvSpPr>
            <a:spLocks noGrp="1"/>
          </p:cNvSpPr>
          <p:nvPr>
            <p:ph idx="1"/>
          </p:nvPr>
        </p:nvSpPr>
        <p:spPr/>
        <p:txBody>
          <a:bodyPr/>
          <a:lstStyle/>
          <a:p>
            <a:r>
              <a:rPr lang="it-IT" dirty="0" err="1"/>
              <a:t>Could</a:t>
            </a:r>
            <a:r>
              <a:rPr lang="it-IT" dirty="0"/>
              <a:t> </a:t>
            </a:r>
            <a:r>
              <a:rPr lang="it-IT" dirty="0" err="1"/>
              <a:t>LLMs</a:t>
            </a:r>
            <a:r>
              <a:rPr lang="it-IT" dirty="0"/>
              <a:t> be </a:t>
            </a:r>
            <a:r>
              <a:rPr lang="it-IT" dirty="0" err="1"/>
              <a:t>seen</a:t>
            </a:r>
            <a:r>
              <a:rPr lang="it-IT" dirty="0"/>
              <a:t> </a:t>
            </a:r>
            <a:r>
              <a:rPr lang="it-IT" dirty="0" err="1"/>
              <a:t>as</a:t>
            </a:r>
            <a:r>
              <a:rPr lang="it-IT" dirty="0"/>
              <a:t> a </a:t>
            </a:r>
            <a:r>
              <a:rPr lang="it-IT" dirty="0" err="1"/>
              <a:t>threat</a:t>
            </a:r>
            <a:r>
              <a:rPr lang="it-IT" dirty="0"/>
              <a:t> to </a:t>
            </a:r>
            <a:r>
              <a:rPr lang="it-IT" dirty="0" err="1"/>
              <a:t>traditional</a:t>
            </a:r>
            <a:r>
              <a:rPr lang="it-IT" dirty="0"/>
              <a:t> </a:t>
            </a:r>
            <a:r>
              <a:rPr lang="it-IT" dirty="0" err="1"/>
              <a:t>search</a:t>
            </a:r>
            <a:r>
              <a:rPr lang="it-IT" dirty="0"/>
              <a:t> </a:t>
            </a:r>
            <a:r>
              <a:rPr lang="it-IT" dirty="0" err="1"/>
              <a:t>engines</a:t>
            </a:r>
            <a:r>
              <a:rPr lang="it-IT" dirty="0"/>
              <a:t> </a:t>
            </a:r>
            <a:r>
              <a:rPr lang="it-IT" dirty="0" err="1"/>
              <a:t>such</a:t>
            </a:r>
            <a:r>
              <a:rPr lang="it-IT" dirty="0"/>
              <a:t> </a:t>
            </a:r>
            <a:r>
              <a:rPr lang="it-IT" dirty="0" err="1"/>
              <a:t>as</a:t>
            </a:r>
            <a:r>
              <a:rPr lang="it-IT" dirty="0"/>
              <a:t> </a:t>
            </a:r>
            <a:r>
              <a:rPr lang="it-IT" dirty="0" err="1"/>
              <a:t>google</a:t>
            </a:r>
            <a:r>
              <a:rPr lang="it-IT" dirty="0"/>
              <a:t>?</a:t>
            </a:r>
          </a:p>
          <a:p>
            <a:r>
              <a:rPr lang="it-IT" dirty="0" err="1"/>
              <a:t>Is</a:t>
            </a:r>
            <a:r>
              <a:rPr lang="it-IT" dirty="0"/>
              <a:t> </a:t>
            </a:r>
            <a:r>
              <a:rPr lang="it-IT" dirty="0" err="1"/>
              <a:t>this</a:t>
            </a:r>
            <a:r>
              <a:rPr lang="it-IT" dirty="0"/>
              <a:t> the case for Semantic Web </a:t>
            </a:r>
            <a:r>
              <a:rPr lang="it-IT" dirty="0" err="1"/>
              <a:t>applications</a:t>
            </a:r>
            <a:r>
              <a:rPr lang="it-IT" dirty="0"/>
              <a:t>?</a:t>
            </a:r>
          </a:p>
          <a:p>
            <a:r>
              <a:rPr lang="it-IT" dirty="0" err="1"/>
              <a:t>Is</a:t>
            </a:r>
            <a:r>
              <a:rPr lang="it-IT" dirty="0"/>
              <a:t> an LLM a SW </a:t>
            </a:r>
            <a:r>
              <a:rPr lang="it-IT" dirty="0" err="1"/>
              <a:t>application</a:t>
            </a:r>
            <a:r>
              <a:rPr lang="it-IT" dirty="0"/>
              <a:t>?</a:t>
            </a:r>
          </a:p>
        </p:txBody>
      </p:sp>
      <p:sp>
        <p:nvSpPr>
          <p:cNvPr id="4" name="Segnaposto data 3">
            <a:extLst>
              <a:ext uri="{FF2B5EF4-FFF2-40B4-BE49-F238E27FC236}">
                <a16:creationId xmlns:a16="http://schemas.microsoft.com/office/drawing/2014/main" id="{80E9D976-E61B-9DF0-19AC-85C6F12AC276}"/>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4236DE34-3378-51E0-2A91-D95C827CA071}"/>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6483536D-ED3E-428A-FB25-7D1B391709CC}"/>
              </a:ext>
            </a:extLst>
          </p:cNvPr>
          <p:cNvSpPr>
            <a:spLocks noGrp="1"/>
          </p:cNvSpPr>
          <p:nvPr>
            <p:ph type="sldNum" sz="quarter" idx="12"/>
          </p:nvPr>
        </p:nvSpPr>
        <p:spPr/>
        <p:txBody>
          <a:bodyPr/>
          <a:lstStyle/>
          <a:p>
            <a:pPr>
              <a:defRPr/>
            </a:pPr>
            <a:fld id="{43CD341D-7438-4FA4-973F-6F9EECBD14B9}" type="slidenum">
              <a:rPr lang="it-IT" altLang="it-IT" smtClean="0"/>
              <a:pPr>
                <a:defRPr/>
              </a:pPr>
              <a:t>47</a:t>
            </a:fld>
            <a:endParaRPr lang="it-IT" altLang="it-IT"/>
          </a:p>
        </p:txBody>
      </p:sp>
    </p:spTree>
    <p:extLst>
      <p:ext uri="{BB962C8B-B14F-4D97-AF65-F5344CB8AC3E}">
        <p14:creationId xmlns:p14="http://schemas.microsoft.com/office/powerpoint/2010/main" val="29173499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C7FFED-63F7-A846-87C3-54277DAEEBCD}"/>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sz="2800"/>
              <a:t>Semantic Web and Knowledge Management</a:t>
            </a:r>
            <a:endParaRPr lang="en-US" sz="2800" dirty="0"/>
          </a:p>
        </p:txBody>
      </p:sp>
      <p:sp>
        <p:nvSpPr>
          <p:cNvPr id="18435" name="Rectangle 3">
            <a:extLst>
              <a:ext uri="{FF2B5EF4-FFF2-40B4-BE49-F238E27FC236}">
                <a16:creationId xmlns:a16="http://schemas.microsoft.com/office/drawing/2014/main" id="{A7D0BF6C-0C16-DC40-A01D-04BFD737CE2B}"/>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lnSpc>
                <a:spcPct val="90000"/>
              </a:lnSpc>
            </a:pPr>
            <a:r>
              <a:rPr lang="en-US" altLang="it-IT" sz="2800" dirty="0"/>
              <a:t>Information Sourcing</a:t>
            </a:r>
          </a:p>
          <a:p>
            <a:pPr lvl="1">
              <a:lnSpc>
                <a:spcPct val="90000"/>
              </a:lnSpc>
            </a:pPr>
            <a:r>
              <a:rPr lang="en-US" altLang="it-IT" sz="2000" dirty="0"/>
              <a:t>Less syntactic searches </a:t>
            </a:r>
          </a:p>
          <a:p>
            <a:pPr>
              <a:lnSpc>
                <a:spcPct val="90000"/>
              </a:lnSpc>
            </a:pPr>
            <a:r>
              <a:rPr lang="en-US" altLang="it-IT" sz="2800" dirty="0"/>
              <a:t>Information Extraction</a:t>
            </a:r>
          </a:p>
          <a:p>
            <a:pPr lvl="1">
              <a:lnSpc>
                <a:spcPct val="90000"/>
              </a:lnSpc>
            </a:pPr>
            <a:r>
              <a:rPr lang="en-US" altLang="it-IT" sz="2000" dirty="0"/>
              <a:t>Now it's the people who research, interpret and combine the content of web pages </a:t>
            </a:r>
          </a:p>
          <a:p>
            <a:pPr>
              <a:lnSpc>
                <a:spcPct val="90000"/>
              </a:lnSpc>
            </a:pPr>
            <a:r>
              <a:rPr lang="en-US" altLang="it-IT" sz="2800" dirty="0"/>
              <a:t>Information Maintenance</a:t>
            </a:r>
          </a:p>
          <a:p>
            <a:pPr lvl="1">
              <a:lnSpc>
                <a:spcPct val="90000"/>
              </a:lnSpc>
            </a:pPr>
            <a:r>
              <a:rPr lang="en-US" altLang="it-IT" sz="2000" dirty="0"/>
              <a:t>Inconsistent terminologies, outdated information</a:t>
            </a:r>
          </a:p>
          <a:p>
            <a:pPr>
              <a:lnSpc>
                <a:spcPct val="90000"/>
              </a:lnSpc>
            </a:pPr>
            <a:r>
              <a:rPr lang="en-US" altLang="it-IT" sz="2800" dirty="0"/>
              <a:t>Presentation of the information</a:t>
            </a:r>
          </a:p>
          <a:p>
            <a:pPr lvl="1">
              <a:lnSpc>
                <a:spcPct val="90000"/>
              </a:lnSpc>
            </a:pPr>
            <a:r>
              <a:rPr lang="en-US" altLang="it-IT" sz="2000" dirty="0"/>
              <a:t>Unable to define "views" on web content</a:t>
            </a:r>
          </a:p>
        </p:txBody>
      </p:sp>
      <p:sp>
        <p:nvSpPr>
          <p:cNvPr id="4" name="Segnaposto data 3">
            <a:extLst>
              <a:ext uri="{FF2B5EF4-FFF2-40B4-BE49-F238E27FC236}">
                <a16:creationId xmlns:a16="http://schemas.microsoft.com/office/drawing/2014/main" id="{DF1E1F4E-3430-EA4E-9633-FEE15706D763}"/>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E742F84A-6C68-F44B-BB98-BB824C8E6B29}"/>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C31B398F-6981-AC45-9176-0AD9079A6BC5}"/>
              </a:ext>
            </a:extLst>
          </p:cNvPr>
          <p:cNvSpPr>
            <a:spLocks noGrp="1"/>
          </p:cNvSpPr>
          <p:nvPr>
            <p:ph type="sldNum" sz="quarter" idx="12"/>
          </p:nvPr>
        </p:nvSpPr>
        <p:spPr/>
        <p:txBody>
          <a:bodyPr/>
          <a:lstStyle/>
          <a:p>
            <a:pPr>
              <a:defRPr/>
            </a:pPr>
            <a:fld id="{43CD341D-7438-4FA4-973F-6F9EECBD14B9}" type="slidenum">
              <a:rPr lang="it-IT" altLang="it-IT" smtClean="0"/>
              <a:pPr>
                <a:defRPr/>
              </a:pPr>
              <a:t>48</a:t>
            </a:fld>
            <a:endParaRPr lang="it-IT" altLang="it-IT"/>
          </a:p>
        </p:txBody>
      </p:sp>
    </p:spTree>
    <p:extLst>
      <p:ext uri="{BB962C8B-B14F-4D97-AF65-F5344CB8AC3E}">
        <p14:creationId xmlns:p14="http://schemas.microsoft.com/office/powerpoint/2010/main" val="3854631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20086F5-0C80-714F-883F-D95569316C41}"/>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dirty="0"/>
              <a:t>The layers of the Semantic Web</a:t>
            </a:r>
            <a:endParaRPr lang="it-IT" dirty="0"/>
          </a:p>
        </p:txBody>
      </p:sp>
      <p:pic>
        <p:nvPicPr>
          <p:cNvPr id="19459" name="Picture 3" descr="sweb-stack">
            <a:extLst>
              <a:ext uri="{FF2B5EF4-FFF2-40B4-BE49-F238E27FC236}">
                <a16:creationId xmlns:a16="http://schemas.microsoft.com/office/drawing/2014/main" id="{44A16D19-6182-2A47-8033-478721AF20F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11166" y="1223222"/>
            <a:ext cx="4622006" cy="3086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pic>
      <p:sp>
        <p:nvSpPr>
          <p:cNvPr id="4" name="Segnaposto data 3">
            <a:extLst>
              <a:ext uri="{FF2B5EF4-FFF2-40B4-BE49-F238E27FC236}">
                <a16:creationId xmlns:a16="http://schemas.microsoft.com/office/drawing/2014/main" id="{E4CDA816-763A-CB45-8739-E56FE33E0D0C}"/>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7AD6129F-5448-7244-8C12-6ECE2D7291FA}"/>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A2F0C1FE-49BE-8A48-BBBF-6C62A2E73FD8}"/>
              </a:ext>
            </a:extLst>
          </p:cNvPr>
          <p:cNvSpPr>
            <a:spLocks noGrp="1"/>
          </p:cNvSpPr>
          <p:nvPr>
            <p:ph type="sldNum" sz="quarter" idx="12"/>
          </p:nvPr>
        </p:nvSpPr>
        <p:spPr/>
        <p:txBody>
          <a:bodyPr/>
          <a:lstStyle/>
          <a:p>
            <a:pPr>
              <a:defRPr/>
            </a:pPr>
            <a:fld id="{43CD341D-7438-4FA4-973F-6F9EECBD14B9}" type="slidenum">
              <a:rPr lang="it-IT" altLang="it-IT" smtClean="0"/>
              <a:pPr>
                <a:defRPr/>
              </a:pPr>
              <a:t>49</a:t>
            </a:fld>
            <a:endParaRPr lang="it-IT" altLang="it-IT"/>
          </a:p>
        </p:txBody>
      </p:sp>
    </p:spTree>
    <p:extLst>
      <p:ext uri="{BB962C8B-B14F-4D97-AF65-F5344CB8AC3E}">
        <p14:creationId xmlns:p14="http://schemas.microsoft.com/office/powerpoint/2010/main" val="21054260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E427CC8-9FA9-8546-A7EE-917760878510}"/>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dirty="0"/>
              <a:t>The layers of the Semantic Web</a:t>
            </a:r>
            <a:endParaRPr lang="it-IT" dirty="0"/>
          </a:p>
        </p:txBody>
      </p:sp>
      <p:sp>
        <p:nvSpPr>
          <p:cNvPr id="21507" name="Rectangle 3">
            <a:extLst>
              <a:ext uri="{FF2B5EF4-FFF2-40B4-BE49-F238E27FC236}">
                <a16:creationId xmlns:a16="http://schemas.microsoft.com/office/drawing/2014/main" id="{B994F7C5-21B2-7240-BC7B-3791E2AB3B42}"/>
              </a:ext>
            </a:extLst>
          </p:cNvPr>
          <p:cNvSpPr>
            <a:spLocks noGrp="1" noChangeArrowheads="1"/>
          </p:cNvSpPr>
          <p:nvPr>
            <p:ph type="body"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r>
              <a:rPr lang="en-US" altLang="it-IT" sz="2100"/>
              <a:t>Unicode and URIs
XML Syntactic Interoperability
RDF (Resource Description Framework): to describe semantic relationships between resources (subject, predicate, object)
RDF schema (RDFS): to constrain domains and codomains of relationships, define object classes, class relationships; RDFS is a language for ontologies, not very expressive</a:t>
            </a:r>
            <a:endParaRPr lang="it-IT" altLang="it-IT" sz="2100" dirty="0"/>
          </a:p>
        </p:txBody>
      </p:sp>
      <p:sp>
        <p:nvSpPr>
          <p:cNvPr id="4" name="Segnaposto data 3">
            <a:extLst>
              <a:ext uri="{FF2B5EF4-FFF2-40B4-BE49-F238E27FC236}">
                <a16:creationId xmlns:a16="http://schemas.microsoft.com/office/drawing/2014/main" id="{EE06506C-3ADA-754E-AD4C-566C77751AA1}"/>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944A31C2-CBD7-0B4F-B178-6553D6033F58}"/>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DC18C84E-5271-DE4E-89FC-03FF1E315588}"/>
              </a:ext>
            </a:extLst>
          </p:cNvPr>
          <p:cNvSpPr>
            <a:spLocks noGrp="1"/>
          </p:cNvSpPr>
          <p:nvPr>
            <p:ph type="sldNum" sz="quarter" idx="12"/>
          </p:nvPr>
        </p:nvSpPr>
        <p:spPr/>
        <p:txBody>
          <a:bodyPr/>
          <a:lstStyle/>
          <a:p>
            <a:pPr>
              <a:defRPr/>
            </a:pPr>
            <a:fld id="{43CD341D-7438-4FA4-973F-6F9EECBD14B9}" type="slidenum">
              <a:rPr lang="it-IT" altLang="it-IT" smtClean="0"/>
              <a:pPr>
                <a:defRPr/>
              </a:pPr>
              <a:t>50</a:t>
            </a:fld>
            <a:endParaRPr lang="it-IT" altLang="it-IT"/>
          </a:p>
        </p:txBody>
      </p:sp>
    </p:spTree>
    <p:extLst>
      <p:ext uri="{BB962C8B-B14F-4D97-AF65-F5344CB8AC3E}">
        <p14:creationId xmlns:p14="http://schemas.microsoft.com/office/powerpoint/2010/main" val="13065061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BCD8247-A7BF-0D4F-B006-0F6739FDA0DF}"/>
              </a:ext>
            </a:extLst>
          </p:cNvPr>
          <p:cNvSpPr>
            <a:spLocks noGrp="1" noChangeArrowheads="1"/>
          </p:cNvSpPr>
          <p:nvPr>
            <p:ph type="title"/>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Semantic Web and Languages for Ontologies</a:t>
            </a:r>
            <a:endParaRPr lang="en-GB" sz="3300" dirty="0"/>
          </a:p>
        </p:txBody>
      </p:sp>
      <p:sp>
        <p:nvSpPr>
          <p:cNvPr id="23555" name="Rectangle 3">
            <a:extLst>
              <a:ext uri="{FF2B5EF4-FFF2-40B4-BE49-F238E27FC236}">
                <a16:creationId xmlns:a16="http://schemas.microsoft.com/office/drawing/2014/main" id="{B2849C8F-BFDD-E94D-BD40-EB237F90FFDD}"/>
              </a:ext>
            </a:extLst>
          </p:cNvPr>
          <p:cNvSpPr>
            <a:spLocks noGrp="1" noChangeArrowheads="1"/>
          </p:cNvSpPr>
          <p:nvPr>
            <p:ph idx="1"/>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marL="457200" indent="-457200"/>
            <a:r>
              <a:rPr lang="en-GB" altLang="it-IT" sz="2800" dirty="0"/>
              <a:t>Languages for adding an inferential service to RDF:
ILO European Group</a:t>
            </a:r>
          </a:p>
          <a:p>
            <a:pPr marL="857250" lvl="1" indent="-457200"/>
            <a:r>
              <a:rPr lang="en-GB" altLang="it-IT" sz="2400" dirty="0"/>
              <a:t>DAML-ONT American Group
DAML+OIL proposed as standard
OWL: Web Ontology Language, W3C standard.
OWL evolves from descriptive logics</a:t>
            </a:r>
            <a:endParaRPr lang="it-IT" altLang="it-IT" sz="2400" dirty="0"/>
          </a:p>
        </p:txBody>
      </p:sp>
      <p:sp>
        <p:nvSpPr>
          <p:cNvPr id="4" name="Segnaposto data 3">
            <a:extLst>
              <a:ext uri="{FF2B5EF4-FFF2-40B4-BE49-F238E27FC236}">
                <a16:creationId xmlns:a16="http://schemas.microsoft.com/office/drawing/2014/main" id="{7B5F68EC-1E6E-C24F-A534-C3E40C4E6024}"/>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9790C33B-BF5A-2D44-83C4-1A5ACDD75448}"/>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467B7A73-4275-5E43-A081-1D0452C7FA8F}"/>
              </a:ext>
            </a:extLst>
          </p:cNvPr>
          <p:cNvSpPr>
            <a:spLocks noGrp="1"/>
          </p:cNvSpPr>
          <p:nvPr>
            <p:ph type="sldNum" sz="quarter" idx="12"/>
          </p:nvPr>
        </p:nvSpPr>
        <p:spPr/>
        <p:txBody>
          <a:bodyPr/>
          <a:lstStyle/>
          <a:p>
            <a:pPr>
              <a:defRPr/>
            </a:pPr>
            <a:fld id="{43CD341D-7438-4FA4-973F-6F9EECBD14B9}" type="slidenum">
              <a:rPr lang="it-IT" altLang="it-IT" smtClean="0"/>
              <a:pPr>
                <a:defRPr/>
              </a:pPr>
              <a:t>51</a:t>
            </a:fld>
            <a:endParaRPr lang="it-IT" altLang="it-IT"/>
          </a:p>
        </p:txBody>
      </p:sp>
    </p:spTree>
    <p:extLst>
      <p:ext uri="{BB962C8B-B14F-4D97-AF65-F5344CB8AC3E}">
        <p14:creationId xmlns:p14="http://schemas.microsoft.com/office/powerpoint/2010/main" val="2998235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FBBEAD-6277-DE41-901D-60767BF724B9}"/>
              </a:ext>
            </a:extLst>
          </p:cNvPr>
          <p:cNvSpPr>
            <a:spLocks noGrp="1"/>
          </p:cNvSpPr>
          <p:nvPr>
            <p:ph type="title"/>
          </p:nvPr>
        </p:nvSpPr>
        <p:spPr/>
        <p:txBody>
          <a:bodyPr/>
          <a:lstStyle/>
          <a:p>
            <a:r>
              <a:rPr lang="it-IT"/>
              <a:t>KNOWLEDGE BASES</a:t>
            </a:r>
            <a:endParaRPr lang="it-IT" dirty="0"/>
          </a:p>
        </p:txBody>
      </p:sp>
      <p:sp>
        <p:nvSpPr>
          <p:cNvPr id="3" name="Segnaposto contenuto 2">
            <a:extLst>
              <a:ext uri="{FF2B5EF4-FFF2-40B4-BE49-F238E27FC236}">
                <a16:creationId xmlns:a16="http://schemas.microsoft.com/office/drawing/2014/main" id="{154EC2A3-819D-4C44-8659-755436FFAAC8}"/>
              </a:ext>
            </a:extLst>
          </p:cNvPr>
          <p:cNvSpPr>
            <a:spLocks noGrp="1"/>
          </p:cNvSpPr>
          <p:nvPr>
            <p:ph idx="1"/>
          </p:nvPr>
        </p:nvSpPr>
        <p:spPr/>
        <p:txBody>
          <a:bodyPr/>
          <a:lstStyle/>
          <a:p>
            <a:r>
              <a:rPr lang="it-IT" dirty="0"/>
              <a:t>A knowledge base </a:t>
            </a:r>
            <a:r>
              <a:rPr lang="it-IT" dirty="0" err="1"/>
              <a:t>is</a:t>
            </a:r>
            <a:r>
              <a:rPr lang="it-IT" dirty="0"/>
              <a:t> a system of </a:t>
            </a:r>
            <a:r>
              <a:rPr lang="it-IT" dirty="0" err="1"/>
              <a:t>conceptual</a:t>
            </a:r>
            <a:r>
              <a:rPr lang="it-IT" dirty="0"/>
              <a:t> </a:t>
            </a:r>
            <a:r>
              <a:rPr lang="it-IT" dirty="0" err="1"/>
              <a:t>structures</a:t>
            </a:r>
            <a:r>
              <a:rPr lang="it-IT" dirty="0"/>
              <a:t> (an </a:t>
            </a:r>
            <a:r>
              <a:rPr lang="it-IT" dirty="0" err="1"/>
              <a:t>ontology</a:t>
            </a:r>
            <a:r>
              <a:rPr lang="it-IT" dirty="0"/>
              <a:t>) </a:t>
            </a:r>
            <a:r>
              <a:rPr lang="it-IT" dirty="0" err="1"/>
              <a:t>applied</a:t>
            </a:r>
            <a:r>
              <a:rPr lang="it-IT" dirty="0"/>
              <a:t> to </a:t>
            </a:r>
            <a:r>
              <a:rPr lang="it-IT" dirty="0" err="1"/>
              <a:t>objects</a:t>
            </a:r>
            <a:r>
              <a:rPr lang="it-IT" dirty="0"/>
              <a:t> </a:t>
            </a:r>
            <a:r>
              <a:rPr lang="it-IT" dirty="0" err="1"/>
              <a:t>described</a:t>
            </a:r>
            <a:r>
              <a:rPr lang="it-IT" dirty="0"/>
              <a:t> in the KB (</a:t>
            </a:r>
            <a:r>
              <a:rPr lang="it-IT" dirty="0" err="1"/>
              <a:t>instances</a:t>
            </a:r>
            <a:r>
              <a:rPr lang="it-IT" dirty="0"/>
              <a:t>)</a:t>
            </a:r>
          </a:p>
        </p:txBody>
      </p:sp>
      <p:sp>
        <p:nvSpPr>
          <p:cNvPr id="4" name="Segnaposto data 3">
            <a:extLst>
              <a:ext uri="{FF2B5EF4-FFF2-40B4-BE49-F238E27FC236}">
                <a16:creationId xmlns:a16="http://schemas.microsoft.com/office/drawing/2014/main" id="{D374C9DB-15F8-7144-A3B5-BA10FAE2C202}"/>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4EAAB4B6-559D-184A-AD32-63840E428E55}"/>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6978168C-997C-AE44-8818-2E19837B8D32}"/>
              </a:ext>
            </a:extLst>
          </p:cNvPr>
          <p:cNvSpPr>
            <a:spLocks noGrp="1"/>
          </p:cNvSpPr>
          <p:nvPr>
            <p:ph type="sldNum" sz="quarter" idx="12"/>
          </p:nvPr>
        </p:nvSpPr>
        <p:spPr/>
        <p:txBody>
          <a:bodyPr/>
          <a:lstStyle/>
          <a:p>
            <a:pPr>
              <a:defRPr/>
            </a:pPr>
            <a:fld id="{43CD341D-7438-4FA4-973F-6F9EECBD14B9}" type="slidenum">
              <a:rPr lang="it-IT" altLang="it-IT" smtClean="0"/>
              <a:pPr>
                <a:defRPr/>
              </a:pPr>
              <a:t>52</a:t>
            </a:fld>
            <a:endParaRPr lang="it-IT" altLang="it-IT"/>
          </a:p>
        </p:txBody>
      </p:sp>
    </p:spTree>
    <p:extLst>
      <p:ext uri="{BB962C8B-B14F-4D97-AF65-F5344CB8AC3E}">
        <p14:creationId xmlns:p14="http://schemas.microsoft.com/office/powerpoint/2010/main" val="365856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6D4C1C2-72BC-9E46-87AE-F0260AB4FA21}"/>
              </a:ext>
            </a:extLst>
          </p:cNvPr>
          <p:cNvSpPr>
            <a:spLocks noGrp="1" noChangeArrowheads="1"/>
          </p:cNvSpPr>
          <p:nvPr>
            <p:ph type="title"/>
          </p:nvPr>
        </p:nvSpPr>
        <p:spPr>
          <a:xfrm>
            <a:off x="1522810" y="250032"/>
            <a:ext cx="6478190" cy="617935"/>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89803"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en-US"/>
              <a:t>A KB based on descriptive logic</a:t>
            </a:r>
            <a:endParaRPr lang="en-GB" dirty="0"/>
          </a:p>
        </p:txBody>
      </p:sp>
      <p:sp>
        <p:nvSpPr>
          <p:cNvPr id="34819" name="Rectangle 3">
            <a:extLst>
              <a:ext uri="{FF2B5EF4-FFF2-40B4-BE49-F238E27FC236}">
                <a16:creationId xmlns:a16="http://schemas.microsoft.com/office/drawing/2014/main" id="{46E8299F-D382-AF43-A807-9E3200808DFB}"/>
              </a:ext>
            </a:extLst>
          </p:cNvPr>
          <p:cNvSpPr>
            <a:spLocks noChangeArrowheads="1"/>
          </p:cNvSpPr>
          <p:nvPr/>
        </p:nvSpPr>
        <p:spPr bwMode="auto">
          <a:xfrm>
            <a:off x="4385074" y="842963"/>
            <a:ext cx="2993231" cy="3924300"/>
          </a:xfrm>
          <a:prstGeom prst="rect">
            <a:avLst/>
          </a:prstGeom>
          <a:solidFill>
            <a:srgbClr val="FFFFFF"/>
          </a:solidFill>
          <a:ln w="6350">
            <a:solidFill>
              <a:srgbClr val="000000"/>
            </a:solidFill>
            <a:prstDash val="sysDot"/>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lstStyle/>
          <a:p>
            <a:pPr>
              <a:defRPr/>
            </a:pPr>
            <a:endParaRPr lang="en-US">
              <a:latin typeface="Arial" charset="0"/>
              <a:ea typeface="ＭＳ Ｐゴシック" charset="0"/>
              <a:cs typeface="ＭＳ Ｐゴシック" charset="0"/>
            </a:endParaRPr>
          </a:p>
        </p:txBody>
      </p:sp>
      <p:sp>
        <p:nvSpPr>
          <p:cNvPr id="34820" name="Rectangle 4">
            <a:extLst>
              <a:ext uri="{FF2B5EF4-FFF2-40B4-BE49-F238E27FC236}">
                <a16:creationId xmlns:a16="http://schemas.microsoft.com/office/drawing/2014/main" id="{4B85F6E8-6857-E34B-83F2-60EA589AF777}"/>
              </a:ext>
            </a:extLst>
          </p:cNvPr>
          <p:cNvSpPr>
            <a:spLocks noChangeArrowheads="1"/>
          </p:cNvSpPr>
          <p:nvPr/>
        </p:nvSpPr>
        <p:spPr bwMode="auto">
          <a:xfrm>
            <a:off x="4870848" y="1273969"/>
            <a:ext cx="2047875" cy="1512094"/>
          </a:xfrm>
          <a:prstGeom prst="rect">
            <a:avLst/>
          </a:prstGeom>
          <a:solidFill>
            <a:srgbClr val="FFFF99"/>
          </a:solidFill>
          <a:ln w="1270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525" tIns="9525" rIns="9525" bIns="9525"/>
          <a:lstStyle/>
          <a:p>
            <a:pPr>
              <a:defRPr/>
            </a:pPr>
            <a:r>
              <a:rPr lang="it-IT" sz="1350"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journalist</a:t>
            </a:r>
            <a:r>
              <a:rPr lang="it-IT" sz="1350" b="1" dirty="0">
                <a:latin typeface="Tw Cen MT" charset="0"/>
                <a:ea typeface="ＭＳ Ｐゴシック" charset="0"/>
                <a:cs typeface="Times New Roman" charset="0"/>
              </a:rPr>
              <a:t> </a:t>
            </a:r>
            <a:r>
              <a:rPr lang="it-IT" sz="1350" b="1" dirty="0">
                <a:latin typeface="Tw Cen MT" charset="0"/>
                <a:ea typeface="ＭＳ Ｐゴシック" charset="0"/>
                <a:cs typeface="Times New Roman" charset="0"/>
                <a:sym typeface="Symbol" charset="0"/>
              </a:rPr>
              <a:t></a:t>
            </a:r>
            <a:r>
              <a:rPr lang="it-IT" sz="1350"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author</a:t>
            </a:r>
            <a:endParaRPr lang="it-IT" sz="1350" b="1" dirty="0">
              <a:latin typeface="Tw Cen MT" charset="0"/>
              <a:ea typeface="ＭＳ Ｐゴシック" charset="0"/>
              <a:cs typeface="Times New Roman" charset="0"/>
            </a:endParaRPr>
          </a:p>
          <a:p>
            <a:pPr>
              <a:defRPr/>
            </a:pPr>
            <a:r>
              <a:rPr lang="it-IT" sz="1350" dirty="0">
                <a:latin typeface="Tw Cen MT" charset="0"/>
                <a:ea typeface="ＭＳ Ｐゴシック" charset="0"/>
                <a:cs typeface="Times New Roman" charset="0"/>
              </a:rPr>
              <a:t> paper </a:t>
            </a:r>
            <a:r>
              <a:rPr lang="it-IT" sz="1350" dirty="0">
                <a:latin typeface="Tw Cen MT" charset="0"/>
                <a:ea typeface="ＭＳ Ｐゴシック" charset="0"/>
                <a:cs typeface="Times New Roman" charset="0"/>
                <a:sym typeface="Symbol" charset="0"/>
              </a:rPr>
              <a:t></a:t>
            </a:r>
            <a:endParaRPr lang="it-IT" sz="1350" b="1" dirty="0">
              <a:latin typeface="Tw Cen MT" charset="0"/>
              <a:ea typeface="ＭＳ Ｐゴシック" charset="0"/>
              <a:cs typeface="Times New Roman" charset="0"/>
            </a:endParaRPr>
          </a:p>
          <a:p>
            <a:pPr>
              <a:defRPr/>
            </a:pPr>
            <a:r>
              <a:rPr lang="it-IT" sz="1350" dirty="0">
                <a:latin typeface="Tw Cen MT" charset="0"/>
                <a:ea typeface="ＭＳ Ｐゴシック" charset="0"/>
                <a:cs typeface="Times New Roman" charset="0"/>
              </a:rPr>
              <a:t>  </a:t>
            </a:r>
            <a:r>
              <a:rPr lang="en-US" sz="1350" dirty="0">
                <a:latin typeface="Tw Cen MT" charset="0"/>
                <a:ea typeface="ＭＳ Ｐゴシック" charset="0"/>
                <a:cs typeface="Times New Roman" charset="0"/>
              </a:rPr>
              <a:t>(</a:t>
            </a:r>
            <a:r>
              <a:rPr lang="en-US" sz="1350" b="1" dirty="0">
                <a:latin typeface="Tw Cen MT" charset="0"/>
                <a:ea typeface="ＭＳ Ｐゴシック" charset="0"/>
                <a:cs typeface="Times New Roman" charset="0"/>
              </a:rPr>
              <a:t>and</a:t>
            </a:r>
            <a:r>
              <a:rPr lang="en-US" sz="1350" dirty="0">
                <a:latin typeface="Tw Cen MT" charset="0"/>
                <a:ea typeface="ＭＳ Ｐゴシック" charset="0"/>
                <a:cs typeface="Times New Roman" charset="0"/>
              </a:rPr>
              <a:t> (</a:t>
            </a:r>
            <a:r>
              <a:rPr lang="en-US" sz="1350" b="1" dirty="0">
                <a:latin typeface="Tw Cen MT" charset="0"/>
                <a:ea typeface="ＭＳ Ｐゴシック" charset="0"/>
                <a:cs typeface="Times New Roman" charset="0"/>
              </a:rPr>
              <a:t>a-not</a:t>
            </a:r>
            <a:r>
              <a:rPr lang="en-US" sz="1350" dirty="0">
                <a:latin typeface="Tw Cen MT" charset="0"/>
                <a:ea typeface="ＭＳ Ｐゴシック" charset="0"/>
                <a:cs typeface="Times New Roman" charset="0"/>
              </a:rPr>
              <a:t> book)</a:t>
            </a:r>
            <a:endParaRPr lang="it-IT" sz="1350" b="1" dirty="0">
              <a:latin typeface="Tw Cen MT" charset="0"/>
              <a:ea typeface="ＭＳ Ｐゴシック" charset="0"/>
              <a:cs typeface="Times New Roman" charset="0"/>
            </a:endParaRPr>
          </a:p>
          <a:p>
            <a:pPr>
              <a:defRPr/>
            </a:pPr>
            <a:r>
              <a:rPr lang="en-US" sz="1350" dirty="0">
                <a:latin typeface="Tw Cen MT" charset="0"/>
                <a:ea typeface="ＭＳ Ｐゴシック" charset="0"/>
                <a:cs typeface="Times New Roman" charset="0"/>
              </a:rPr>
              <a:t>     </a:t>
            </a:r>
            <a:r>
              <a:rPr lang="it-IT" sz="1350" dirty="0">
                <a:latin typeface="Tw Cen MT" charset="0"/>
                <a:ea typeface="ＭＳ Ｐゴシック" charset="0"/>
                <a:cs typeface="Times New Roman" charset="0"/>
              </a:rPr>
              <a:t>(</a:t>
            </a:r>
            <a:r>
              <a:rPr lang="it-IT" sz="1350" b="1" dirty="0" err="1">
                <a:latin typeface="Tw Cen MT" charset="0"/>
                <a:ea typeface="ＭＳ Ｐゴシック" charset="0"/>
                <a:cs typeface="Times New Roman" charset="0"/>
              </a:rPr>
              <a:t>all</a:t>
            </a:r>
            <a:r>
              <a:rPr lang="it-IT" sz="1350" b="1"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author</a:t>
            </a:r>
            <a:r>
              <a:rPr lang="it-IT" sz="1350"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journalist</a:t>
            </a:r>
            <a:r>
              <a:rPr lang="it-IT" sz="1350" dirty="0">
                <a:latin typeface="Tw Cen MT" charset="0"/>
                <a:ea typeface="ＭＳ Ｐゴシック" charset="0"/>
                <a:cs typeface="Times New Roman" charset="0"/>
              </a:rPr>
              <a:t>))</a:t>
            </a:r>
            <a:endParaRPr lang="it-IT" sz="1350" b="1" dirty="0">
              <a:latin typeface="Tw Cen MT" charset="0"/>
              <a:ea typeface="ＭＳ Ｐゴシック" charset="0"/>
              <a:cs typeface="Times New Roman" charset="0"/>
            </a:endParaRPr>
          </a:p>
          <a:p>
            <a:pPr>
              <a:defRPr/>
            </a:pPr>
            <a:r>
              <a:rPr lang="it-IT" sz="1350"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author</a:t>
            </a:r>
            <a:r>
              <a:rPr lang="it-IT" sz="1350" dirty="0">
                <a:latin typeface="Tw Cen MT" charset="0"/>
                <a:ea typeface="ＭＳ Ｐゴシック" charset="0"/>
                <a:cs typeface="Times New Roman" charset="0"/>
              </a:rPr>
              <a:t> </a:t>
            </a:r>
            <a:r>
              <a:rPr lang="it-IT" sz="1350" b="1" dirty="0">
                <a:latin typeface="Tw Cen MT" charset="0"/>
                <a:ea typeface="ＭＳ Ｐゴシック" charset="0"/>
                <a:cs typeface="Times New Roman" charset="0"/>
                <a:sym typeface="Symbol" charset="0"/>
              </a:rPr>
              <a:t></a:t>
            </a:r>
            <a:r>
              <a:rPr lang="it-IT" sz="1350" dirty="0">
                <a:latin typeface="Tw Cen MT" charset="0"/>
                <a:ea typeface="ＭＳ Ｐゴシック" charset="0"/>
                <a:cs typeface="Times New Roman" charset="0"/>
              </a:rPr>
              <a:t> creator</a:t>
            </a:r>
            <a:r>
              <a:rPr lang="en-GB" sz="1350" dirty="0">
                <a:latin typeface="Tw Cen MT" charset="0"/>
                <a:ea typeface="ＭＳ Ｐゴシック" charset="0"/>
                <a:cs typeface="ＭＳ Ｐゴシック" charset="0"/>
              </a:rPr>
              <a:t> </a:t>
            </a:r>
            <a:endParaRPr lang="en-US" sz="1350" dirty="0">
              <a:latin typeface="Tw Cen MT" charset="0"/>
              <a:ea typeface="ＭＳ Ｐゴシック" charset="0"/>
              <a:cs typeface="ＭＳ Ｐゴシック" charset="0"/>
            </a:endParaRPr>
          </a:p>
        </p:txBody>
      </p:sp>
      <p:sp>
        <p:nvSpPr>
          <p:cNvPr id="34821" name="Rectangle 5">
            <a:extLst>
              <a:ext uri="{FF2B5EF4-FFF2-40B4-BE49-F238E27FC236}">
                <a16:creationId xmlns:a16="http://schemas.microsoft.com/office/drawing/2014/main" id="{25296BAB-B347-8F4D-995B-C3314C289A6E}"/>
              </a:ext>
            </a:extLst>
          </p:cNvPr>
          <p:cNvSpPr>
            <a:spLocks noChangeArrowheads="1"/>
          </p:cNvSpPr>
          <p:nvPr/>
        </p:nvSpPr>
        <p:spPr bwMode="auto">
          <a:xfrm>
            <a:off x="4889898" y="3037284"/>
            <a:ext cx="2075260" cy="1521619"/>
          </a:xfrm>
          <a:prstGeom prst="rect">
            <a:avLst/>
          </a:prstGeom>
          <a:solidFill>
            <a:srgbClr val="CCECFF"/>
          </a:solidFill>
          <a:ln w="1270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525" tIns="9525" rIns="9525" bIns="9525"/>
          <a:lstStyle/>
          <a:p>
            <a:pPr>
              <a:defRPr/>
            </a:pPr>
            <a:r>
              <a:rPr lang="it-IT" sz="1350"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author</a:t>
            </a:r>
            <a:r>
              <a:rPr lang="it-IT" sz="1350" dirty="0">
                <a:latin typeface="Tw Cen MT" charset="0"/>
                <a:ea typeface="ＭＳ Ｐゴシック" charset="0"/>
                <a:cs typeface="Times New Roman" charset="0"/>
              </a:rPr>
              <a:t>[Eco, l1]</a:t>
            </a:r>
            <a:endParaRPr lang="it-IT" sz="1350" b="1" dirty="0">
              <a:latin typeface="Tw Cen MT" charset="0"/>
              <a:ea typeface="ＭＳ Ｐゴシック" charset="0"/>
              <a:cs typeface="Times New Roman" charset="0"/>
            </a:endParaRPr>
          </a:p>
          <a:p>
            <a:pPr>
              <a:defRPr/>
            </a:pPr>
            <a:r>
              <a:rPr lang="it-IT" sz="1350"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author</a:t>
            </a:r>
            <a:r>
              <a:rPr lang="it-IT" sz="1350" dirty="0">
                <a:latin typeface="Tw Cen MT" charset="0"/>
                <a:ea typeface="ＭＳ Ｐゴシック" charset="0"/>
                <a:cs typeface="Times New Roman" charset="0"/>
              </a:rPr>
              <a:t>[Biagi, l2]</a:t>
            </a:r>
            <a:endParaRPr lang="it-IT" sz="1350" b="1" dirty="0">
              <a:latin typeface="Tw Cen MT" charset="0"/>
              <a:ea typeface="ＭＳ Ｐゴシック" charset="0"/>
              <a:cs typeface="Times New Roman" charset="0"/>
            </a:endParaRPr>
          </a:p>
          <a:p>
            <a:pPr>
              <a:defRPr/>
            </a:pPr>
            <a:r>
              <a:rPr lang="it-IT" sz="1350" b="1"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journalist</a:t>
            </a:r>
            <a:r>
              <a:rPr lang="it-IT" sz="1350" dirty="0">
                <a:latin typeface="Tw Cen MT" charset="0"/>
                <a:ea typeface="ＭＳ Ｐゴシック" charset="0"/>
                <a:cs typeface="Times New Roman" charset="0"/>
              </a:rPr>
              <a:t>[Biagi]</a:t>
            </a:r>
            <a:endParaRPr lang="it-IT" sz="1350" b="1" dirty="0">
              <a:latin typeface="Tw Cen MT" charset="0"/>
              <a:ea typeface="ＭＳ Ｐゴシック" charset="0"/>
              <a:cs typeface="Times New Roman" charset="0"/>
            </a:endParaRPr>
          </a:p>
          <a:p>
            <a:pPr>
              <a:defRPr/>
            </a:pPr>
            <a:r>
              <a:rPr lang="it-IT" sz="1350" b="1" dirty="0">
                <a:latin typeface="Tw Cen MT" charset="0"/>
                <a:ea typeface="ＭＳ Ｐゴシック" charset="0"/>
                <a:cs typeface="Times New Roman" charset="0"/>
              </a:rPr>
              <a:t> </a:t>
            </a:r>
            <a:r>
              <a:rPr lang="it-IT" sz="1350" dirty="0">
                <a:latin typeface="Tw Cen MT" charset="0"/>
                <a:ea typeface="ＭＳ Ｐゴシック" charset="0"/>
                <a:cs typeface="Times New Roman" charset="0"/>
              </a:rPr>
              <a:t>(</a:t>
            </a:r>
            <a:r>
              <a:rPr lang="it-IT" sz="1350" b="1" dirty="0">
                <a:latin typeface="Tw Cen MT" charset="0"/>
                <a:ea typeface="ＭＳ Ｐゴシック" charset="0"/>
                <a:cs typeface="Times New Roman" charset="0"/>
              </a:rPr>
              <a:t>and </a:t>
            </a:r>
            <a:r>
              <a:rPr lang="it-IT" sz="1350" dirty="0">
                <a:latin typeface="Tw Cen MT" charset="0"/>
                <a:ea typeface="ＭＳ Ｐゴシック" charset="0"/>
                <a:cs typeface="Times New Roman" charset="0"/>
              </a:rPr>
              <a:t>book</a:t>
            </a:r>
            <a:endParaRPr lang="it-IT" sz="1350" b="1" dirty="0">
              <a:latin typeface="Tw Cen MT" charset="0"/>
              <a:ea typeface="ＭＳ Ｐゴシック" charset="0"/>
              <a:cs typeface="Times New Roman" charset="0"/>
            </a:endParaRPr>
          </a:p>
          <a:p>
            <a:pPr>
              <a:defRPr/>
            </a:pPr>
            <a:r>
              <a:rPr lang="it-IT" sz="1350" dirty="0">
                <a:latin typeface="Tw Cen MT" charset="0"/>
                <a:ea typeface="ＭＳ Ｐゴシック" charset="0"/>
                <a:cs typeface="Times New Roman" charset="0"/>
              </a:rPr>
              <a:t>         (</a:t>
            </a:r>
            <a:r>
              <a:rPr lang="it-IT" sz="1350" b="1" dirty="0" err="1">
                <a:latin typeface="Tw Cen MT" charset="0"/>
                <a:ea typeface="ＭＳ Ｐゴシック" charset="0"/>
                <a:cs typeface="Times New Roman" charset="0"/>
              </a:rPr>
              <a:t>all</a:t>
            </a:r>
            <a:r>
              <a:rPr lang="it-IT" sz="1350" b="1"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author</a:t>
            </a:r>
            <a:endParaRPr lang="it-IT" sz="1350" b="1" dirty="0">
              <a:latin typeface="Tw Cen MT" charset="0"/>
              <a:ea typeface="ＭＳ Ｐゴシック" charset="0"/>
              <a:cs typeface="Times New Roman" charset="0"/>
            </a:endParaRPr>
          </a:p>
          <a:p>
            <a:pPr>
              <a:defRPr/>
            </a:pPr>
            <a:r>
              <a:rPr lang="it-IT" sz="1350" dirty="0">
                <a:latin typeface="Tw Cen MT" charset="0"/>
                <a:ea typeface="ＭＳ Ｐゴシック" charset="0"/>
                <a:cs typeface="Times New Roman" charset="0"/>
              </a:rPr>
              <a:t>                </a:t>
            </a:r>
            <a:r>
              <a:rPr lang="it-IT" sz="1350" dirty="0" err="1">
                <a:latin typeface="Tw Cen MT" charset="0"/>
                <a:ea typeface="ＭＳ Ｐゴシック" charset="0"/>
                <a:cs typeface="Times New Roman" charset="0"/>
              </a:rPr>
              <a:t>journalist</a:t>
            </a:r>
            <a:r>
              <a:rPr lang="it-IT" sz="1350" dirty="0">
                <a:latin typeface="Tw Cen MT" charset="0"/>
                <a:ea typeface="ＭＳ Ｐゴシック" charset="0"/>
                <a:cs typeface="Times New Roman" charset="0"/>
              </a:rPr>
              <a:t>))[a2]</a:t>
            </a:r>
            <a:r>
              <a:rPr lang="en-GB" sz="1350" dirty="0">
                <a:latin typeface="Tw Cen MT" charset="0"/>
                <a:ea typeface="ＭＳ Ｐゴシック" charset="0"/>
                <a:cs typeface="ＭＳ Ｐゴシック" charset="0"/>
              </a:rPr>
              <a:t> </a:t>
            </a:r>
            <a:endParaRPr lang="en-US" sz="1350" dirty="0">
              <a:latin typeface="Tw Cen MT" charset="0"/>
              <a:ea typeface="ＭＳ Ｐゴシック" charset="0"/>
              <a:cs typeface="ＭＳ Ｐゴシック" charset="0"/>
            </a:endParaRPr>
          </a:p>
          <a:p>
            <a:pPr algn="ctr">
              <a:defRPr/>
            </a:pPr>
            <a:endParaRPr lang="en-US" sz="1350" dirty="0">
              <a:latin typeface="Tw Cen MT" charset="0"/>
              <a:ea typeface="ＭＳ Ｐゴシック" charset="0"/>
              <a:cs typeface="ＭＳ Ｐゴシック" charset="0"/>
            </a:endParaRPr>
          </a:p>
        </p:txBody>
      </p:sp>
      <p:sp>
        <p:nvSpPr>
          <p:cNvPr id="34822" name="Rectangle 6">
            <a:extLst>
              <a:ext uri="{FF2B5EF4-FFF2-40B4-BE49-F238E27FC236}">
                <a16:creationId xmlns:a16="http://schemas.microsoft.com/office/drawing/2014/main" id="{5DB99750-D275-874A-865A-84B6DF1B54CB}"/>
              </a:ext>
            </a:extLst>
          </p:cNvPr>
          <p:cNvSpPr>
            <a:spLocks noChangeArrowheads="1"/>
          </p:cNvSpPr>
          <p:nvPr/>
        </p:nvSpPr>
        <p:spPr bwMode="auto">
          <a:xfrm>
            <a:off x="4223148" y="896541"/>
            <a:ext cx="931069" cy="32146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635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525" tIns="9525" rIns="9525" bIns="9525"/>
          <a:lstStyle/>
          <a:p>
            <a:pPr algn="ctr">
              <a:defRPr/>
            </a:pPr>
            <a:r>
              <a:rPr lang="en-US">
                <a:latin typeface="Tw Cen MT" charset="0"/>
                <a:ea typeface="ＭＳ Ｐゴシック" charset="0"/>
                <a:cs typeface="ＭＳ Ｐゴシック" charset="0"/>
              </a:rPr>
              <a:t>KB</a:t>
            </a:r>
          </a:p>
        </p:txBody>
      </p:sp>
      <p:sp>
        <p:nvSpPr>
          <p:cNvPr id="34823" name="Rectangle 7">
            <a:extLst>
              <a:ext uri="{FF2B5EF4-FFF2-40B4-BE49-F238E27FC236}">
                <a16:creationId xmlns:a16="http://schemas.microsoft.com/office/drawing/2014/main" id="{00E46A53-9FB3-B249-AD20-EB0F8A2A2B7C}"/>
              </a:ext>
            </a:extLst>
          </p:cNvPr>
          <p:cNvSpPr>
            <a:spLocks noChangeArrowheads="1"/>
          </p:cNvSpPr>
          <p:nvPr/>
        </p:nvSpPr>
        <p:spPr bwMode="auto">
          <a:xfrm>
            <a:off x="5404248" y="922734"/>
            <a:ext cx="931069" cy="321469"/>
          </a:xfrm>
          <a:prstGeom prst="rect">
            <a:avLst/>
          </a:prstGeom>
          <a:solidFill>
            <a:srgbClr val="FFFFFF"/>
          </a:solidFill>
          <a:ln>
            <a:noFill/>
          </a:ln>
          <a:effectLst/>
          <a:extLst>
            <a:ext uri="{91240B29-F687-4f45-9708-019B960494DF}">
              <a14:hiddenLine xmlns="" xmlns:a14="http://schemas.microsoft.com/office/drawing/2010/main" w="635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525" tIns="9525" rIns="9525" bIns="9525"/>
          <a:lstStyle/>
          <a:p>
            <a:pPr algn="ctr">
              <a:defRPr/>
            </a:pPr>
            <a:r>
              <a:rPr lang="en-US">
                <a:latin typeface="Tw Cen MT" charset="0"/>
                <a:ea typeface="ＭＳ Ｐゴシック" charset="0"/>
                <a:cs typeface="ＭＳ Ｐゴシック" charset="0"/>
              </a:rPr>
              <a:t>T-BOX</a:t>
            </a:r>
          </a:p>
        </p:txBody>
      </p:sp>
      <p:sp>
        <p:nvSpPr>
          <p:cNvPr id="34824" name="Rectangle 8">
            <a:extLst>
              <a:ext uri="{FF2B5EF4-FFF2-40B4-BE49-F238E27FC236}">
                <a16:creationId xmlns:a16="http://schemas.microsoft.com/office/drawing/2014/main" id="{14D49F7D-C6B6-AB41-AA98-DC29D3904F4A}"/>
              </a:ext>
            </a:extLst>
          </p:cNvPr>
          <p:cNvSpPr>
            <a:spLocks noChangeArrowheads="1"/>
          </p:cNvSpPr>
          <p:nvPr/>
        </p:nvSpPr>
        <p:spPr bwMode="auto">
          <a:xfrm>
            <a:off x="5461398" y="2777728"/>
            <a:ext cx="931069" cy="32146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635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525" tIns="9525" rIns="9525" bIns="9525"/>
          <a:lstStyle/>
          <a:p>
            <a:pPr algn="ctr">
              <a:defRPr/>
            </a:pPr>
            <a:r>
              <a:rPr lang="en-US">
                <a:latin typeface="Tw Cen MT" charset="0"/>
                <a:ea typeface="ＭＳ Ｐゴシック" charset="0"/>
                <a:cs typeface="ＭＳ Ｐゴシック" charset="0"/>
              </a:rPr>
              <a:t>A-BOX</a:t>
            </a:r>
          </a:p>
        </p:txBody>
      </p:sp>
      <p:sp>
        <p:nvSpPr>
          <p:cNvPr id="34825" name="Rectangle 9">
            <a:extLst>
              <a:ext uri="{FF2B5EF4-FFF2-40B4-BE49-F238E27FC236}">
                <a16:creationId xmlns:a16="http://schemas.microsoft.com/office/drawing/2014/main" id="{EFF9DCD6-FCA2-0F45-A975-6CB12A58FE75}"/>
              </a:ext>
            </a:extLst>
          </p:cNvPr>
          <p:cNvSpPr>
            <a:spLocks noChangeArrowheads="1"/>
          </p:cNvSpPr>
          <p:nvPr/>
        </p:nvSpPr>
        <p:spPr bwMode="auto">
          <a:xfrm>
            <a:off x="1900239" y="1191815"/>
            <a:ext cx="2000250" cy="2743200"/>
          </a:xfrm>
          <a:prstGeom prst="rect">
            <a:avLst/>
          </a:prstGeom>
          <a:solidFill>
            <a:srgbClr val="FFFFFF"/>
          </a:solidFill>
          <a:ln w="1270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525" tIns="9525" rIns="9525" bIns="9525"/>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it-IT" altLang="it-IT" sz="1500" b="1">
                <a:latin typeface="Tw Cen MT" panose="020B0602020104020603" pitchFamily="34" charset="77"/>
              </a:rPr>
              <a:t> </a:t>
            </a:r>
            <a:r>
              <a:rPr lang="it-IT" altLang="it-IT" sz="1350" b="1">
                <a:latin typeface="Tw Cen MT" panose="020B0602020104020603" pitchFamily="34" charset="77"/>
              </a:rPr>
              <a:t>Top</a:t>
            </a:r>
          </a:p>
          <a:p>
            <a:r>
              <a:rPr lang="it-IT" altLang="it-IT" sz="1350" b="1">
                <a:latin typeface="Tw Cen MT" panose="020B0602020104020603" pitchFamily="34" charset="77"/>
              </a:rPr>
              <a:t> </a:t>
            </a:r>
          </a:p>
          <a:p>
            <a:r>
              <a:rPr lang="it-IT" altLang="it-IT" sz="1350" b="1">
                <a:latin typeface="Tw Cen MT" panose="020B0602020104020603" pitchFamily="34" charset="77"/>
              </a:rPr>
              <a:t>  scrittore</a:t>
            </a:r>
          </a:p>
          <a:p>
            <a:r>
              <a:rPr lang="it-IT" altLang="it-IT" sz="1350" b="1">
                <a:latin typeface="Tw Cen MT" panose="020B0602020104020603" pitchFamily="34" charset="77"/>
              </a:rPr>
              <a:t> </a:t>
            </a:r>
          </a:p>
          <a:p>
            <a:r>
              <a:rPr lang="it-IT" altLang="it-IT" sz="1350" b="1">
                <a:latin typeface="Tw Cen MT" panose="020B0602020104020603" pitchFamily="34" charset="77"/>
              </a:rPr>
              <a:t>         		libro</a:t>
            </a:r>
          </a:p>
          <a:p>
            <a:r>
              <a:rPr lang="it-IT" altLang="it-IT" sz="1350" b="1">
                <a:latin typeface="Tw Cen MT" panose="020B0602020104020603" pitchFamily="34" charset="77"/>
              </a:rPr>
              <a:t>giornalista</a:t>
            </a:r>
          </a:p>
          <a:p>
            <a:r>
              <a:rPr lang="it-IT" altLang="it-IT" sz="1350" b="1">
                <a:latin typeface="Tw Cen MT" panose="020B0602020104020603" pitchFamily="34" charset="77"/>
              </a:rPr>
              <a:t> </a:t>
            </a:r>
          </a:p>
          <a:p>
            <a:r>
              <a:rPr lang="it-IT" altLang="it-IT" sz="1350" b="1">
                <a:latin typeface="Tw Cen MT" panose="020B0602020104020603" pitchFamily="34" charset="77"/>
              </a:rPr>
              <a:t>	</a:t>
            </a:r>
            <a:r>
              <a:rPr lang="en-US" altLang="it-IT" sz="1350" b="1">
                <a:latin typeface="Tw Cen MT" panose="020B0602020104020603" pitchFamily="34" charset="77"/>
              </a:rPr>
              <a:t>(and libro</a:t>
            </a:r>
          </a:p>
          <a:p>
            <a:r>
              <a:rPr lang="en-US" altLang="it-IT" sz="1350" b="1">
                <a:latin typeface="Tw Cen MT" panose="020B0602020104020603" pitchFamily="34" charset="77"/>
              </a:rPr>
              <a:t>	   (all autore                        	      giornalista))</a:t>
            </a:r>
            <a:endParaRPr lang="it-IT" altLang="it-IT" sz="1350" b="1">
              <a:latin typeface="Tw Cen MT" panose="020B0602020104020603" pitchFamily="34" charset="77"/>
            </a:endParaRPr>
          </a:p>
          <a:p>
            <a:r>
              <a:rPr lang="en-US" altLang="it-IT" sz="1350" b="1">
                <a:latin typeface="Tw Cen MT" panose="020B0602020104020603" pitchFamily="34" charset="77"/>
              </a:rPr>
              <a:t> </a:t>
            </a:r>
            <a:endParaRPr lang="it-IT" altLang="it-IT" sz="1350" b="1">
              <a:latin typeface="Tw Cen MT" panose="020B0602020104020603" pitchFamily="34" charset="77"/>
            </a:endParaRPr>
          </a:p>
          <a:p>
            <a:r>
              <a:rPr lang="en-US" altLang="it-IT" sz="1350" b="1">
                <a:latin typeface="Tw Cen MT" panose="020B0602020104020603" pitchFamily="34" charset="77"/>
              </a:rPr>
              <a:t> 	    bottom      a2</a:t>
            </a:r>
            <a:r>
              <a:rPr lang="en-GB" altLang="it-IT" sz="1800">
                <a:latin typeface="Tw Cen MT" panose="020B0602020104020603" pitchFamily="34" charset="77"/>
              </a:rPr>
              <a:t> </a:t>
            </a:r>
            <a:endParaRPr lang="en-US" altLang="it-IT" sz="1800">
              <a:latin typeface="Tw Cen MT" panose="020B0602020104020603" pitchFamily="34" charset="77"/>
            </a:endParaRPr>
          </a:p>
          <a:p>
            <a:pPr algn="ctr"/>
            <a:endParaRPr lang="en-US" altLang="it-IT" sz="1800">
              <a:latin typeface="Tw Cen MT" panose="020B0602020104020603" pitchFamily="34" charset="77"/>
            </a:endParaRPr>
          </a:p>
        </p:txBody>
      </p:sp>
      <p:sp>
        <p:nvSpPr>
          <p:cNvPr id="34826" name="Text Box 10">
            <a:extLst>
              <a:ext uri="{FF2B5EF4-FFF2-40B4-BE49-F238E27FC236}">
                <a16:creationId xmlns:a16="http://schemas.microsoft.com/office/drawing/2014/main" id="{7C07389D-1F38-204F-9F55-5E20868CD5A2}"/>
              </a:ext>
            </a:extLst>
          </p:cNvPr>
          <p:cNvSpPr txBox="1">
            <a:spLocks noChangeArrowheads="1"/>
          </p:cNvSpPr>
          <p:nvPr/>
        </p:nvSpPr>
        <p:spPr bwMode="auto">
          <a:xfrm>
            <a:off x="2700339" y="848915"/>
            <a:ext cx="18473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defRPr/>
            </a:pPr>
            <a:endParaRPr lang="it-IT" b="1">
              <a:latin typeface="Times New Roman" charset="0"/>
              <a:ea typeface="ＭＳ Ｐゴシック" charset="0"/>
              <a:cs typeface="ＭＳ Ｐゴシック" charset="0"/>
            </a:endParaRPr>
          </a:p>
        </p:txBody>
      </p:sp>
      <p:grpSp>
        <p:nvGrpSpPr>
          <p:cNvPr id="46090" name="Group 11">
            <a:extLst>
              <a:ext uri="{FF2B5EF4-FFF2-40B4-BE49-F238E27FC236}">
                <a16:creationId xmlns:a16="http://schemas.microsoft.com/office/drawing/2014/main" id="{7DDEF6CC-1BFC-C04D-B516-3D247DEA5A28}"/>
              </a:ext>
            </a:extLst>
          </p:cNvPr>
          <p:cNvGrpSpPr>
            <a:grpSpLocks/>
          </p:cNvGrpSpPr>
          <p:nvPr/>
        </p:nvGrpSpPr>
        <p:grpSpPr bwMode="auto">
          <a:xfrm>
            <a:off x="2243139" y="1420415"/>
            <a:ext cx="1314450" cy="2171700"/>
            <a:chOff x="945" y="1330"/>
            <a:chExt cx="1104" cy="1824"/>
          </a:xfrm>
        </p:grpSpPr>
        <p:sp>
          <p:nvSpPr>
            <p:cNvPr id="34828" name="Line 12">
              <a:extLst>
                <a:ext uri="{FF2B5EF4-FFF2-40B4-BE49-F238E27FC236}">
                  <a16:creationId xmlns:a16="http://schemas.microsoft.com/office/drawing/2014/main" id="{4BD3D3FE-ECB5-3D4A-ACF5-89C5DF50E32F}"/>
                </a:ext>
              </a:extLst>
            </p:cNvPr>
            <p:cNvSpPr>
              <a:spLocks noChangeShapeType="1"/>
            </p:cNvSpPr>
            <p:nvPr/>
          </p:nvSpPr>
          <p:spPr bwMode="auto">
            <a:xfrm flipV="1">
              <a:off x="993" y="1330"/>
              <a:ext cx="432" cy="192"/>
            </a:xfrm>
            <a:prstGeom prst="line">
              <a:avLst/>
            </a:prstGeom>
            <a:noFill/>
            <a:ln w="9525">
              <a:solidFill>
                <a:schemeClr val="bg2"/>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sp>
          <p:nvSpPr>
            <p:cNvPr id="34829" name="Line 13">
              <a:extLst>
                <a:ext uri="{FF2B5EF4-FFF2-40B4-BE49-F238E27FC236}">
                  <a16:creationId xmlns:a16="http://schemas.microsoft.com/office/drawing/2014/main" id="{AEFF2AA1-DB79-9947-A9F8-87460954D78C}"/>
                </a:ext>
              </a:extLst>
            </p:cNvPr>
            <p:cNvSpPr>
              <a:spLocks noChangeShapeType="1"/>
            </p:cNvSpPr>
            <p:nvPr/>
          </p:nvSpPr>
          <p:spPr bwMode="auto">
            <a:xfrm flipH="1" flipV="1">
              <a:off x="1569" y="1330"/>
              <a:ext cx="288" cy="528"/>
            </a:xfrm>
            <a:prstGeom prst="line">
              <a:avLst/>
            </a:prstGeom>
            <a:noFill/>
            <a:ln w="9525">
              <a:solidFill>
                <a:schemeClr val="bg2"/>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sp>
          <p:nvSpPr>
            <p:cNvPr id="34830" name="Line 14">
              <a:extLst>
                <a:ext uri="{FF2B5EF4-FFF2-40B4-BE49-F238E27FC236}">
                  <a16:creationId xmlns:a16="http://schemas.microsoft.com/office/drawing/2014/main" id="{8B5D45EC-2D18-F74B-8C46-B5647E7D6124}"/>
                </a:ext>
              </a:extLst>
            </p:cNvPr>
            <p:cNvSpPr>
              <a:spLocks noChangeShapeType="1"/>
            </p:cNvSpPr>
            <p:nvPr/>
          </p:nvSpPr>
          <p:spPr bwMode="auto">
            <a:xfrm flipV="1">
              <a:off x="945" y="1666"/>
              <a:ext cx="0" cy="384"/>
            </a:xfrm>
            <a:prstGeom prst="line">
              <a:avLst/>
            </a:prstGeom>
            <a:noFill/>
            <a:ln w="9525">
              <a:solidFill>
                <a:schemeClr val="bg2"/>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sp>
          <p:nvSpPr>
            <p:cNvPr id="34831" name="Line 15">
              <a:extLst>
                <a:ext uri="{FF2B5EF4-FFF2-40B4-BE49-F238E27FC236}">
                  <a16:creationId xmlns:a16="http://schemas.microsoft.com/office/drawing/2014/main" id="{2E987ABA-A439-CF44-B33D-039741EF9983}"/>
                </a:ext>
              </a:extLst>
            </p:cNvPr>
            <p:cNvSpPr>
              <a:spLocks noChangeShapeType="1"/>
            </p:cNvSpPr>
            <p:nvPr/>
          </p:nvSpPr>
          <p:spPr bwMode="auto">
            <a:xfrm flipV="1">
              <a:off x="1905" y="2050"/>
              <a:ext cx="0" cy="384"/>
            </a:xfrm>
            <a:prstGeom prst="line">
              <a:avLst/>
            </a:prstGeom>
            <a:noFill/>
            <a:ln w="9525">
              <a:solidFill>
                <a:schemeClr val="bg2"/>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sp>
          <p:nvSpPr>
            <p:cNvPr id="34832" name="Line 16">
              <a:extLst>
                <a:ext uri="{FF2B5EF4-FFF2-40B4-BE49-F238E27FC236}">
                  <a16:creationId xmlns:a16="http://schemas.microsoft.com/office/drawing/2014/main" id="{FA20A8BD-2C38-D84D-948D-0C35BAB4C516}"/>
                </a:ext>
              </a:extLst>
            </p:cNvPr>
            <p:cNvSpPr>
              <a:spLocks noChangeShapeType="1"/>
            </p:cNvSpPr>
            <p:nvPr/>
          </p:nvSpPr>
          <p:spPr bwMode="auto">
            <a:xfrm flipV="1">
              <a:off x="1569" y="2914"/>
              <a:ext cx="0" cy="240"/>
            </a:xfrm>
            <a:prstGeom prst="line">
              <a:avLst/>
            </a:prstGeom>
            <a:noFill/>
            <a:ln w="9525">
              <a:solidFill>
                <a:schemeClr val="bg2"/>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sp>
          <p:nvSpPr>
            <p:cNvPr id="34833" name="Line 17">
              <a:extLst>
                <a:ext uri="{FF2B5EF4-FFF2-40B4-BE49-F238E27FC236}">
                  <a16:creationId xmlns:a16="http://schemas.microsoft.com/office/drawing/2014/main" id="{4F0BB9DB-E777-A141-A067-A844E7D39343}"/>
                </a:ext>
              </a:extLst>
            </p:cNvPr>
            <p:cNvSpPr>
              <a:spLocks noChangeShapeType="1"/>
            </p:cNvSpPr>
            <p:nvPr/>
          </p:nvSpPr>
          <p:spPr bwMode="auto">
            <a:xfrm flipV="1">
              <a:off x="2049" y="2914"/>
              <a:ext cx="0" cy="240"/>
            </a:xfrm>
            <a:prstGeom prst="line">
              <a:avLst/>
            </a:prstGeom>
            <a:noFill/>
            <a:ln w="9525">
              <a:solidFill>
                <a:schemeClr val="bg2"/>
              </a:solidFill>
              <a:prstDash val="dash"/>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grpSp>
      <p:sp>
        <p:nvSpPr>
          <p:cNvPr id="34834" name="Rectangle 18">
            <a:extLst>
              <a:ext uri="{FF2B5EF4-FFF2-40B4-BE49-F238E27FC236}">
                <a16:creationId xmlns:a16="http://schemas.microsoft.com/office/drawing/2014/main" id="{044265FD-2BCE-734B-9BB6-B2C5452C6DB8}"/>
              </a:ext>
            </a:extLst>
          </p:cNvPr>
          <p:cNvSpPr>
            <a:spLocks noChangeArrowheads="1"/>
          </p:cNvSpPr>
          <p:nvPr/>
        </p:nvSpPr>
        <p:spPr bwMode="auto">
          <a:xfrm>
            <a:off x="1522810" y="842963"/>
            <a:ext cx="2700338" cy="3887390"/>
          </a:xfrm>
          <a:prstGeom prst="rect">
            <a:avLst/>
          </a:prstGeom>
          <a:solidFill>
            <a:srgbClr val="FFFFFF"/>
          </a:solidFill>
          <a:ln w="1270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525" tIns="9525" rIns="9525" bIns="9525"/>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it-IT" altLang="it-IT" sz="1500" b="1" dirty="0">
                <a:latin typeface="Tw Cen MT" panose="020B0602020104020603" pitchFamily="34" charset="77"/>
              </a:rPr>
              <a:t> </a:t>
            </a:r>
          </a:p>
          <a:p>
            <a:pPr algn="ctr"/>
            <a:r>
              <a:rPr lang="it-IT" altLang="it-IT" sz="1350" b="1" dirty="0">
                <a:latin typeface="Tw Cen MT" panose="020B0602020104020603" pitchFamily="34" charset="77"/>
              </a:rPr>
              <a:t>Top</a:t>
            </a:r>
          </a:p>
          <a:p>
            <a:r>
              <a:rPr lang="it-IT" altLang="it-IT" sz="1350" b="1" dirty="0">
                <a:latin typeface="Tw Cen MT" panose="020B0602020104020603" pitchFamily="34" charset="77"/>
              </a:rPr>
              <a:t> </a:t>
            </a:r>
          </a:p>
          <a:p>
            <a:r>
              <a:rPr lang="it-IT" altLang="it-IT" sz="1350" b="1" dirty="0">
                <a:latin typeface="Tw Cen MT" panose="020B0602020104020603" pitchFamily="34" charset="77"/>
              </a:rPr>
              <a:t>  </a:t>
            </a:r>
          </a:p>
          <a:p>
            <a:r>
              <a:rPr lang="it-IT" altLang="it-IT" sz="1350" b="1" dirty="0">
                <a:latin typeface="Tw Cen MT" panose="020B0602020104020603" pitchFamily="34" charset="77"/>
              </a:rPr>
              <a:t>   creator</a:t>
            </a:r>
          </a:p>
          <a:p>
            <a:r>
              <a:rPr lang="it-IT" altLang="it-IT" sz="1350" b="1" dirty="0">
                <a:latin typeface="Tw Cen MT" panose="020B0602020104020603" pitchFamily="34" charset="77"/>
              </a:rPr>
              <a:t>          		      book</a:t>
            </a:r>
          </a:p>
          <a:p>
            <a:r>
              <a:rPr lang="it-IT" altLang="it-IT" sz="1350" b="1" dirty="0">
                <a:latin typeface="Tw Cen MT" panose="020B0602020104020603" pitchFamily="34" charset="77"/>
              </a:rPr>
              <a:t>  </a:t>
            </a:r>
          </a:p>
          <a:p>
            <a:r>
              <a:rPr lang="it-IT" altLang="it-IT" sz="1350" b="1" dirty="0">
                <a:latin typeface="Tw Cen MT" panose="020B0602020104020603" pitchFamily="34" charset="77"/>
              </a:rPr>
              <a:t>   </a:t>
            </a:r>
            <a:r>
              <a:rPr lang="it-IT" altLang="it-IT" sz="1350" b="1" dirty="0" err="1">
                <a:latin typeface="Tw Cen MT" panose="020B0602020104020603" pitchFamily="34" charset="77"/>
              </a:rPr>
              <a:t>author</a:t>
            </a:r>
            <a:endParaRPr lang="it-IT" altLang="it-IT" sz="1350" b="1" dirty="0">
              <a:latin typeface="Tw Cen MT" panose="020B0602020104020603" pitchFamily="34" charset="77"/>
            </a:endParaRPr>
          </a:p>
          <a:p>
            <a:endParaRPr lang="en-US" altLang="it-IT" sz="1350" b="1" dirty="0">
              <a:latin typeface="Tw Cen MT" panose="020B0602020104020603" pitchFamily="34" charset="77"/>
            </a:endParaRPr>
          </a:p>
          <a:p>
            <a:endParaRPr lang="en-US" altLang="it-IT" sz="1350" b="1" dirty="0">
              <a:latin typeface="Tw Cen MT" panose="020B0602020104020603" pitchFamily="34" charset="77"/>
            </a:endParaRPr>
          </a:p>
          <a:p>
            <a:r>
              <a:rPr lang="en-US" altLang="it-IT" sz="1350" b="1" dirty="0">
                <a:latin typeface="Tw Cen MT" panose="020B0602020104020603" pitchFamily="34" charset="77"/>
              </a:rPr>
              <a:t>   journalist</a:t>
            </a:r>
            <a:endParaRPr lang="it-IT" altLang="it-IT" sz="1350" b="1" dirty="0">
              <a:latin typeface="Tw Cen MT" panose="020B0602020104020603" pitchFamily="34" charset="77"/>
            </a:endParaRPr>
          </a:p>
          <a:p>
            <a:r>
              <a:rPr lang="it-IT" altLang="it-IT" sz="1350" b="1" dirty="0">
                <a:latin typeface="Tw Cen MT" panose="020B0602020104020603" pitchFamily="34" charset="77"/>
              </a:rPr>
              <a:t> </a:t>
            </a:r>
          </a:p>
          <a:p>
            <a:r>
              <a:rPr lang="it-IT" altLang="it-IT" sz="1350" b="1" dirty="0">
                <a:latin typeface="Tw Cen MT" panose="020B0602020104020603" pitchFamily="34" charset="77"/>
              </a:rPr>
              <a:t>	      </a:t>
            </a:r>
            <a:r>
              <a:rPr lang="en-US" altLang="it-IT" sz="1350" b="1" dirty="0">
                <a:latin typeface="Tw Cen MT" panose="020B0602020104020603" pitchFamily="34" charset="77"/>
              </a:rPr>
              <a:t>(and book</a:t>
            </a:r>
          </a:p>
          <a:p>
            <a:r>
              <a:rPr lang="en-US" altLang="it-IT" sz="1350" b="1" dirty="0">
                <a:latin typeface="Tw Cen MT" panose="020B0602020104020603" pitchFamily="34" charset="77"/>
              </a:rPr>
              <a:t>	           (all author                        	                  journalist))</a:t>
            </a:r>
            <a:endParaRPr lang="it-IT" altLang="it-IT" sz="1350" b="1" dirty="0">
              <a:latin typeface="Tw Cen MT" panose="020B0602020104020603" pitchFamily="34" charset="77"/>
            </a:endParaRPr>
          </a:p>
          <a:p>
            <a:r>
              <a:rPr lang="en-US" altLang="it-IT" sz="1350" b="1" dirty="0">
                <a:latin typeface="Tw Cen MT" panose="020B0602020104020603" pitchFamily="34" charset="77"/>
              </a:rPr>
              <a:t> </a:t>
            </a:r>
            <a:endParaRPr lang="it-IT" altLang="it-IT" sz="1350" b="1" dirty="0">
              <a:latin typeface="Tw Cen MT" panose="020B0602020104020603" pitchFamily="34" charset="77"/>
            </a:endParaRPr>
          </a:p>
          <a:p>
            <a:r>
              <a:rPr lang="en-US" altLang="it-IT" sz="1350" b="1" dirty="0">
                <a:latin typeface="Tw Cen MT" panose="020B0602020104020603" pitchFamily="34" charset="77"/>
              </a:rPr>
              <a:t> 	    bottom  </a:t>
            </a:r>
            <a:r>
              <a:rPr lang="en-GB" altLang="it-IT" sz="1800" dirty="0">
                <a:latin typeface="Tw Cen MT" panose="020B0602020104020603" pitchFamily="34" charset="77"/>
              </a:rPr>
              <a:t> </a:t>
            </a:r>
            <a:endParaRPr lang="en-US" altLang="it-IT" sz="1800" dirty="0">
              <a:latin typeface="Tw Cen MT" panose="020B0602020104020603" pitchFamily="34" charset="77"/>
            </a:endParaRPr>
          </a:p>
          <a:p>
            <a:pPr algn="ctr"/>
            <a:endParaRPr lang="en-US" altLang="it-IT" sz="1800" dirty="0">
              <a:latin typeface="Tw Cen MT" panose="020B0602020104020603" pitchFamily="34" charset="77"/>
            </a:endParaRPr>
          </a:p>
        </p:txBody>
      </p:sp>
      <p:sp>
        <p:nvSpPr>
          <p:cNvPr id="34835" name="Line 19">
            <a:extLst>
              <a:ext uri="{FF2B5EF4-FFF2-40B4-BE49-F238E27FC236}">
                <a16:creationId xmlns:a16="http://schemas.microsoft.com/office/drawing/2014/main" id="{783584F2-3773-F141-A57D-3BF5CA28D233}"/>
              </a:ext>
            </a:extLst>
          </p:cNvPr>
          <p:cNvSpPr>
            <a:spLocks noChangeShapeType="1"/>
          </p:cNvSpPr>
          <p:nvPr/>
        </p:nvSpPr>
        <p:spPr bwMode="auto">
          <a:xfrm flipV="1">
            <a:off x="2008586" y="1263253"/>
            <a:ext cx="677466" cy="432197"/>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Arial" charset="0"/>
              <a:ea typeface="ＭＳ Ｐゴシック" charset="0"/>
              <a:cs typeface="ＭＳ Ｐゴシック" charset="0"/>
            </a:endParaRPr>
          </a:p>
        </p:txBody>
      </p:sp>
      <p:sp>
        <p:nvSpPr>
          <p:cNvPr id="34836" name="Line 20">
            <a:extLst>
              <a:ext uri="{FF2B5EF4-FFF2-40B4-BE49-F238E27FC236}">
                <a16:creationId xmlns:a16="http://schemas.microsoft.com/office/drawing/2014/main" id="{9436AAB3-9D2C-9D46-8546-28ED2E98105F}"/>
              </a:ext>
            </a:extLst>
          </p:cNvPr>
          <p:cNvSpPr>
            <a:spLocks noChangeShapeType="1"/>
          </p:cNvSpPr>
          <p:nvPr/>
        </p:nvSpPr>
        <p:spPr bwMode="auto">
          <a:xfrm flipH="1" flipV="1">
            <a:off x="2981327" y="1289447"/>
            <a:ext cx="342900" cy="628650"/>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Arial" charset="0"/>
              <a:ea typeface="ＭＳ Ｐゴシック" charset="0"/>
              <a:cs typeface="ＭＳ Ｐゴシック" charset="0"/>
            </a:endParaRPr>
          </a:p>
        </p:txBody>
      </p:sp>
      <p:sp>
        <p:nvSpPr>
          <p:cNvPr id="34837" name="Line 21">
            <a:extLst>
              <a:ext uri="{FF2B5EF4-FFF2-40B4-BE49-F238E27FC236}">
                <a16:creationId xmlns:a16="http://schemas.microsoft.com/office/drawing/2014/main" id="{B43742A3-66FE-B14F-A628-99BC4C278DF5}"/>
              </a:ext>
            </a:extLst>
          </p:cNvPr>
          <p:cNvSpPr>
            <a:spLocks noChangeShapeType="1"/>
          </p:cNvSpPr>
          <p:nvPr/>
        </p:nvSpPr>
        <p:spPr bwMode="auto">
          <a:xfrm flipV="1">
            <a:off x="1955008" y="1897856"/>
            <a:ext cx="0" cy="457200"/>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sp>
        <p:nvSpPr>
          <p:cNvPr id="34838" name="Line 22">
            <a:extLst>
              <a:ext uri="{FF2B5EF4-FFF2-40B4-BE49-F238E27FC236}">
                <a16:creationId xmlns:a16="http://schemas.microsoft.com/office/drawing/2014/main" id="{8E58918E-EEFF-014A-AB3B-DB9A9E54C481}"/>
              </a:ext>
            </a:extLst>
          </p:cNvPr>
          <p:cNvSpPr>
            <a:spLocks noChangeShapeType="1"/>
          </p:cNvSpPr>
          <p:nvPr/>
        </p:nvSpPr>
        <p:spPr bwMode="auto">
          <a:xfrm flipV="1">
            <a:off x="2711054" y="3812381"/>
            <a:ext cx="215504" cy="323850"/>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Arial" charset="0"/>
              <a:ea typeface="ＭＳ Ｐゴシック" charset="0"/>
              <a:cs typeface="ＭＳ Ｐゴシック" charset="0"/>
            </a:endParaRPr>
          </a:p>
        </p:txBody>
      </p:sp>
      <p:sp>
        <p:nvSpPr>
          <p:cNvPr id="34839" name="Line 23">
            <a:extLst>
              <a:ext uri="{FF2B5EF4-FFF2-40B4-BE49-F238E27FC236}">
                <a16:creationId xmlns:a16="http://schemas.microsoft.com/office/drawing/2014/main" id="{D2A411C6-852A-BF49-AF83-973BC3E79B99}"/>
              </a:ext>
            </a:extLst>
          </p:cNvPr>
          <p:cNvSpPr>
            <a:spLocks noChangeShapeType="1"/>
          </p:cNvSpPr>
          <p:nvPr/>
        </p:nvSpPr>
        <p:spPr bwMode="auto">
          <a:xfrm flipV="1">
            <a:off x="1955008" y="2516981"/>
            <a:ext cx="0" cy="457200"/>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sp>
        <p:nvSpPr>
          <p:cNvPr id="34840" name="Line 24">
            <a:extLst>
              <a:ext uri="{FF2B5EF4-FFF2-40B4-BE49-F238E27FC236}">
                <a16:creationId xmlns:a16="http://schemas.microsoft.com/office/drawing/2014/main" id="{F14BA10B-2852-BE4A-8E78-038B98FD3105}"/>
              </a:ext>
            </a:extLst>
          </p:cNvPr>
          <p:cNvSpPr>
            <a:spLocks noChangeShapeType="1"/>
          </p:cNvSpPr>
          <p:nvPr/>
        </p:nvSpPr>
        <p:spPr bwMode="auto">
          <a:xfrm flipV="1">
            <a:off x="3309174" y="2049064"/>
            <a:ext cx="1" cy="116919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sp>
        <p:nvSpPr>
          <p:cNvPr id="27" name="Line 22">
            <a:extLst>
              <a:ext uri="{FF2B5EF4-FFF2-40B4-BE49-F238E27FC236}">
                <a16:creationId xmlns:a16="http://schemas.microsoft.com/office/drawing/2014/main" id="{32FFC636-3F7C-0744-BE40-B7DD09037417}"/>
              </a:ext>
            </a:extLst>
          </p:cNvPr>
          <p:cNvSpPr>
            <a:spLocks noChangeShapeType="1"/>
          </p:cNvSpPr>
          <p:nvPr/>
        </p:nvSpPr>
        <p:spPr bwMode="auto">
          <a:xfrm flipH="1" flipV="1">
            <a:off x="1955008" y="3218260"/>
            <a:ext cx="594122" cy="917972"/>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Arial" charset="0"/>
              <a:ea typeface="ＭＳ Ｐゴシック" charset="0"/>
              <a:cs typeface="ＭＳ Ｐゴシック" charset="0"/>
            </a:endParaRPr>
          </a:p>
        </p:txBody>
      </p:sp>
      <p:sp>
        <p:nvSpPr>
          <p:cNvPr id="4" name="Segnaposto data 3">
            <a:extLst>
              <a:ext uri="{FF2B5EF4-FFF2-40B4-BE49-F238E27FC236}">
                <a16:creationId xmlns:a16="http://schemas.microsoft.com/office/drawing/2014/main" id="{CFD0840F-EF42-D04D-9369-2062E211C31C}"/>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73E95679-7E2D-CD48-B85A-CEF8D048ACA4}"/>
              </a:ext>
            </a:extLst>
          </p:cNvPr>
          <p:cNvSpPr>
            <a:spLocks noGrp="1"/>
          </p:cNvSpPr>
          <p:nvPr>
            <p:ph type="ftr" sz="quarter" idx="11"/>
          </p:nvPr>
        </p:nvSpPr>
        <p:spPr>
          <a:xfrm>
            <a:off x="3124200" y="4767263"/>
            <a:ext cx="2895600" cy="274637"/>
          </a:xfrm>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7EDE21C8-0FF6-BA4F-85D0-77F1A4E348F8}"/>
              </a:ext>
            </a:extLst>
          </p:cNvPr>
          <p:cNvSpPr>
            <a:spLocks noGrp="1"/>
          </p:cNvSpPr>
          <p:nvPr>
            <p:ph type="sldNum" sz="quarter" idx="12"/>
          </p:nvPr>
        </p:nvSpPr>
        <p:spPr/>
        <p:txBody>
          <a:bodyPr/>
          <a:lstStyle/>
          <a:p>
            <a:pPr>
              <a:defRPr/>
            </a:pPr>
            <a:fld id="{43CD341D-7438-4FA4-973F-6F9EECBD14B9}" type="slidenum">
              <a:rPr lang="it-IT" altLang="it-IT" smtClean="0"/>
              <a:pPr>
                <a:defRPr/>
              </a:pPr>
              <a:t>53</a:t>
            </a:fld>
            <a:endParaRPr lang="it-IT" altLang="it-IT"/>
          </a:p>
        </p:txBody>
      </p:sp>
    </p:spTree>
    <p:extLst>
      <p:ext uri="{BB962C8B-B14F-4D97-AF65-F5344CB8AC3E}">
        <p14:creationId xmlns:p14="http://schemas.microsoft.com/office/powerpoint/2010/main" val="8964722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7A685BF-CDC2-B74D-A8CF-F9B28BCD432B}"/>
              </a:ext>
            </a:extLst>
          </p:cNvPr>
          <p:cNvSpPr>
            <a:spLocks noGrp="1"/>
          </p:cNvSpPr>
          <p:nvPr>
            <p:ph type="title"/>
          </p:nvPr>
        </p:nvSpPr>
        <p:spPr/>
        <p:txBody>
          <a:bodyPr/>
          <a:lstStyle/>
          <a:p>
            <a:r>
              <a:rPr lang="it-IT"/>
              <a:t>TERMS FOR CLASSIFYING DL</a:t>
            </a:r>
            <a:endParaRPr lang="it-IT" dirty="0"/>
          </a:p>
        </p:txBody>
      </p:sp>
      <p:sp>
        <p:nvSpPr>
          <p:cNvPr id="3" name="Segnaposto contenuto 2">
            <a:extLst>
              <a:ext uri="{FF2B5EF4-FFF2-40B4-BE49-F238E27FC236}">
                <a16:creationId xmlns:a16="http://schemas.microsoft.com/office/drawing/2014/main" id="{E1F02927-B1F4-E748-BDEA-09AAEEB28C23}"/>
              </a:ext>
            </a:extLst>
          </p:cNvPr>
          <p:cNvSpPr>
            <a:spLocks noGrp="1"/>
          </p:cNvSpPr>
          <p:nvPr>
            <p:ph idx="1"/>
          </p:nvPr>
        </p:nvSpPr>
        <p:spPr>
          <a:xfrm>
            <a:off x="375719" y="866775"/>
            <a:ext cx="8229600" cy="3727450"/>
          </a:xfrm>
        </p:spPr>
        <p:txBody>
          <a:bodyPr/>
          <a:lstStyle/>
          <a:p>
            <a:r>
              <a:rPr lang="it-IT" sz="2000" dirty="0">
                <a:latin typeface="Apple Chancery" panose="03020702040506060504" pitchFamily="66" charset="-79"/>
                <a:cs typeface="Apple Chancery" panose="03020702040506060504" pitchFamily="66" charset="-79"/>
              </a:rPr>
              <a:t>AL		</a:t>
            </a:r>
            <a:r>
              <a:rPr lang="it-IT" sz="2000" dirty="0"/>
              <a:t>The </a:t>
            </a:r>
            <a:r>
              <a:rPr lang="it-IT" sz="2000" dirty="0" err="1"/>
              <a:t>Attribute</a:t>
            </a:r>
            <a:r>
              <a:rPr lang="it-IT" sz="2000" dirty="0"/>
              <a:t> </a:t>
            </a:r>
            <a:r>
              <a:rPr lang="it-IT" sz="2000" dirty="0" err="1"/>
              <a:t>Logic</a:t>
            </a:r>
            <a:r>
              <a:rPr lang="it-IT" sz="2000" dirty="0">
                <a:latin typeface="Apple Chancery" panose="03020702040506060504" pitchFamily="66" charset="-79"/>
                <a:cs typeface="Apple Chancery" panose="03020702040506060504" pitchFamily="66" charset="-79"/>
              </a:rPr>
              <a:t>
</a:t>
            </a:r>
            <a:r>
              <a:rPr lang="it-IT" sz="2000" dirty="0" err="1">
                <a:latin typeface="Apple Chancery" panose="03020702040506060504" pitchFamily="66" charset="-79"/>
                <a:cs typeface="Apple Chancery" panose="03020702040506060504" pitchFamily="66" charset="-79"/>
              </a:rPr>
              <a:t>N</a:t>
            </a:r>
            <a:r>
              <a:rPr lang="it-IT" sz="2000" dirty="0">
                <a:latin typeface="Apple Chancery" panose="03020702040506060504" pitchFamily="66" charset="-79"/>
                <a:cs typeface="Apple Chancery" panose="03020702040506060504" pitchFamily="66" charset="-79"/>
              </a:rPr>
              <a:t> 		</a:t>
            </a:r>
            <a:r>
              <a:rPr lang="it-IT" sz="2000" dirty="0" err="1"/>
              <a:t>Numeral</a:t>
            </a:r>
            <a:r>
              <a:rPr lang="it-IT" sz="2000" dirty="0"/>
              <a:t> </a:t>
            </a:r>
            <a:r>
              <a:rPr lang="it-IT" sz="2000" dirty="0" err="1"/>
              <a:t>quantifiers</a:t>
            </a:r>
            <a:r>
              <a:rPr lang="it-IT" sz="2000" dirty="0">
                <a:latin typeface="Apple Chancery" panose="03020702040506060504" pitchFamily="66" charset="-79"/>
                <a:cs typeface="Apple Chancery" panose="03020702040506060504" pitchFamily="66" charset="-79"/>
              </a:rPr>
              <a:t>
C 		</a:t>
            </a:r>
            <a:r>
              <a:rPr lang="it-IT" sz="2000" dirty="0" err="1"/>
              <a:t>Negation</a:t>
            </a:r>
            <a:r>
              <a:rPr lang="it-IT" sz="2000" dirty="0">
                <a:latin typeface="Apple Chancery" panose="03020702040506060504" pitchFamily="66" charset="-79"/>
                <a:cs typeface="Apple Chancery" panose="03020702040506060504" pitchFamily="66" charset="-79"/>
              </a:rPr>
              <a:t>
</a:t>
            </a:r>
            <a:r>
              <a:rPr lang="it-IT" sz="2000" dirty="0" err="1">
                <a:latin typeface="Apple Chancery" panose="03020702040506060504" pitchFamily="66" charset="-79"/>
                <a:cs typeface="Apple Chancery" panose="03020702040506060504" pitchFamily="66" charset="-79"/>
              </a:rPr>
              <a:t>S</a:t>
            </a:r>
            <a:r>
              <a:rPr lang="it-IT" sz="2000" dirty="0">
                <a:latin typeface="Apple Chancery" panose="03020702040506060504" pitchFamily="66" charset="-79"/>
                <a:cs typeface="Apple Chancery" panose="03020702040506060504" pitchFamily="66" charset="-79"/>
              </a:rPr>
              <a:t> 		</a:t>
            </a:r>
            <a:r>
              <a:rPr lang="it-IT" sz="2000" dirty="0"/>
              <a:t>Transitive </a:t>
            </a:r>
            <a:r>
              <a:rPr lang="it-IT" sz="2000" dirty="0" err="1"/>
              <a:t>Role</a:t>
            </a:r>
            <a:r>
              <a:rPr lang="it-IT" sz="2000" dirty="0"/>
              <a:t> </a:t>
            </a:r>
            <a:r>
              <a:rPr lang="it-IT" sz="2000" dirty="0" err="1"/>
              <a:t>Closure</a:t>
            </a:r>
            <a:r>
              <a:rPr lang="it-IT" sz="2000" dirty="0"/>
              <a:t> (</a:t>
            </a:r>
            <a:r>
              <a:rPr lang="it-IT" sz="2000" dirty="0" err="1"/>
              <a:t>ext</a:t>
            </a:r>
            <a:r>
              <a:rPr lang="it-IT" sz="2000" dirty="0"/>
              <a:t>)</a:t>
            </a:r>
            <a:r>
              <a:rPr lang="it-IT" sz="2000" dirty="0">
                <a:latin typeface="Apple Chancery" panose="03020702040506060504" pitchFamily="66" charset="-79"/>
                <a:cs typeface="Apple Chancery" panose="03020702040506060504" pitchFamily="66" charset="-79"/>
              </a:rPr>
              <a:t>
H 		</a:t>
            </a:r>
            <a:r>
              <a:rPr lang="it-IT" sz="2000" dirty="0"/>
              <a:t>The </a:t>
            </a:r>
            <a:r>
              <a:rPr lang="it-IT" sz="2000" dirty="0" err="1"/>
              <a:t>hierarchy</a:t>
            </a:r>
            <a:r>
              <a:rPr lang="it-IT" sz="2000" dirty="0"/>
              <a:t> of </a:t>
            </a:r>
            <a:r>
              <a:rPr lang="it-IT" sz="2000" dirty="0" err="1"/>
              <a:t>roles</a:t>
            </a:r>
            <a:r>
              <a:rPr lang="it-IT" sz="2000" dirty="0">
                <a:latin typeface="Apple Chancery" panose="03020702040506060504" pitchFamily="66" charset="-79"/>
                <a:cs typeface="Apple Chancery" panose="03020702040506060504" pitchFamily="66" charset="-79"/>
              </a:rPr>
              <a:t>
O 		</a:t>
            </a:r>
            <a:r>
              <a:rPr lang="it-IT" sz="2000" dirty="0" err="1"/>
              <a:t>Enumeration</a:t>
            </a:r>
            <a:r>
              <a:rPr lang="it-IT" sz="2000" dirty="0"/>
              <a:t> operator</a:t>
            </a:r>
            <a:r>
              <a:rPr lang="it-IT" sz="2000" dirty="0">
                <a:latin typeface="Apple Chancery" panose="03020702040506060504" pitchFamily="66" charset="-79"/>
                <a:cs typeface="Apple Chancery" panose="03020702040506060504" pitchFamily="66" charset="-79"/>
              </a:rPr>
              <a:t>
I 		</a:t>
            </a:r>
            <a:r>
              <a:rPr lang="it-IT" sz="2000" dirty="0" err="1"/>
              <a:t>Role</a:t>
            </a:r>
            <a:r>
              <a:rPr lang="it-IT" sz="2000" dirty="0"/>
              <a:t> inverse</a:t>
            </a:r>
            <a:r>
              <a:rPr lang="it-IT" sz="2000" dirty="0">
                <a:latin typeface="Apple Chancery" panose="03020702040506060504" pitchFamily="66" charset="-79"/>
                <a:cs typeface="Apple Chancery" panose="03020702040506060504" pitchFamily="66" charset="-79"/>
              </a:rPr>
              <a:t>
</a:t>
            </a:r>
            <a:r>
              <a:rPr lang="it-IT" sz="2000" dirty="0" err="1">
                <a:latin typeface="Apple Chancery" panose="03020702040506060504" pitchFamily="66" charset="-79"/>
                <a:cs typeface="Apple Chancery" panose="03020702040506060504" pitchFamily="66" charset="-79"/>
              </a:rPr>
              <a:t>F</a:t>
            </a:r>
            <a:r>
              <a:rPr lang="it-IT" sz="2000" dirty="0">
                <a:latin typeface="Apple Chancery" panose="03020702040506060504" pitchFamily="66" charset="-79"/>
                <a:cs typeface="Apple Chancery" panose="03020702040506060504" pitchFamily="66" charset="-79"/>
              </a:rPr>
              <a:t> 		</a:t>
            </a:r>
            <a:r>
              <a:rPr lang="it-IT" sz="2000" dirty="0" err="1"/>
              <a:t>Functional</a:t>
            </a:r>
            <a:r>
              <a:rPr lang="it-IT" sz="2000" dirty="0"/>
              <a:t> </a:t>
            </a:r>
            <a:r>
              <a:rPr lang="it-IT" sz="2000" dirty="0" err="1"/>
              <a:t>restriction</a:t>
            </a:r>
            <a:r>
              <a:rPr lang="it-IT" sz="2000" dirty="0">
                <a:latin typeface="Apple Chancery" panose="03020702040506060504" pitchFamily="66" charset="-79"/>
                <a:cs typeface="Apple Chancery" panose="03020702040506060504" pitchFamily="66" charset="-79"/>
              </a:rPr>
              <a:t>
</a:t>
            </a:r>
            <a:r>
              <a:rPr lang="it-IT" sz="2000" dirty="0" err="1">
                <a:latin typeface="Apple Chancery" panose="03020702040506060504" pitchFamily="66" charset="-79"/>
                <a:cs typeface="Apple Chancery" panose="03020702040506060504" pitchFamily="66" charset="-79"/>
              </a:rPr>
              <a:t>Q</a:t>
            </a:r>
            <a:r>
              <a:rPr lang="it-IT" sz="2000" dirty="0">
                <a:latin typeface="Apple Chancery" panose="03020702040506060504" pitchFamily="66" charset="-79"/>
                <a:cs typeface="Apple Chancery" panose="03020702040506060504" pitchFamily="66" charset="-79"/>
              </a:rPr>
              <a:t> 		</a:t>
            </a:r>
            <a:r>
              <a:rPr lang="it-IT" sz="2000" dirty="0" err="1"/>
              <a:t>Qualified</a:t>
            </a:r>
            <a:r>
              <a:rPr lang="it-IT" sz="2000" dirty="0"/>
              <a:t> </a:t>
            </a:r>
            <a:r>
              <a:rPr lang="it-IT" sz="2000" dirty="0" err="1"/>
              <a:t>restriction</a:t>
            </a:r>
            <a:r>
              <a:rPr lang="it-IT" sz="2000" dirty="0">
                <a:latin typeface="Apple Chancery" panose="03020702040506060504" pitchFamily="66" charset="-79"/>
                <a:cs typeface="Apple Chancery" panose="03020702040506060504" pitchFamily="66" charset="-79"/>
              </a:rPr>
              <a:t>
D 		</a:t>
            </a:r>
            <a:r>
              <a:rPr lang="it-IT" sz="2000" dirty="0"/>
              <a:t>Concrete domains</a:t>
            </a:r>
          </a:p>
        </p:txBody>
      </p:sp>
      <p:sp>
        <p:nvSpPr>
          <p:cNvPr id="4" name="Segnaposto data 3">
            <a:extLst>
              <a:ext uri="{FF2B5EF4-FFF2-40B4-BE49-F238E27FC236}">
                <a16:creationId xmlns:a16="http://schemas.microsoft.com/office/drawing/2014/main" id="{2A94F48D-03C6-C64D-A6D1-3E382E7CD2ED}"/>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A89E4409-13E2-2143-9575-D71F51C0F8E5}"/>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DB451D1F-A461-ED44-8984-99F388A7CBAF}"/>
              </a:ext>
            </a:extLst>
          </p:cNvPr>
          <p:cNvSpPr>
            <a:spLocks noGrp="1"/>
          </p:cNvSpPr>
          <p:nvPr>
            <p:ph type="sldNum" sz="quarter" idx="12"/>
          </p:nvPr>
        </p:nvSpPr>
        <p:spPr/>
        <p:txBody>
          <a:bodyPr/>
          <a:lstStyle/>
          <a:p>
            <a:pPr>
              <a:defRPr/>
            </a:pPr>
            <a:fld id="{43CD341D-7438-4FA4-973F-6F9EECBD14B9}" type="slidenum">
              <a:rPr lang="it-IT" altLang="it-IT" smtClean="0"/>
              <a:pPr>
                <a:defRPr/>
              </a:pPr>
              <a:t>54</a:t>
            </a:fld>
            <a:endParaRPr lang="it-IT" altLang="it-IT"/>
          </a:p>
        </p:txBody>
      </p:sp>
    </p:spTree>
    <p:extLst>
      <p:ext uri="{BB962C8B-B14F-4D97-AF65-F5344CB8AC3E}">
        <p14:creationId xmlns:p14="http://schemas.microsoft.com/office/powerpoint/2010/main" val="8220875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D59E4CC-6E93-6949-AF9D-4C4F9FA58906}"/>
              </a:ext>
            </a:extLst>
          </p:cNvPr>
          <p:cNvSpPr>
            <a:spLocks noGrp="1"/>
          </p:cNvSpPr>
          <p:nvPr>
            <p:ph type="title"/>
          </p:nvPr>
        </p:nvSpPr>
        <p:spPr/>
        <p:txBody>
          <a:bodyPr/>
          <a:lstStyle/>
          <a:p>
            <a:r>
              <a:rPr lang="it-IT" dirty="0"/>
              <a:t>STRUCTURAL CALCULI</a:t>
            </a:r>
          </a:p>
        </p:txBody>
      </p:sp>
      <p:sp>
        <p:nvSpPr>
          <p:cNvPr id="3" name="Segnaposto contenuto 2">
            <a:extLst>
              <a:ext uri="{FF2B5EF4-FFF2-40B4-BE49-F238E27FC236}">
                <a16:creationId xmlns:a16="http://schemas.microsoft.com/office/drawing/2014/main" id="{51FA1031-4869-2B47-823B-EF05B80879BC}"/>
              </a:ext>
            </a:extLst>
          </p:cNvPr>
          <p:cNvSpPr>
            <a:spLocks noGrp="1"/>
          </p:cNvSpPr>
          <p:nvPr>
            <p:ph idx="1"/>
          </p:nvPr>
        </p:nvSpPr>
        <p:spPr/>
        <p:txBody>
          <a:bodyPr/>
          <a:lstStyle/>
          <a:p>
            <a:r>
              <a:rPr lang="it-IT" dirty="0" err="1"/>
              <a:t>Introduction</a:t>
            </a:r>
            <a:r>
              <a:rPr lang="it-IT" dirty="0"/>
              <a:t> to </a:t>
            </a:r>
            <a:r>
              <a:rPr lang="it-IT" dirty="0" err="1"/>
              <a:t>descriptive</a:t>
            </a:r>
            <a:r>
              <a:rPr lang="it-IT" dirty="0"/>
              <a:t> </a:t>
            </a:r>
            <a:r>
              <a:rPr lang="it-IT" dirty="0" err="1"/>
              <a:t>calculi</a:t>
            </a:r>
            <a:r>
              <a:rPr lang="it-IT" dirty="0"/>
              <a:t>: </a:t>
            </a:r>
            <a:r>
              <a:rPr lang="it-IT" dirty="0" err="1"/>
              <a:t>structural</a:t>
            </a:r>
            <a:r>
              <a:rPr lang="it-IT" dirty="0"/>
              <a:t> </a:t>
            </a:r>
            <a:r>
              <a:rPr lang="it-IT" dirty="0" err="1"/>
              <a:t>calculi</a:t>
            </a:r>
            <a:r>
              <a:rPr lang="it-IT" dirty="0"/>
              <a:t>.</a:t>
            </a:r>
          </a:p>
          <a:p>
            <a:pPr lvl="1"/>
            <a:r>
              <a:rPr lang="it-IT" dirty="0"/>
              <a:t>The </a:t>
            </a:r>
            <a:r>
              <a:rPr lang="it-IT" sz="2800" dirty="0">
                <a:latin typeface="Apple Chancery" panose="03020702040506060504" pitchFamily="66" charset="-79"/>
                <a:cs typeface="Apple Chancery" panose="03020702040506060504" pitchFamily="66" charset="-79"/>
              </a:rPr>
              <a:t>AL </a:t>
            </a:r>
            <a:r>
              <a:rPr lang="it-IT" dirty="0" err="1"/>
              <a:t>Logic</a:t>
            </a:r>
            <a:r>
              <a:rPr lang="it-IT" dirty="0"/>
              <a:t> 
The </a:t>
            </a:r>
            <a:r>
              <a:rPr lang="it-IT" sz="2800" dirty="0">
                <a:latin typeface="Apple Chancery" panose="03020702040506060504" pitchFamily="66" charset="-79"/>
                <a:cs typeface="Apple Chancery" panose="03020702040506060504" pitchFamily="66" charset="-79"/>
              </a:rPr>
              <a:t>ALN</a:t>
            </a:r>
            <a:r>
              <a:rPr lang="it-IT" dirty="0"/>
              <a:t> </a:t>
            </a:r>
            <a:r>
              <a:rPr lang="it-IT" dirty="0" err="1"/>
              <a:t>Logic</a:t>
            </a:r>
            <a:endParaRPr lang="it-IT" dirty="0">
              <a:latin typeface="Apple Chancery" panose="03020702040506060504" pitchFamily="66" charset="-79"/>
              <a:cs typeface="Apple Chancery" panose="03020702040506060504" pitchFamily="66" charset="-79"/>
            </a:endParaRPr>
          </a:p>
        </p:txBody>
      </p:sp>
      <p:sp>
        <p:nvSpPr>
          <p:cNvPr id="4" name="Segnaposto data 3">
            <a:extLst>
              <a:ext uri="{FF2B5EF4-FFF2-40B4-BE49-F238E27FC236}">
                <a16:creationId xmlns:a16="http://schemas.microsoft.com/office/drawing/2014/main" id="{1E103D27-07C3-E344-80F1-79053C8F8FB5}"/>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53200839-7E36-F243-ADD0-598B1C5EC5F1}"/>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E6D5527E-331E-B54B-8010-4A3A8EF31C8D}"/>
              </a:ext>
            </a:extLst>
          </p:cNvPr>
          <p:cNvSpPr>
            <a:spLocks noGrp="1"/>
          </p:cNvSpPr>
          <p:nvPr>
            <p:ph type="sldNum" sz="quarter" idx="12"/>
          </p:nvPr>
        </p:nvSpPr>
        <p:spPr/>
        <p:txBody>
          <a:bodyPr/>
          <a:lstStyle/>
          <a:p>
            <a:pPr>
              <a:defRPr/>
            </a:pPr>
            <a:fld id="{43CD341D-7438-4FA4-973F-6F9EECBD14B9}" type="slidenum">
              <a:rPr lang="it-IT" altLang="it-IT" smtClean="0"/>
              <a:pPr>
                <a:defRPr/>
              </a:pPr>
              <a:t>55</a:t>
            </a:fld>
            <a:endParaRPr lang="it-IT" altLang="it-IT"/>
          </a:p>
        </p:txBody>
      </p:sp>
    </p:spTree>
    <p:extLst>
      <p:ext uri="{BB962C8B-B14F-4D97-AF65-F5344CB8AC3E}">
        <p14:creationId xmlns:p14="http://schemas.microsoft.com/office/powerpoint/2010/main" val="6845371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0893BA9-83D3-234A-A125-192DEAABA543}"/>
              </a:ext>
            </a:extLst>
          </p:cNvPr>
          <p:cNvSpPr>
            <a:spLocks noGrp="1"/>
          </p:cNvSpPr>
          <p:nvPr>
            <p:ph type="title"/>
          </p:nvPr>
        </p:nvSpPr>
        <p:spPr/>
        <p:txBody>
          <a:bodyPr/>
          <a:lstStyle/>
          <a:p>
            <a:r>
              <a:rPr lang="it-IT" dirty="0"/>
              <a:t>PRESENTATION OF </a:t>
            </a:r>
            <a:r>
              <a:rPr lang="it-IT" dirty="0">
                <a:latin typeface="Apple Chancery" panose="03020702040506060504" pitchFamily="66" charset="-79"/>
                <a:cs typeface="Apple Chancery" panose="03020702040506060504" pitchFamily="66" charset="-79"/>
              </a:rPr>
              <a:t>AL</a:t>
            </a:r>
            <a:r>
              <a:rPr lang="it-IT" dirty="0"/>
              <a:t> LOGIC</a:t>
            </a:r>
          </a:p>
        </p:txBody>
      </p:sp>
      <p:sp>
        <p:nvSpPr>
          <p:cNvPr id="3" name="Segnaposto contenuto 2">
            <a:extLst>
              <a:ext uri="{FF2B5EF4-FFF2-40B4-BE49-F238E27FC236}">
                <a16:creationId xmlns:a16="http://schemas.microsoft.com/office/drawing/2014/main" id="{E253A951-1C7D-2846-A4C9-7299A9F9F0A7}"/>
              </a:ext>
            </a:extLst>
          </p:cNvPr>
          <p:cNvSpPr>
            <a:spLocks noGrp="1"/>
          </p:cNvSpPr>
          <p:nvPr>
            <p:ph idx="1"/>
          </p:nvPr>
        </p:nvSpPr>
        <p:spPr/>
        <p:txBody>
          <a:bodyPr/>
          <a:lstStyle/>
          <a:p>
            <a:r>
              <a:rPr lang="it-IT" sz="2400" dirty="0">
                <a:latin typeface="Apple Chancery" panose="03020702040506060504" pitchFamily="66" charset="-79"/>
                <a:cs typeface="Apple Chancery" panose="03020702040506060504" pitchFamily="66" charset="-79"/>
              </a:rPr>
              <a:t>AL </a:t>
            </a:r>
            <a:r>
              <a:rPr lang="it-IT" sz="2400" dirty="0" err="1"/>
              <a:t>Logic</a:t>
            </a:r>
            <a:r>
              <a:rPr lang="it-IT" sz="2400" dirty="0"/>
              <a:t> </a:t>
            </a:r>
            <a:r>
              <a:rPr lang="it-IT" sz="2400" dirty="0" err="1"/>
              <a:t>is</a:t>
            </a:r>
            <a:r>
              <a:rPr lang="it-IT" sz="2400" dirty="0"/>
              <a:t> </a:t>
            </a:r>
            <a:r>
              <a:rPr lang="it-IT" sz="2400" dirty="0" err="1"/>
              <a:t>structured</a:t>
            </a:r>
            <a:r>
              <a:rPr lang="it-IT" sz="2400" dirty="0"/>
              <a:t> </a:t>
            </a:r>
            <a:r>
              <a:rPr lang="it-IT" sz="2400" dirty="0" err="1"/>
              <a:t>as</a:t>
            </a:r>
            <a:r>
              <a:rPr lang="it-IT" sz="2400" dirty="0"/>
              <a:t> an </a:t>
            </a:r>
            <a:r>
              <a:rPr lang="it-IT" sz="2400" dirty="0" err="1"/>
              <a:t>extended</a:t>
            </a:r>
            <a:r>
              <a:rPr lang="it-IT" sz="2400" dirty="0"/>
              <a:t> </a:t>
            </a:r>
            <a:r>
              <a:rPr lang="it-IT" sz="2400" dirty="0" err="1"/>
              <a:t>propositional</a:t>
            </a:r>
            <a:r>
              <a:rPr lang="it-IT" sz="2400" dirty="0"/>
              <a:t> </a:t>
            </a:r>
            <a:r>
              <a:rPr lang="it-IT" sz="2400" dirty="0" err="1"/>
              <a:t>logic</a:t>
            </a:r>
            <a:r>
              <a:rPr lang="it-IT" sz="2400" dirty="0"/>
              <a:t>;</a:t>
            </a:r>
          </a:p>
          <a:p>
            <a:endParaRPr lang="it-IT" sz="2400" dirty="0"/>
          </a:p>
          <a:p>
            <a:r>
              <a:rPr lang="it-IT" sz="2000" dirty="0"/>
              <a:t>The signature </a:t>
            </a:r>
            <a:r>
              <a:rPr lang="it-IT" sz="2000" dirty="0" err="1"/>
              <a:t>consists</a:t>
            </a:r>
            <a:r>
              <a:rPr lang="it-IT" sz="2000" dirty="0"/>
              <a:t> of
</a:t>
            </a:r>
            <a:r>
              <a:rPr lang="it-IT" sz="2000" dirty="0" err="1"/>
              <a:t>Atomic</a:t>
            </a:r>
            <a:r>
              <a:rPr lang="it-IT" sz="2000" dirty="0"/>
              <a:t> concepts </a:t>
            </a:r>
            <a:r>
              <a:rPr lang="it-IT" sz="2000" dirty="0" err="1"/>
              <a:t>marked</a:t>
            </a:r>
            <a:r>
              <a:rPr lang="it-IT" sz="2000" dirty="0"/>
              <a:t> by A, B, C...
</a:t>
            </a:r>
            <a:r>
              <a:rPr lang="it-IT" sz="2000" dirty="0" err="1"/>
              <a:t>Roles</a:t>
            </a:r>
            <a:r>
              <a:rPr lang="it-IT" sz="2000" dirty="0"/>
              <a:t> </a:t>
            </a:r>
            <a:r>
              <a:rPr lang="it-IT" sz="2000" dirty="0" err="1"/>
              <a:t>marked</a:t>
            </a:r>
            <a:r>
              <a:rPr lang="it-IT" sz="2000" dirty="0"/>
              <a:t> with </a:t>
            </a:r>
            <a:r>
              <a:rPr lang="it-IT" sz="2000" dirty="0" err="1"/>
              <a:t>P</a:t>
            </a:r>
            <a:r>
              <a:rPr lang="it-IT" sz="2000" dirty="0"/>
              <a:t>, </a:t>
            </a:r>
            <a:r>
              <a:rPr lang="it-IT" sz="2000" dirty="0" err="1"/>
              <a:t>Q</a:t>
            </a:r>
            <a:r>
              <a:rPr lang="it-IT" sz="2000" dirty="0"/>
              <a:t>, </a:t>
            </a:r>
            <a:r>
              <a:rPr lang="it-IT" sz="2000" dirty="0" err="1"/>
              <a:t>R</a:t>
            </a:r>
            <a:r>
              <a:rPr lang="it-IT" sz="2000" dirty="0"/>
              <a:t>...
⊓, ¬, ∀, ∃ </a:t>
            </a:r>
            <a:r>
              <a:rPr lang="it-IT" sz="2000" dirty="0" err="1"/>
              <a:t>operators</a:t>
            </a:r>
            <a:r>
              <a:rPr lang="it-IT" sz="2000" dirty="0"/>
              <a:t>
Special symbols ⊤, ⊥
Definition symbols ⊑, ≡</a:t>
            </a:r>
            <a:endParaRPr lang="it-IT" sz="1600" dirty="0">
              <a:latin typeface="Calibri" panose="020F0502020204030204" pitchFamily="34" charset="0"/>
              <a:cs typeface="Calibri" panose="020F0502020204030204" pitchFamily="34" charset="0"/>
            </a:endParaRPr>
          </a:p>
        </p:txBody>
      </p:sp>
      <p:sp>
        <p:nvSpPr>
          <p:cNvPr id="4" name="Segnaposto data 3">
            <a:extLst>
              <a:ext uri="{FF2B5EF4-FFF2-40B4-BE49-F238E27FC236}">
                <a16:creationId xmlns:a16="http://schemas.microsoft.com/office/drawing/2014/main" id="{94FDF277-1AD5-DE41-9381-43BE2203BF52}"/>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4CB97B3F-18E1-DC4B-936C-EE530BB9DF96}"/>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F924C788-C0FF-124F-A100-B731A2BE6287}"/>
              </a:ext>
            </a:extLst>
          </p:cNvPr>
          <p:cNvSpPr>
            <a:spLocks noGrp="1"/>
          </p:cNvSpPr>
          <p:nvPr>
            <p:ph type="sldNum" sz="quarter" idx="12"/>
          </p:nvPr>
        </p:nvSpPr>
        <p:spPr/>
        <p:txBody>
          <a:bodyPr/>
          <a:lstStyle/>
          <a:p>
            <a:pPr>
              <a:defRPr/>
            </a:pPr>
            <a:fld id="{43CD341D-7438-4FA4-973F-6F9EECBD14B9}" type="slidenum">
              <a:rPr lang="it-IT" altLang="it-IT" smtClean="0"/>
              <a:pPr>
                <a:defRPr/>
              </a:pPr>
              <a:t>56</a:t>
            </a:fld>
            <a:endParaRPr lang="it-IT" altLang="it-IT"/>
          </a:p>
        </p:txBody>
      </p:sp>
    </p:spTree>
    <p:extLst>
      <p:ext uri="{BB962C8B-B14F-4D97-AF65-F5344CB8AC3E}">
        <p14:creationId xmlns:p14="http://schemas.microsoft.com/office/powerpoint/2010/main" val="18797801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92868B-86BA-7641-8EF5-2F52BC8E71BC}"/>
              </a:ext>
            </a:extLst>
          </p:cNvPr>
          <p:cNvSpPr>
            <a:spLocks noGrp="1"/>
          </p:cNvSpPr>
          <p:nvPr>
            <p:ph type="title"/>
          </p:nvPr>
        </p:nvSpPr>
        <p:spPr/>
        <p:txBody>
          <a:bodyPr/>
          <a:lstStyle/>
          <a:p>
            <a:r>
              <a:rPr lang="it-IT" dirty="0"/>
              <a:t>WFF OF </a:t>
            </a:r>
            <a:r>
              <a:rPr lang="it-IT" dirty="0">
                <a:latin typeface="Apple Chancery" panose="03020702040506060504" pitchFamily="66" charset="-79"/>
                <a:cs typeface="Apple Chancery" panose="03020702040506060504" pitchFamily="66" charset="-79"/>
              </a:rPr>
              <a:t>AL </a:t>
            </a:r>
            <a:endParaRPr lang="it-IT" dirty="0"/>
          </a:p>
        </p:txBody>
      </p:sp>
      <p:sp>
        <p:nvSpPr>
          <p:cNvPr id="3" name="Segnaposto contenuto 2">
            <a:extLst>
              <a:ext uri="{FF2B5EF4-FFF2-40B4-BE49-F238E27FC236}">
                <a16:creationId xmlns:a16="http://schemas.microsoft.com/office/drawing/2014/main" id="{E1836B4C-8277-744E-A732-053387E8CBD8}"/>
              </a:ext>
            </a:extLst>
          </p:cNvPr>
          <p:cNvSpPr>
            <a:spLocks noGrp="1"/>
          </p:cNvSpPr>
          <p:nvPr>
            <p:ph idx="1"/>
          </p:nvPr>
        </p:nvSpPr>
        <p:spPr/>
        <p:txBody>
          <a:bodyPr/>
          <a:lstStyle/>
          <a:p>
            <a:r>
              <a:rPr lang="it-IT" sz="2400" dirty="0"/>
              <a:t>Concepts are the </a:t>
            </a:r>
            <a:r>
              <a:rPr lang="it-IT" sz="2400" dirty="0" err="1"/>
              <a:t>expressions</a:t>
            </a:r>
            <a:r>
              <a:rPr lang="it-IT" sz="2400" dirty="0"/>
              <a:t> </a:t>
            </a:r>
            <a:r>
              <a:rPr lang="it-IT" sz="2400" dirty="0" err="1"/>
              <a:t>structured</a:t>
            </a:r>
            <a:r>
              <a:rPr lang="it-IT" sz="2400" dirty="0"/>
              <a:t> </a:t>
            </a:r>
            <a:r>
              <a:rPr lang="it-IT" sz="2400" dirty="0" err="1"/>
              <a:t>as</a:t>
            </a:r>
            <a:r>
              <a:rPr lang="it-IT" sz="2400" dirty="0"/>
              <a:t> follows:</a:t>
            </a:r>
          </a:p>
          <a:p>
            <a:r>
              <a:rPr lang="it-IT" sz="2400" dirty="0" err="1"/>
              <a:t>If</a:t>
            </a:r>
            <a:r>
              <a:rPr lang="it-IT" sz="2400" dirty="0"/>
              <a:t> </a:t>
            </a:r>
            <a:r>
              <a:rPr lang="el-GR" sz="2400" dirty="0"/>
              <a:t>α </a:t>
            </a:r>
            <a:r>
              <a:rPr lang="it-IT" sz="2400" dirty="0" err="1"/>
              <a:t>is</a:t>
            </a:r>
            <a:r>
              <a:rPr lang="it-IT" sz="2400" dirty="0"/>
              <a:t> an </a:t>
            </a:r>
            <a:r>
              <a:rPr lang="it-IT" sz="2400" dirty="0" err="1"/>
              <a:t>atomic</a:t>
            </a:r>
            <a:r>
              <a:rPr lang="it-IT" sz="2400" dirty="0"/>
              <a:t> concept, </a:t>
            </a:r>
            <a:r>
              <a:rPr lang="it-IT" sz="2400" dirty="0" err="1"/>
              <a:t>then</a:t>
            </a:r>
            <a:r>
              <a:rPr lang="it-IT" sz="2400" dirty="0"/>
              <a:t> </a:t>
            </a:r>
          </a:p>
          <a:p>
            <a:pPr lvl="1"/>
            <a:r>
              <a:rPr lang="it-IT" sz="2000" dirty="0"/>
              <a:t>¬</a:t>
            </a:r>
            <a:r>
              <a:rPr lang="el-GR" sz="2000" dirty="0"/>
              <a:t>α </a:t>
            </a:r>
            <a:r>
              <a:rPr lang="it-IT" sz="2000" dirty="0" err="1"/>
              <a:t>is</a:t>
            </a:r>
            <a:r>
              <a:rPr lang="it-IT" sz="2000" dirty="0"/>
              <a:t> a concept (</a:t>
            </a:r>
            <a:r>
              <a:rPr lang="it-IT" sz="2000" dirty="0" err="1"/>
              <a:t>atomic</a:t>
            </a:r>
            <a:r>
              <a:rPr lang="it-IT" sz="2000" dirty="0"/>
              <a:t> </a:t>
            </a:r>
            <a:r>
              <a:rPr lang="it-IT" sz="2000" dirty="0" err="1"/>
              <a:t>negation</a:t>
            </a:r>
            <a:r>
              <a:rPr lang="it-IT" sz="2000" dirty="0"/>
              <a:t>)</a:t>
            </a:r>
          </a:p>
          <a:p>
            <a:r>
              <a:rPr lang="it-IT" sz="2400" dirty="0" err="1"/>
              <a:t>If</a:t>
            </a:r>
            <a:r>
              <a:rPr lang="it-IT" sz="2400" dirty="0"/>
              <a:t> </a:t>
            </a:r>
            <a:r>
              <a:rPr lang="el-GR" sz="2400" dirty="0"/>
              <a:t>α </a:t>
            </a:r>
            <a:r>
              <a:rPr lang="it-IT" sz="2400" dirty="0"/>
              <a:t>and </a:t>
            </a:r>
            <a:r>
              <a:rPr lang="el-GR" sz="2400" dirty="0"/>
              <a:t>β </a:t>
            </a:r>
            <a:r>
              <a:rPr lang="it-IT" sz="2400" dirty="0"/>
              <a:t>are concepts, </a:t>
            </a:r>
            <a:r>
              <a:rPr lang="it-IT" sz="2400" dirty="0" err="1"/>
              <a:t>then</a:t>
            </a:r>
            <a:endParaRPr lang="it-IT" sz="2400" dirty="0"/>
          </a:p>
          <a:p>
            <a:pPr lvl="1"/>
            <a:r>
              <a:rPr lang="el-GR" sz="2000" dirty="0"/>
              <a:t>α ⊓ β </a:t>
            </a:r>
            <a:r>
              <a:rPr lang="it-IT" sz="2000" dirty="0" err="1"/>
              <a:t>is</a:t>
            </a:r>
            <a:r>
              <a:rPr lang="it-IT" sz="2000" dirty="0"/>
              <a:t> a concept;
⊤, ⊥ are concepts</a:t>
            </a:r>
          </a:p>
          <a:p>
            <a:r>
              <a:rPr lang="it-IT" sz="2400" dirty="0" err="1"/>
              <a:t>If</a:t>
            </a:r>
            <a:r>
              <a:rPr lang="it-IT" sz="2400" dirty="0"/>
              <a:t> </a:t>
            </a:r>
            <a:r>
              <a:rPr lang="el-GR" sz="2400" dirty="0"/>
              <a:t>α </a:t>
            </a:r>
            <a:r>
              <a:rPr lang="it-IT" sz="2400" dirty="0" err="1"/>
              <a:t>is</a:t>
            </a:r>
            <a:r>
              <a:rPr lang="it-IT" sz="2400" dirty="0"/>
              <a:t> a concept and </a:t>
            </a:r>
            <a:r>
              <a:rPr lang="it-IT" sz="2400" dirty="0" err="1"/>
              <a:t>R</a:t>
            </a:r>
            <a:r>
              <a:rPr lang="it-IT" sz="2400" dirty="0"/>
              <a:t> </a:t>
            </a:r>
            <a:r>
              <a:rPr lang="it-IT" sz="2400" dirty="0" err="1"/>
              <a:t>is</a:t>
            </a:r>
            <a:r>
              <a:rPr lang="it-IT" sz="2400" dirty="0"/>
              <a:t> a </a:t>
            </a:r>
            <a:r>
              <a:rPr lang="it-IT" sz="2400" dirty="0" err="1"/>
              <a:t>role</a:t>
            </a:r>
            <a:endParaRPr lang="it-IT" sz="2400" dirty="0"/>
          </a:p>
          <a:p>
            <a:pPr lvl="1"/>
            <a:r>
              <a:rPr lang="it-IT" sz="2000" dirty="0"/>
              <a:t>∀</a:t>
            </a:r>
            <a:r>
              <a:rPr lang="it-IT" sz="2000" dirty="0" err="1"/>
              <a:t>R</a:t>
            </a:r>
            <a:r>
              <a:rPr lang="it-IT" sz="2000" dirty="0"/>
              <a:t>.</a:t>
            </a:r>
            <a:r>
              <a:rPr lang="el-GR" sz="2000" dirty="0"/>
              <a:t>α </a:t>
            </a:r>
            <a:r>
              <a:rPr lang="it-IT" sz="2000" dirty="0" err="1"/>
              <a:t>is</a:t>
            </a:r>
            <a:r>
              <a:rPr lang="it-IT" sz="2000" dirty="0"/>
              <a:t> a concept (</a:t>
            </a:r>
            <a:r>
              <a:rPr lang="it-IT" sz="2000" dirty="0" err="1"/>
              <a:t>value</a:t>
            </a:r>
            <a:r>
              <a:rPr lang="it-IT" sz="2000" dirty="0"/>
              <a:t> </a:t>
            </a:r>
            <a:r>
              <a:rPr lang="it-IT" sz="2000" dirty="0" err="1"/>
              <a:t>restriction</a:t>
            </a:r>
            <a:r>
              <a:rPr lang="it-IT" sz="2000" dirty="0"/>
              <a:t>);
∃</a:t>
            </a:r>
            <a:r>
              <a:rPr lang="it-IT" sz="2000" dirty="0" err="1"/>
              <a:t>R</a:t>
            </a:r>
            <a:r>
              <a:rPr lang="it-IT" sz="2000" dirty="0"/>
              <a:t>.⊤ </a:t>
            </a:r>
            <a:r>
              <a:rPr lang="it-IT" sz="2000" dirty="0" err="1"/>
              <a:t>is</a:t>
            </a:r>
            <a:r>
              <a:rPr lang="it-IT" sz="2000" dirty="0"/>
              <a:t> a concept (limited </a:t>
            </a:r>
            <a:r>
              <a:rPr lang="it-IT" sz="2000" dirty="0" err="1"/>
              <a:t>existential</a:t>
            </a:r>
            <a:r>
              <a:rPr lang="it-IT" sz="2000" dirty="0"/>
              <a:t> </a:t>
            </a:r>
            <a:r>
              <a:rPr lang="it-IT" sz="2000" dirty="0" err="1"/>
              <a:t>quantifier</a:t>
            </a:r>
            <a:r>
              <a:rPr lang="it-IT" sz="2000" dirty="0"/>
              <a:t>)</a:t>
            </a:r>
            <a:endParaRPr lang="it-IT" sz="1400" dirty="0"/>
          </a:p>
        </p:txBody>
      </p:sp>
      <p:sp>
        <p:nvSpPr>
          <p:cNvPr id="4" name="Segnaposto data 3">
            <a:extLst>
              <a:ext uri="{FF2B5EF4-FFF2-40B4-BE49-F238E27FC236}">
                <a16:creationId xmlns:a16="http://schemas.microsoft.com/office/drawing/2014/main" id="{13573FB5-BC97-F344-8DEF-121A6AF83A7E}"/>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AE3E991E-7140-7B43-843D-980AF72AB886}"/>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A2B67AC3-3AC1-EC46-97BF-779AFCD4EC6F}"/>
              </a:ext>
            </a:extLst>
          </p:cNvPr>
          <p:cNvSpPr>
            <a:spLocks noGrp="1"/>
          </p:cNvSpPr>
          <p:nvPr>
            <p:ph type="sldNum" sz="quarter" idx="12"/>
          </p:nvPr>
        </p:nvSpPr>
        <p:spPr/>
        <p:txBody>
          <a:bodyPr/>
          <a:lstStyle/>
          <a:p>
            <a:pPr>
              <a:defRPr/>
            </a:pPr>
            <a:fld id="{43CD341D-7438-4FA4-973F-6F9EECBD14B9}" type="slidenum">
              <a:rPr lang="it-IT" altLang="it-IT" smtClean="0"/>
              <a:pPr>
                <a:defRPr/>
              </a:pPr>
              <a:t>57</a:t>
            </a:fld>
            <a:endParaRPr lang="it-IT" altLang="it-IT"/>
          </a:p>
        </p:txBody>
      </p:sp>
    </p:spTree>
    <p:extLst>
      <p:ext uri="{BB962C8B-B14F-4D97-AF65-F5344CB8AC3E}">
        <p14:creationId xmlns:p14="http://schemas.microsoft.com/office/powerpoint/2010/main" val="24256127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4C51A9-99DD-BC4B-B971-16A1B62019AF}"/>
              </a:ext>
            </a:extLst>
          </p:cNvPr>
          <p:cNvSpPr>
            <a:spLocks noGrp="1"/>
          </p:cNvSpPr>
          <p:nvPr>
            <p:ph type="title"/>
          </p:nvPr>
        </p:nvSpPr>
        <p:spPr/>
        <p:txBody>
          <a:bodyPr/>
          <a:lstStyle/>
          <a:p>
            <a:r>
              <a:rPr lang="it-IT"/>
              <a:t>DEFINITIONS</a:t>
            </a:r>
            <a:endParaRPr lang="it-IT" dirty="0"/>
          </a:p>
        </p:txBody>
      </p:sp>
      <p:sp>
        <p:nvSpPr>
          <p:cNvPr id="3" name="Segnaposto contenuto 2">
            <a:extLst>
              <a:ext uri="{FF2B5EF4-FFF2-40B4-BE49-F238E27FC236}">
                <a16:creationId xmlns:a16="http://schemas.microsoft.com/office/drawing/2014/main" id="{D759A1BF-520D-C74D-82E8-0740E74D9D0C}"/>
              </a:ext>
            </a:extLst>
          </p:cNvPr>
          <p:cNvSpPr>
            <a:spLocks noGrp="1"/>
          </p:cNvSpPr>
          <p:nvPr>
            <p:ph idx="1"/>
          </p:nvPr>
        </p:nvSpPr>
        <p:spPr/>
        <p:txBody>
          <a:bodyPr/>
          <a:lstStyle/>
          <a:p>
            <a:r>
              <a:rPr lang="it-IT" dirty="0" err="1"/>
              <a:t>There</a:t>
            </a:r>
            <a:r>
              <a:rPr lang="it-IT" dirty="0"/>
              <a:t> are </a:t>
            </a:r>
            <a:r>
              <a:rPr lang="it-IT" dirty="0" err="1"/>
              <a:t>two</a:t>
            </a:r>
            <a:r>
              <a:rPr lang="it-IT" dirty="0"/>
              <a:t> </a:t>
            </a:r>
            <a:r>
              <a:rPr lang="it-IT" dirty="0" err="1"/>
              <a:t>types</a:t>
            </a:r>
            <a:r>
              <a:rPr lang="it-IT" dirty="0"/>
              <a:t> of </a:t>
            </a:r>
            <a:r>
              <a:rPr lang="it-IT" dirty="0" err="1"/>
              <a:t>definitions</a:t>
            </a:r>
            <a:r>
              <a:rPr lang="it-IT" dirty="0"/>
              <a:t> </a:t>
            </a:r>
            <a:r>
              <a:rPr lang="it-IT" dirty="0" err="1"/>
              <a:t>allowed</a:t>
            </a:r>
            <a:r>
              <a:rPr lang="it-IT" dirty="0"/>
              <a:t> in a </a:t>
            </a:r>
            <a:r>
              <a:rPr lang="it-IT" dirty="0" err="1"/>
              <a:t>descriptive</a:t>
            </a:r>
            <a:r>
              <a:rPr lang="it-IT" dirty="0"/>
              <a:t> </a:t>
            </a:r>
            <a:r>
              <a:rPr lang="it-IT" dirty="0" err="1"/>
              <a:t>logic</a:t>
            </a:r>
            <a:r>
              <a:rPr lang="it-IT" dirty="0"/>
              <a:t>
</a:t>
            </a:r>
            <a:r>
              <a:rPr lang="it-IT" dirty="0" err="1"/>
              <a:t>Inclusion</a:t>
            </a:r>
            <a:r>
              <a:rPr lang="it-IT" dirty="0"/>
              <a:t> </a:t>
            </a:r>
            <a:r>
              <a:rPr lang="it-IT" dirty="0" err="1"/>
              <a:t>axioms</a:t>
            </a:r>
            <a:endParaRPr lang="it-IT" dirty="0"/>
          </a:p>
          <a:p>
            <a:pPr lvl="1"/>
            <a:r>
              <a:rPr lang="it-IT" dirty="0"/>
              <a:t>A ⊑ C, with </a:t>
            </a:r>
            <a:r>
              <a:rPr lang="it-IT" dirty="0" err="1"/>
              <a:t>atomic</a:t>
            </a:r>
            <a:r>
              <a:rPr lang="it-IT" dirty="0"/>
              <a:t> A</a:t>
            </a:r>
          </a:p>
          <a:p>
            <a:r>
              <a:rPr lang="it-IT" dirty="0" err="1"/>
              <a:t>Proper</a:t>
            </a:r>
            <a:r>
              <a:rPr lang="it-IT" dirty="0"/>
              <a:t> </a:t>
            </a:r>
            <a:r>
              <a:rPr lang="it-IT" dirty="0" err="1"/>
              <a:t>definitions</a:t>
            </a:r>
            <a:endParaRPr lang="it-IT" dirty="0"/>
          </a:p>
          <a:p>
            <a:pPr lvl="1"/>
            <a:r>
              <a:rPr lang="it-IT" dirty="0"/>
              <a:t>A ≡ C, with </a:t>
            </a:r>
            <a:r>
              <a:rPr lang="it-IT" dirty="0" err="1"/>
              <a:t>atomic</a:t>
            </a:r>
            <a:r>
              <a:rPr lang="it-IT" dirty="0"/>
              <a:t> A</a:t>
            </a:r>
          </a:p>
        </p:txBody>
      </p:sp>
      <p:sp>
        <p:nvSpPr>
          <p:cNvPr id="4" name="Segnaposto data 3">
            <a:extLst>
              <a:ext uri="{FF2B5EF4-FFF2-40B4-BE49-F238E27FC236}">
                <a16:creationId xmlns:a16="http://schemas.microsoft.com/office/drawing/2014/main" id="{9BC0ADC9-907A-314F-9934-586636CB8C6D}"/>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D70C5B99-9803-8446-BB3A-1BE19BDB43BF}"/>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ECEB880F-3223-B047-8432-12CABC0FCE82}"/>
              </a:ext>
            </a:extLst>
          </p:cNvPr>
          <p:cNvSpPr>
            <a:spLocks noGrp="1"/>
          </p:cNvSpPr>
          <p:nvPr>
            <p:ph type="sldNum" sz="quarter" idx="12"/>
          </p:nvPr>
        </p:nvSpPr>
        <p:spPr/>
        <p:txBody>
          <a:bodyPr/>
          <a:lstStyle/>
          <a:p>
            <a:pPr>
              <a:defRPr/>
            </a:pPr>
            <a:fld id="{43CD341D-7438-4FA4-973F-6F9EECBD14B9}" type="slidenum">
              <a:rPr lang="it-IT" altLang="it-IT" smtClean="0"/>
              <a:pPr>
                <a:defRPr/>
              </a:pPr>
              <a:t>58</a:t>
            </a:fld>
            <a:endParaRPr lang="it-IT" altLang="it-IT"/>
          </a:p>
        </p:txBody>
      </p:sp>
    </p:spTree>
    <p:extLst>
      <p:ext uri="{BB962C8B-B14F-4D97-AF65-F5344CB8AC3E}">
        <p14:creationId xmlns:p14="http://schemas.microsoft.com/office/powerpoint/2010/main" val="36022953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33C8A81-D961-F446-8253-1530B1CD82BA}"/>
              </a:ext>
            </a:extLst>
          </p:cNvPr>
          <p:cNvSpPr>
            <a:spLocks noGrp="1"/>
          </p:cNvSpPr>
          <p:nvPr>
            <p:ph type="title"/>
          </p:nvPr>
        </p:nvSpPr>
        <p:spPr/>
        <p:txBody>
          <a:bodyPr/>
          <a:lstStyle/>
          <a:p>
            <a:r>
              <a:rPr lang="it-IT"/>
              <a:t>TERMINOLOGY</a:t>
            </a:r>
            <a:endParaRPr lang="it-IT" dirty="0"/>
          </a:p>
        </p:txBody>
      </p:sp>
      <p:sp>
        <p:nvSpPr>
          <p:cNvPr id="3" name="Segnaposto contenuto 2">
            <a:extLst>
              <a:ext uri="{FF2B5EF4-FFF2-40B4-BE49-F238E27FC236}">
                <a16:creationId xmlns:a16="http://schemas.microsoft.com/office/drawing/2014/main" id="{BF41AB74-9168-3747-9A44-31B0093018AA}"/>
              </a:ext>
            </a:extLst>
          </p:cNvPr>
          <p:cNvSpPr>
            <a:spLocks noGrp="1"/>
          </p:cNvSpPr>
          <p:nvPr>
            <p:ph idx="1"/>
          </p:nvPr>
        </p:nvSpPr>
        <p:spPr/>
        <p:txBody>
          <a:bodyPr/>
          <a:lstStyle/>
          <a:p>
            <a:r>
              <a:rPr lang="it-IT" dirty="0"/>
              <a:t>A </a:t>
            </a:r>
            <a:r>
              <a:rPr lang="it-IT" dirty="0" err="1"/>
              <a:t>terminology</a:t>
            </a:r>
            <a:r>
              <a:rPr lang="it-IT" dirty="0"/>
              <a:t> </a:t>
            </a:r>
            <a:r>
              <a:rPr lang="it-IT" dirty="0" err="1"/>
              <a:t>is</a:t>
            </a:r>
            <a:r>
              <a:rPr lang="it-IT" dirty="0"/>
              <a:t> a finite set of </a:t>
            </a:r>
            <a:r>
              <a:rPr lang="it-IT" dirty="0" err="1"/>
              <a:t>proper</a:t>
            </a:r>
            <a:r>
              <a:rPr lang="it-IT" dirty="0"/>
              <a:t> </a:t>
            </a:r>
            <a:r>
              <a:rPr lang="it-IT" dirty="0" err="1"/>
              <a:t>definitions</a:t>
            </a:r>
            <a:r>
              <a:rPr lang="it-IT" dirty="0"/>
              <a:t> and </a:t>
            </a:r>
            <a:r>
              <a:rPr lang="it-IT" dirty="0" err="1"/>
              <a:t>inclusion</a:t>
            </a:r>
            <a:r>
              <a:rPr lang="it-IT" dirty="0"/>
              <a:t> </a:t>
            </a:r>
            <a:r>
              <a:rPr lang="it-IT" dirty="0" err="1"/>
              <a:t>axioms</a:t>
            </a:r>
            <a:endParaRPr lang="it-IT" dirty="0"/>
          </a:p>
        </p:txBody>
      </p:sp>
      <p:sp>
        <p:nvSpPr>
          <p:cNvPr id="4" name="Segnaposto data 3">
            <a:extLst>
              <a:ext uri="{FF2B5EF4-FFF2-40B4-BE49-F238E27FC236}">
                <a16:creationId xmlns:a16="http://schemas.microsoft.com/office/drawing/2014/main" id="{C211510E-3044-FB46-9A34-7B545F23FC2D}"/>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3E8560B1-CD5D-A348-AD2F-808D7772DCA4}"/>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CF85888B-01CC-3941-9305-9C1BB9C21BC7}"/>
              </a:ext>
            </a:extLst>
          </p:cNvPr>
          <p:cNvSpPr>
            <a:spLocks noGrp="1"/>
          </p:cNvSpPr>
          <p:nvPr>
            <p:ph type="sldNum" sz="quarter" idx="12"/>
          </p:nvPr>
        </p:nvSpPr>
        <p:spPr/>
        <p:txBody>
          <a:bodyPr/>
          <a:lstStyle/>
          <a:p>
            <a:pPr>
              <a:defRPr/>
            </a:pPr>
            <a:fld id="{43CD341D-7438-4FA4-973F-6F9EECBD14B9}" type="slidenum">
              <a:rPr lang="it-IT" altLang="it-IT" smtClean="0"/>
              <a:pPr>
                <a:defRPr/>
              </a:pPr>
              <a:t>59</a:t>
            </a:fld>
            <a:endParaRPr lang="it-IT" altLang="it-IT"/>
          </a:p>
        </p:txBody>
      </p:sp>
    </p:spTree>
    <p:extLst>
      <p:ext uri="{BB962C8B-B14F-4D97-AF65-F5344CB8AC3E}">
        <p14:creationId xmlns:p14="http://schemas.microsoft.com/office/powerpoint/2010/main" val="31028330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386DE3-30EC-EE4C-8D84-1843D4BCAD03}"/>
              </a:ext>
            </a:extLst>
          </p:cNvPr>
          <p:cNvSpPr>
            <a:spLocks noGrp="1"/>
          </p:cNvSpPr>
          <p:nvPr>
            <p:ph type="title"/>
          </p:nvPr>
        </p:nvSpPr>
        <p:spPr/>
        <p:txBody>
          <a:bodyPr/>
          <a:lstStyle/>
          <a:p>
            <a:r>
              <a:rPr lang="it-IT" dirty="0"/>
              <a:t>SEMANTICS OF </a:t>
            </a:r>
            <a:r>
              <a:rPr lang="it-IT" dirty="0">
                <a:latin typeface="Apple Chancery" panose="03020702040506060504" pitchFamily="66" charset="-79"/>
                <a:cs typeface="Apple Chancery" panose="03020702040506060504" pitchFamily="66" charset="-79"/>
              </a:rPr>
              <a:t>AL</a:t>
            </a:r>
            <a:r>
              <a:rPr lang="it-IT" dirty="0"/>
              <a:t> </a:t>
            </a:r>
          </a:p>
        </p:txBody>
      </p:sp>
      <p:sp>
        <p:nvSpPr>
          <p:cNvPr id="3" name="Segnaposto contenuto 2">
            <a:extLst>
              <a:ext uri="{FF2B5EF4-FFF2-40B4-BE49-F238E27FC236}">
                <a16:creationId xmlns:a16="http://schemas.microsoft.com/office/drawing/2014/main" id="{80965B6C-1F79-A848-ADDB-AE955B8395ED}"/>
              </a:ext>
            </a:extLst>
          </p:cNvPr>
          <p:cNvSpPr>
            <a:spLocks noGrp="1"/>
          </p:cNvSpPr>
          <p:nvPr>
            <p:ph idx="1"/>
          </p:nvPr>
        </p:nvSpPr>
        <p:spPr/>
        <p:txBody>
          <a:bodyPr/>
          <a:lstStyle/>
          <a:p>
            <a:r>
              <a:rPr lang="it-IT" dirty="0"/>
              <a:t>To </a:t>
            </a:r>
            <a:r>
              <a:rPr lang="it-IT" dirty="0" err="1"/>
              <a:t>interpret</a:t>
            </a:r>
            <a:r>
              <a:rPr lang="it-IT" dirty="0"/>
              <a:t> </a:t>
            </a:r>
            <a:r>
              <a:rPr lang="it-IT" dirty="0">
                <a:latin typeface="Apple Chancery" panose="03020702040506060504" pitchFamily="66" charset="-79"/>
                <a:cs typeface="Apple Chancery" panose="03020702040506060504" pitchFamily="66" charset="-79"/>
              </a:rPr>
              <a:t>AL</a:t>
            </a:r>
            <a:r>
              <a:rPr lang="it-IT" dirty="0"/>
              <a:t>, </a:t>
            </a:r>
            <a:r>
              <a:rPr lang="it-IT" dirty="0" err="1"/>
              <a:t>we</a:t>
            </a:r>
            <a:r>
              <a:rPr lang="it-IT" dirty="0"/>
              <a:t> </a:t>
            </a:r>
            <a:r>
              <a:rPr lang="it-IT" dirty="0" err="1"/>
              <a:t>choose</a:t>
            </a:r>
            <a:r>
              <a:rPr lang="it-IT" dirty="0"/>
              <a:t> an </a:t>
            </a:r>
            <a:r>
              <a:rPr lang="it-IT" dirty="0" err="1"/>
              <a:t>interpretation</a:t>
            </a:r>
            <a:r>
              <a:rPr lang="it-IT" dirty="0"/>
              <a:t> domain </a:t>
            </a:r>
            <a:r>
              <a:rPr lang="it-IT" dirty="0" err="1"/>
              <a:t>consisting</a:t>
            </a:r>
            <a:r>
              <a:rPr lang="it-IT" dirty="0"/>
              <a:t> of a set </a:t>
            </a:r>
            <a:r>
              <a:rPr lang="el-GR" dirty="0"/>
              <a:t>Δ, </a:t>
            </a:r>
            <a:r>
              <a:rPr lang="it-IT" dirty="0"/>
              <a:t>and sets up a </a:t>
            </a:r>
            <a:r>
              <a:rPr lang="it-IT" dirty="0" err="1"/>
              <a:t>function</a:t>
            </a:r>
            <a:r>
              <a:rPr lang="it-IT" dirty="0"/>
              <a:t> </a:t>
            </a:r>
            <a:r>
              <a:rPr lang="it-IT" dirty="0" err="1"/>
              <a:t>that</a:t>
            </a:r>
            <a:r>
              <a:rPr lang="it-IT" dirty="0"/>
              <a:t> </a:t>
            </a:r>
            <a:r>
              <a:rPr lang="it-IT" dirty="0" err="1"/>
              <a:t>associates</a:t>
            </a:r>
            <a:endParaRPr lang="it-IT" dirty="0"/>
          </a:p>
          <a:p>
            <a:pPr lvl="1"/>
            <a:r>
              <a:rPr lang="it-IT" dirty="0"/>
              <a:t>To the </a:t>
            </a:r>
            <a:r>
              <a:rPr lang="it-IT" b="1" dirty="0"/>
              <a:t>concepts,</a:t>
            </a:r>
            <a:r>
              <a:rPr lang="it-IT" dirty="0"/>
              <a:t> subsets of </a:t>
            </a:r>
            <a:r>
              <a:rPr lang="el-GR" dirty="0"/>
              <a:t>Δ;
</a:t>
            </a:r>
            <a:r>
              <a:rPr lang="it-IT" dirty="0"/>
              <a:t>To the </a:t>
            </a:r>
            <a:r>
              <a:rPr lang="it-IT" b="1" dirty="0" err="1"/>
              <a:t>roles</a:t>
            </a:r>
            <a:r>
              <a:rPr lang="it-IT" b="1" dirty="0"/>
              <a:t>,</a:t>
            </a:r>
            <a:r>
              <a:rPr lang="it-IT" dirty="0"/>
              <a:t> subset of </a:t>
            </a:r>
            <a:r>
              <a:rPr lang="el-GR" dirty="0"/>
              <a:t>Δ</a:t>
            </a:r>
            <a:r>
              <a:rPr lang="el-GR" baseline="30000" dirty="0"/>
              <a:t>2</a:t>
            </a:r>
            <a:r>
              <a:rPr lang="el-GR" dirty="0"/>
              <a:t>.</a:t>
            </a:r>
            <a:endParaRPr lang="it-IT" baseline="30000" dirty="0">
              <a:latin typeface="Calibri" panose="020F0502020204030204" pitchFamily="34" charset="0"/>
              <a:cs typeface="Calibri" panose="020F0502020204030204" pitchFamily="34" charset="0"/>
            </a:endParaRPr>
          </a:p>
        </p:txBody>
      </p:sp>
      <p:sp>
        <p:nvSpPr>
          <p:cNvPr id="4" name="Segnaposto data 3">
            <a:extLst>
              <a:ext uri="{FF2B5EF4-FFF2-40B4-BE49-F238E27FC236}">
                <a16:creationId xmlns:a16="http://schemas.microsoft.com/office/drawing/2014/main" id="{7987EB23-B426-0E40-8F68-87BA14E40E6D}"/>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0E4894A2-E54D-4342-9A38-8E5E874E2472}"/>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33D4C562-753E-5049-9A32-4168377E82AC}"/>
              </a:ext>
            </a:extLst>
          </p:cNvPr>
          <p:cNvSpPr>
            <a:spLocks noGrp="1"/>
          </p:cNvSpPr>
          <p:nvPr>
            <p:ph type="sldNum" sz="quarter" idx="12"/>
          </p:nvPr>
        </p:nvSpPr>
        <p:spPr/>
        <p:txBody>
          <a:bodyPr/>
          <a:lstStyle/>
          <a:p>
            <a:pPr>
              <a:defRPr/>
            </a:pPr>
            <a:fld id="{43CD341D-7438-4FA4-973F-6F9EECBD14B9}" type="slidenum">
              <a:rPr lang="it-IT" altLang="it-IT" smtClean="0"/>
              <a:pPr>
                <a:defRPr/>
              </a:pPr>
              <a:t>60</a:t>
            </a:fld>
            <a:endParaRPr lang="it-IT" altLang="it-IT"/>
          </a:p>
        </p:txBody>
      </p:sp>
    </p:spTree>
    <p:extLst>
      <p:ext uri="{BB962C8B-B14F-4D97-AF65-F5344CB8AC3E}">
        <p14:creationId xmlns:p14="http://schemas.microsoft.com/office/powerpoint/2010/main" val="34073856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26D298-0F8D-F142-9404-21757D6E1245}"/>
              </a:ext>
            </a:extLst>
          </p:cNvPr>
          <p:cNvSpPr>
            <a:spLocks noGrp="1"/>
          </p:cNvSpPr>
          <p:nvPr>
            <p:ph type="title"/>
          </p:nvPr>
        </p:nvSpPr>
        <p:spPr/>
        <p:txBody>
          <a:bodyPr/>
          <a:lstStyle/>
          <a:p>
            <a:r>
              <a:rPr lang="it-IT"/>
              <a:t>INTERPRETATION</a:t>
            </a:r>
            <a:endParaRPr lang="it-IT" dirty="0"/>
          </a:p>
        </p:txBody>
      </p:sp>
      <p:sp>
        <p:nvSpPr>
          <p:cNvPr id="3" name="Segnaposto contenuto 2">
            <a:extLst>
              <a:ext uri="{FF2B5EF4-FFF2-40B4-BE49-F238E27FC236}">
                <a16:creationId xmlns:a16="http://schemas.microsoft.com/office/drawing/2014/main" id="{1DED6EB2-456E-D144-8C85-6A8B2A08A88F}"/>
              </a:ext>
            </a:extLst>
          </p:cNvPr>
          <p:cNvSpPr>
            <a:spLocks noGrp="1"/>
          </p:cNvSpPr>
          <p:nvPr>
            <p:ph idx="1"/>
          </p:nvPr>
        </p:nvSpPr>
        <p:spPr/>
        <p:txBody>
          <a:bodyPr/>
          <a:lstStyle/>
          <a:p>
            <a:r>
              <a:rPr lang="it-IT" sz="2800" dirty="0" err="1"/>
              <a:t>Specifically</a:t>
            </a:r>
            <a:r>
              <a:rPr lang="it-IT" sz="2800" dirty="0"/>
              <a:t>, the </a:t>
            </a:r>
            <a:r>
              <a:rPr lang="it-IT" sz="2800" dirty="0" err="1"/>
              <a:t>interpretation</a:t>
            </a:r>
            <a:r>
              <a:rPr lang="it-IT" sz="2800" dirty="0"/>
              <a:t> of an </a:t>
            </a:r>
            <a:r>
              <a:rPr lang="it-IT" sz="2800" dirty="0" err="1"/>
              <a:t>expression</a:t>
            </a:r>
            <a:r>
              <a:rPr lang="it-IT" sz="2800" dirty="0"/>
              <a:t> </a:t>
            </a:r>
            <a:r>
              <a:rPr lang="it-IT" sz="2800" dirty="0" err="1"/>
              <a:t>is</a:t>
            </a:r>
            <a:r>
              <a:rPr lang="it-IT" sz="2800" dirty="0"/>
              <a:t> </a:t>
            </a:r>
            <a:r>
              <a:rPr lang="it-IT" sz="2800" dirty="0" err="1"/>
              <a:t>defined</a:t>
            </a:r>
            <a:r>
              <a:rPr lang="it-IT" sz="2800" dirty="0"/>
              <a:t> </a:t>
            </a:r>
            <a:r>
              <a:rPr lang="it-IT" sz="2800" dirty="0" err="1"/>
              <a:t>as</a:t>
            </a:r>
            <a:r>
              <a:rPr lang="it-IT" sz="2800" dirty="0"/>
              <a:t> follows:</a:t>
            </a:r>
          </a:p>
          <a:p>
            <a:pPr lvl="1">
              <a:buFont typeface="Arial" panose="020B0604020202020204" pitchFamily="34" charset="0"/>
              <a:buChar char="•"/>
            </a:pPr>
            <a:r>
              <a:rPr lang="it-IT" sz="2400" dirty="0">
                <a:solidFill>
                  <a:srgbClr val="FF0000"/>
                </a:solidFill>
                <a:latin typeface="Calibri" panose="020F0502020204030204" pitchFamily="34" charset="0"/>
                <a:cs typeface="Calibri" panose="020F0502020204030204" pitchFamily="34" charset="0"/>
              </a:rPr>
              <a:t>(¬</a:t>
            </a:r>
            <a:r>
              <a:rPr lang="it-IT" sz="2400" dirty="0">
                <a:solidFill>
                  <a:srgbClr val="FF0000"/>
                </a:solidFill>
              </a:rPr>
              <a:t>𝛼)</a:t>
            </a:r>
            <a:r>
              <a:rPr lang="it-IT" sz="2400" baseline="30000" dirty="0" err="1">
                <a:solidFill>
                  <a:srgbClr val="FF0000"/>
                </a:solidFill>
                <a:latin typeface="Apple Chancery" panose="03020702040506060504" pitchFamily="66" charset="-79"/>
                <a:cs typeface="Apple Chancery" panose="03020702040506060504" pitchFamily="66" charset="-79"/>
              </a:rPr>
              <a:t>J</a:t>
            </a:r>
            <a:r>
              <a:rPr lang="it-IT" sz="2400" baseline="300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Calibri" panose="020F0502020204030204" pitchFamily="34" charset="0"/>
                <a:cs typeface="Calibri" panose="020F0502020204030204" pitchFamily="34" charset="0"/>
              </a:rPr>
              <a:t>𝛥 - </a:t>
            </a:r>
            <a:r>
              <a:rPr lang="it-IT" sz="2400" dirty="0">
                <a:solidFill>
                  <a:srgbClr val="FF0000"/>
                </a:solidFill>
              </a:rPr>
              <a:t>𝛼</a:t>
            </a:r>
            <a:r>
              <a:rPr lang="it-IT" sz="2400" baseline="30000" dirty="0" err="1">
                <a:solidFill>
                  <a:srgbClr val="FF0000"/>
                </a:solidFill>
                <a:latin typeface="Apple Chancery" panose="03020702040506060504" pitchFamily="66" charset="-79"/>
                <a:cs typeface="Apple Chancery" panose="03020702040506060504" pitchFamily="66" charset="-79"/>
              </a:rPr>
              <a:t>J</a:t>
            </a:r>
            <a:endParaRPr lang="it-IT" sz="2400" baseline="30000" dirty="0">
              <a:solidFill>
                <a:srgbClr val="FF0000"/>
              </a:solidFill>
              <a:latin typeface="Apple Chancery" panose="03020702040506060504" pitchFamily="66" charset="-79"/>
              <a:cs typeface="Apple Chancery" panose="03020702040506060504" pitchFamily="66" charset="-79"/>
            </a:endParaRPr>
          </a:p>
          <a:p>
            <a:pPr lvl="1">
              <a:buFont typeface="Arial" panose="020B0604020202020204" pitchFamily="34" charset="0"/>
              <a:buChar char="•"/>
            </a:pPr>
            <a:r>
              <a:rPr lang="it-IT" sz="2400" dirty="0">
                <a:solidFill>
                  <a:srgbClr val="FF0000"/>
                </a:solidFill>
              </a:rPr>
              <a:t>(𝛼 </a:t>
            </a:r>
            <a:r>
              <a:rPr lang="it-IT" sz="2400" dirty="0">
                <a:solidFill>
                  <a:srgbClr val="FF0000"/>
                </a:solidFill>
                <a:latin typeface="Calibri" panose="020F0502020204030204" pitchFamily="34" charset="0"/>
                <a:cs typeface="Calibri" panose="020F0502020204030204" pitchFamily="34" charset="0"/>
              </a:rPr>
              <a:t>⊓</a:t>
            </a:r>
            <a:r>
              <a:rPr lang="it-IT" sz="2400" dirty="0">
                <a:solidFill>
                  <a:srgbClr val="FF0000"/>
                </a:solidFill>
              </a:rPr>
              <a:t> β)</a:t>
            </a:r>
            <a:r>
              <a:rPr lang="it-IT" sz="2400" baseline="30000" dirty="0" err="1">
                <a:solidFill>
                  <a:srgbClr val="FF0000"/>
                </a:solidFill>
                <a:latin typeface="Apple Chancery" panose="03020702040506060504" pitchFamily="66" charset="-79"/>
                <a:cs typeface="Apple Chancery" panose="03020702040506060504" pitchFamily="66" charset="-79"/>
              </a:rPr>
              <a:t>J</a:t>
            </a:r>
            <a:r>
              <a:rPr lang="it-IT" sz="2400" baseline="300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rPr>
              <a:t>𝛼</a:t>
            </a:r>
            <a:r>
              <a:rPr lang="it-IT" sz="2400" baseline="30000" dirty="0" err="1">
                <a:solidFill>
                  <a:srgbClr val="FF0000"/>
                </a:solidFill>
                <a:latin typeface="Apple Chancery" panose="03020702040506060504" pitchFamily="66" charset="-79"/>
                <a:cs typeface="Apple Chancery" panose="03020702040506060504" pitchFamily="66" charset="-79"/>
              </a:rPr>
              <a:t>J</a:t>
            </a:r>
            <a:r>
              <a:rPr lang="it-IT" sz="2400" dirty="0">
                <a:solidFill>
                  <a:srgbClr val="FF0000"/>
                </a:solidFill>
              </a:rPr>
              <a:t> ⋂ β</a:t>
            </a:r>
            <a:r>
              <a:rPr lang="it-IT" sz="2400" baseline="30000" dirty="0" err="1">
                <a:solidFill>
                  <a:srgbClr val="FF0000"/>
                </a:solidFill>
                <a:latin typeface="Apple Chancery" panose="03020702040506060504" pitchFamily="66" charset="-79"/>
                <a:cs typeface="Apple Chancery" panose="03020702040506060504" pitchFamily="66" charset="-79"/>
              </a:rPr>
              <a:t>J</a:t>
            </a:r>
            <a:endParaRPr lang="it-IT" sz="2400" baseline="30000" dirty="0">
              <a:solidFill>
                <a:srgbClr val="FF0000"/>
              </a:solidFill>
              <a:latin typeface="Apple Chancery" panose="03020702040506060504" pitchFamily="66" charset="-79"/>
              <a:cs typeface="Apple Chancery" panose="03020702040506060504" pitchFamily="66" charset="-79"/>
            </a:endParaRPr>
          </a:p>
          <a:p>
            <a:pPr lvl="1">
              <a:buFont typeface="Arial" panose="020B0604020202020204" pitchFamily="34" charset="0"/>
              <a:buChar char="•"/>
            </a:pPr>
            <a:r>
              <a:rPr lang="it-IT" sz="2400" dirty="0">
                <a:solidFill>
                  <a:srgbClr val="FF0000"/>
                </a:solidFill>
                <a:latin typeface="Calibri" panose="020F0502020204030204" pitchFamily="34" charset="0"/>
                <a:cs typeface="Calibri" panose="020F0502020204030204" pitchFamily="34" charset="0"/>
              </a:rPr>
              <a:t>⊤</a:t>
            </a:r>
            <a:r>
              <a:rPr lang="it-IT" sz="2400" baseline="30000" dirty="0" err="1">
                <a:solidFill>
                  <a:srgbClr val="FF0000"/>
                </a:solidFill>
                <a:latin typeface="Apple Chancery" panose="03020702040506060504" pitchFamily="66" charset="-79"/>
                <a:cs typeface="Apple Chancery" panose="03020702040506060504" pitchFamily="66" charset="-79"/>
              </a:rPr>
              <a:t>J</a:t>
            </a:r>
            <a:r>
              <a:rPr lang="it-IT" sz="2400" baseline="300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Calibri" panose="020F0502020204030204" pitchFamily="34" charset="0"/>
                <a:cs typeface="Calibri" panose="020F0502020204030204" pitchFamily="34" charset="0"/>
              </a:rPr>
              <a:t>𝛥</a:t>
            </a:r>
          </a:p>
          <a:p>
            <a:pPr lvl="1">
              <a:buFont typeface="Arial" panose="020B0604020202020204" pitchFamily="34" charset="0"/>
              <a:buChar char="•"/>
            </a:pPr>
            <a:r>
              <a:rPr lang="it-IT" sz="2400" dirty="0">
                <a:solidFill>
                  <a:srgbClr val="FF0000"/>
                </a:solidFill>
                <a:latin typeface="Calibri" panose="020F0502020204030204" pitchFamily="34" charset="0"/>
                <a:cs typeface="Calibri" panose="020F0502020204030204" pitchFamily="34" charset="0"/>
              </a:rPr>
              <a:t>⊥</a:t>
            </a:r>
            <a:r>
              <a:rPr lang="it-IT" sz="2400" baseline="30000" dirty="0" err="1">
                <a:solidFill>
                  <a:srgbClr val="FF0000"/>
                </a:solidFill>
                <a:latin typeface="Apple Chancery" panose="03020702040506060504" pitchFamily="66" charset="-79"/>
                <a:cs typeface="Apple Chancery" panose="03020702040506060504" pitchFamily="66" charset="-79"/>
              </a:rPr>
              <a:t>J</a:t>
            </a:r>
            <a:r>
              <a:rPr lang="it-IT" sz="2400" baseline="300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Apple Chancery" panose="03020702040506060504" pitchFamily="66" charset="-79"/>
                <a:cs typeface="Apple Chancery" panose="03020702040506060504" pitchFamily="66" charset="-79"/>
              </a:rPr>
              <a:t>= ∅</a:t>
            </a:r>
          </a:p>
          <a:p>
            <a:pPr lvl="1">
              <a:buFont typeface="Arial" panose="020B0604020202020204" pitchFamily="34" charset="0"/>
              <a:buChar char="•"/>
            </a:pPr>
            <a:r>
              <a:rPr lang="it-IT" sz="2400" dirty="0">
                <a:solidFill>
                  <a:srgbClr val="FF0000"/>
                </a:solidFill>
                <a:latin typeface="Calibri" panose="020F0502020204030204" pitchFamily="34" charset="0"/>
                <a:cs typeface="Calibri" panose="020F0502020204030204" pitchFamily="34" charset="0"/>
              </a:rPr>
              <a:t>(∃</a:t>
            </a:r>
            <a:r>
              <a:rPr lang="it-IT" sz="2400" dirty="0" err="1">
                <a:solidFill>
                  <a:srgbClr val="FF0000"/>
                </a:solidFill>
                <a:latin typeface="Calibri" panose="020F0502020204030204" pitchFamily="34" charset="0"/>
                <a:cs typeface="Calibri" panose="020F0502020204030204" pitchFamily="34" charset="0"/>
              </a:rPr>
              <a:t>R</a:t>
            </a:r>
            <a:r>
              <a:rPr lang="it-IT" sz="2400" dirty="0">
                <a:solidFill>
                  <a:srgbClr val="FF0000"/>
                </a:solidFill>
                <a:latin typeface="Calibri" panose="020F0502020204030204" pitchFamily="34" charset="0"/>
                <a:cs typeface="Calibri" panose="020F0502020204030204" pitchFamily="34" charset="0"/>
              </a:rPr>
              <a:t>.⊤)</a:t>
            </a:r>
            <a:r>
              <a:rPr lang="it-IT" sz="2400" baseline="30000" dirty="0" err="1">
                <a:solidFill>
                  <a:srgbClr val="FF0000"/>
                </a:solidFill>
                <a:latin typeface="Apple Chancery" panose="03020702040506060504" pitchFamily="66" charset="-79"/>
                <a:cs typeface="Apple Chancery" panose="03020702040506060504" pitchFamily="66" charset="-79"/>
              </a:rPr>
              <a:t>J</a:t>
            </a:r>
            <a:r>
              <a:rPr lang="it-IT" sz="2400" baseline="300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Calibri" panose="020F0502020204030204" pitchFamily="34" charset="0"/>
                <a:cs typeface="Calibri" panose="020F0502020204030204" pitchFamily="34" charset="0"/>
              </a:rPr>
              <a:t>{x ∊ 𝛥 | ∃y ∊ 𝛥, (</a:t>
            </a:r>
            <a:r>
              <a:rPr lang="it-IT" sz="2400" dirty="0" err="1">
                <a:solidFill>
                  <a:srgbClr val="FF0000"/>
                </a:solidFill>
                <a:latin typeface="Calibri" panose="020F0502020204030204" pitchFamily="34" charset="0"/>
                <a:cs typeface="Calibri" panose="020F0502020204030204" pitchFamily="34" charset="0"/>
              </a:rPr>
              <a:t>x,y</a:t>
            </a:r>
            <a:r>
              <a:rPr lang="it-IT" sz="2400" dirty="0">
                <a:solidFill>
                  <a:srgbClr val="FF0000"/>
                </a:solidFill>
                <a:latin typeface="Calibri" panose="020F0502020204030204" pitchFamily="34" charset="0"/>
                <a:cs typeface="Calibri" panose="020F0502020204030204" pitchFamily="34" charset="0"/>
              </a:rPr>
              <a:t>) ∊ R</a:t>
            </a:r>
            <a:r>
              <a:rPr lang="it-IT" sz="2400" baseline="30000" dirty="0">
                <a:solidFill>
                  <a:srgbClr val="FF0000"/>
                </a:solidFill>
                <a:latin typeface="Apple Chancery" panose="03020702040506060504" pitchFamily="66" charset="-79"/>
                <a:cs typeface="Apple Chancery" panose="03020702040506060504" pitchFamily="66" charset="-79"/>
              </a:rPr>
              <a:t>J</a:t>
            </a:r>
            <a:r>
              <a:rPr lang="it-IT" sz="2400" dirty="0">
                <a:solidFill>
                  <a:srgbClr val="FF0000"/>
                </a:solidFill>
                <a:latin typeface="Calibri" panose="020F0502020204030204" pitchFamily="34" charset="0"/>
                <a:cs typeface="Calibri" panose="020F0502020204030204" pitchFamily="34" charset="0"/>
              </a:rPr>
              <a:t>}</a:t>
            </a:r>
            <a:endParaRPr lang="it-IT" sz="2400" baseline="30000" dirty="0">
              <a:solidFill>
                <a:srgbClr val="FF0000"/>
              </a:solidFill>
              <a:latin typeface="Calibri" panose="020F0502020204030204" pitchFamily="34" charset="0"/>
              <a:cs typeface="Calibri" panose="020F0502020204030204" pitchFamily="34" charset="0"/>
            </a:endParaRPr>
          </a:p>
          <a:p>
            <a:pPr lvl="1">
              <a:buFont typeface="Arial" panose="020B0604020202020204" pitchFamily="34" charset="0"/>
              <a:buChar char="•"/>
            </a:pPr>
            <a:r>
              <a:rPr lang="it-IT" sz="2400" dirty="0">
                <a:solidFill>
                  <a:srgbClr val="FF0000"/>
                </a:solidFill>
                <a:latin typeface="Calibri" panose="020F0502020204030204" pitchFamily="34" charset="0"/>
                <a:cs typeface="Calibri" panose="020F0502020204030204" pitchFamily="34" charset="0"/>
              </a:rPr>
              <a:t>(∀</a:t>
            </a:r>
            <a:r>
              <a:rPr lang="it-IT" sz="2400" dirty="0" err="1">
                <a:solidFill>
                  <a:srgbClr val="FF0000"/>
                </a:solidFill>
                <a:latin typeface="Calibri" panose="020F0502020204030204" pitchFamily="34" charset="0"/>
                <a:cs typeface="Calibri" panose="020F0502020204030204" pitchFamily="34" charset="0"/>
              </a:rPr>
              <a:t>R</a:t>
            </a:r>
            <a:r>
              <a:rPr lang="it-IT" sz="2400" dirty="0">
                <a:solidFill>
                  <a:srgbClr val="FF0000"/>
                </a:solidFill>
                <a:latin typeface="Calibri" panose="020F0502020204030204" pitchFamily="34" charset="0"/>
                <a:cs typeface="Calibri" panose="020F0502020204030204" pitchFamily="34" charset="0"/>
              </a:rPr>
              <a:t>.</a:t>
            </a:r>
            <a:r>
              <a:rPr lang="it-IT" sz="2400" dirty="0">
                <a:solidFill>
                  <a:srgbClr val="FF0000"/>
                </a:solidFill>
              </a:rPr>
              <a:t>𝛼</a:t>
            </a:r>
            <a:r>
              <a:rPr lang="it-IT" sz="2400" dirty="0">
                <a:solidFill>
                  <a:srgbClr val="FF0000"/>
                </a:solidFill>
                <a:latin typeface="Calibri" panose="020F0502020204030204" pitchFamily="34" charset="0"/>
                <a:cs typeface="Calibri" panose="020F0502020204030204" pitchFamily="34" charset="0"/>
              </a:rPr>
              <a:t>)</a:t>
            </a:r>
            <a:r>
              <a:rPr lang="it-IT" sz="2400" baseline="30000" dirty="0" err="1">
                <a:solidFill>
                  <a:srgbClr val="FF0000"/>
                </a:solidFill>
                <a:latin typeface="Apple Chancery" panose="03020702040506060504" pitchFamily="66" charset="-79"/>
                <a:cs typeface="Apple Chancery" panose="03020702040506060504" pitchFamily="66" charset="-79"/>
              </a:rPr>
              <a:t>J</a:t>
            </a:r>
            <a:r>
              <a:rPr lang="it-IT" sz="2400" baseline="300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Calibri" panose="020F0502020204030204" pitchFamily="34" charset="0"/>
                <a:cs typeface="Calibri" panose="020F0502020204030204" pitchFamily="34" charset="0"/>
              </a:rPr>
              <a:t>{x ∊ 𝛥 | ∀y ∊ 𝛥, (</a:t>
            </a:r>
            <a:r>
              <a:rPr lang="it-IT" sz="2400" dirty="0" err="1">
                <a:solidFill>
                  <a:srgbClr val="FF0000"/>
                </a:solidFill>
                <a:latin typeface="Calibri" panose="020F0502020204030204" pitchFamily="34" charset="0"/>
                <a:cs typeface="Calibri" panose="020F0502020204030204" pitchFamily="34" charset="0"/>
              </a:rPr>
              <a:t>x,y</a:t>
            </a:r>
            <a:r>
              <a:rPr lang="it-IT" sz="2400" dirty="0">
                <a:solidFill>
                  <a:srgbClr val="FF0000"/>
                </a:solidFill>
                <a:latin typeface="Calibri" panose="020F0502020204030204" pitchFamily="34" charset="0"/>
                <a:cs typeface="Calibri" panose="020F0502020204030204" pitchFamily="34" charset="0"/>
              </a:rPr>
              <a:t>) ∊ R</a:t>
            </a:r>
            <a:r>
              <a:rPr lang="it-IT" sz="2400" baseline="30000" dirty="0">
                <a:solidFill>
                  <a:srgbClr val="FF0000"/>
                </a:solidFill>
                <a:latin typeface="Apple Chancery" panose="03020702040506060504" pitchFamily="66" charset="-79"/>
                <a:cs typeface="Apple Chancery" panose="03020702040506060504" pitchFamily="66" charset="-79"/>
              </a:rPr>
              <a:t>J </a:t>
            </a:r>
            <a:r>
              <a:rPr lang="it-IT" sz="24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Calibri" panose="020F0502020204030204" pitchFamily="34" charset="0"/>
                <a:cs typeface="Calibri" panose="020F0502020204030204" pitchFamily="34" charset="0"/>
              </a:rPr>
              <a:t>y</a:t>
            </a:r>
            <a:r>
              <a:rPr lang="it-IT" sz="2400" dirty="0">
                <a:solidFill>
                  <a:srgbClr val="FF0000"/>
                </a:solidFill>
                <a:latin typeface="Apple Chancery" panose="03020702040506060504" pitchFamily="66" charset="-79"/>
                <a:cs typeface="Apple Chancery" panose="03020702040506060504" pitchFamily="66" charset="-79"/>
              </a:rPr>
              <a:t> </a:t>
            </a:r>
            <a:r>
              <a:rPr lang="it-IT" sz="2400" dirty="0">
                <a:solidFill>
                  <a:srgbClr val="FF0000"/>
                </a:solidFill>
                <a:latin typeface="Calibri" panose="020F0502020204030204" pitchFamily="34" charset="0"/>
                <a:cs typeface="Calibri" panose="020F0502020204030204" pitchFamily="34" charset="0"/>
              </a:rPr>
              <a:t>∊ </a:t>
            </a:r>
            <a:r>
              <a:rPr lang="it-IT" sz="2400" dirty="0">
                <a:solidFill>
                  <a:srgbClr val="FF0000"/>
                </a:solidFill>
              </a:rPr>
              <a:t>𝛼</a:t>
            </a:r>
            <a:r>
              <a:rPr lang="it-IT" sz="2400" baseline="30000" dirty="0" err="1">
                <a:solidFill>
                  <a:srgbClr val="FF0000"/>
                </a:solidFill>
                <a:latin typeface="Apple Chancery" panose="03020702040506060504" pitchFamily="66" charset="-79"/>
                <a:cs typeface="Apple Chancery" panose="03020702040506060504" pitchFamily="66" charset="-79"/>
              </a:rPr>
              <a:t>J</a:t>
            </a:r>
            <a:r>
              <a:rPr lang="it-IT" sz="2400" dirty="0">
                <a:solidFill>
                  <a:srgbClr val="FF0000"/>
                </a:solidFill>
                <a:latin typeface="Calibri" panose="020F0502020204030204" pitchFamily="34" charset="0"/>
                <a:cs typeface="Calibri" panose="020F0502020204030204" pitchFamily="34" charset="0"/>
              </a:rPr>
              <a:t>}</a:t>
            </a:r>
            <a:endParaRPr lang="it-IT" sz="2400" baseline="30000" dirty="0">
              <a:solidFill>
                <a:srgbClr val="FF0000"/>
              </a:solidFill>
              <a:latin typeface="Apple Chancery" panose="03020702040506060504" pitchFamily="66" charset="-79"/>
              <a:cs typeface="Apple Chancery" panose="03020702040506060504" pitchFamily="66" charset="-79"/>
            </a:endParaRPr>
          </a:p>
        </p:txBody>
      </p:sp>
      <p:sp>
        <p:nvSpPr>
          <p:cNvPr id="4" name="Segnaposto data 3">
            <a:extLst>
              <a:ext uri="{FF2B5EF4-FFF2-40B4-BE49-F238E27FC236}">
                <a16:creationId xmlns:a16="http://schemas.microsoft.com/office/drawing/2014/main" id="{93116205-4C4D-AC4F-ADDC-5429DA2C830E}"/>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067A83D7-9BD3-8342-9BB0-53627D172FD8}"/>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CCA5AB46-2F8C-7E4C-BD76-C080A6900F2B}"/>
              </a:ext>
            </a:extLst>
          </p:cNvPr>
          <p:cNvSpPr>
            <a:spLocks noGrp="1"/>
          </p:cNvSpPr>
          <p:nvPr>
            <p:ph type="sldNum" sz="quarter" idx="12"/>
          </p:nvPr>
        </p:nvSpPr>
        <p:spPr/>
        <p:txBody>
          <a:bodyPr/>
          <a:lstStyle/>
          <a:p>
            <a:pPr>
              <a:defRPr/>
            </a:pPr>
            <a:fld id="{43CD341D-7438-4FA4-973F-6F9EECBD14B9}" type="slidenum">
              <a:rPr lang="it-IT" altLang="it-IT" smtClean="0"/>
              <a:pPr>
                <a:defRPr/>
              </a:pPr>
              <a:t>61</a:t>
            </a:fld>
            <a:endParaRPr lang="it-IT" altLang="it-IT"/>
          </a:p>
        </p:txBody>
      </p:sp>
    </p:spTree>
    <p:extLst>
      <p:ext uri="{BB962C8B-B14F-4D97-AF65-F5344CB8AC3E}">
        <p14:creationId xmlns:p14="http://schemas.microsoft.com/office/powerpoint/2010/main" val="5314133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D5B09D4-5C95-6A4E-9A81-F36CE9265FD9}"/>
              </a:ext>
            </a:extLst>
          </p:cNvPr>
          <p:cNvSpPr>
            <a:spLocks noGrp="1"/>
          </p:cNvSpPr>
          <p:nvPr>
            <p:ph type="title"/>
          </p:nvPr>
        </p:nvSpPr>
        <p:spPr/>
        <p:txBody>
          <a:bodyPr/>
          <a:lstStyle/>
          <a:p>
            <a:r>
              <a:rPr lang="it-IT"/>
              <a:t>EXAMPLES</a:t>
            </a:r>
            <a:endParaRPr lang="it-IT" dirty="0"/>
          </a:p>
        </p:txBody>
      </p:sp>
      <p:sp>
        <p:nvSpPr>
          <p:cNvPr id="3" name="Segnaposto contenuto 2">
            <a:extLst>
              <a:ext uri="{FF2B5EF4-FFF2-40B4-BE49-F238E27FC236}">
                <a16:creationId xmlns:a16="http://schemas.microsoft.com/office/drawing/2014/main" id="{4D7A60C6-08C9-CF49-8626-393BC122C5EE}"/>
              </a:ext>
            </a:extLst>
          </p:cNvPr>
          <p:cNvSpPr>
            <a:spLocks noGrp="1"/>
          </p:cNvSpPr>
          <p:nvPr>
            <p:ph idx="1"/>
          </p:nvPr>
        </p:nvSpPr>
        <p:spPr/>
        <p:txBody>
          <a:bodyPr/>
          <a:lstStyle/>
          <a:p>
            <a:r>
              <a:rPr lang="it-IT" dirty="0" err="1"/>
              <a:t>Represent</a:t>
            </a:r>
            <a:r>
              <a:rPr lang="it-IT" dirty="0"/>
              <a:t> in</a:t>
            </a:r>
            <a:r>
              <a:rPr lang="it-IT" dirty="0">
                <a:latin typeface="Apple Chancery" panose="03020702040506060504" pitchFamily="66" charset="-79"/>
                <a:cs typeface="Apple Chancery" panose="03020702040506060504" pitchFamily="66" charset="-79"/>
              </a:rPr>
              <a:t> AL </a:t>
            </a:r>
          </a:p>
          <a:p>
            <a:pPr lvl="1"/>
            <a:r>
              <a:rPr lang="it-IT" dirty="0"/>
              <a:t>A: </a:t>
            </a:r>
            <a:r>
              <a:rPr lang="it-IT" dirty="0" err="1"/>
              <a:t>Those</a:t>
            </a:r>
            <a:r>
              <a:rPr lang="it-IT" dirty="0"/>
              <a:t> </a:t>
            </a:r>
            <a:r>
              <a:rPr lang="it-IT" dirty="0" err="1"/>
              <a:t>who</a:t>
            </a:r>
            <a:r>
              <a:rPr lang="it-IT" dirty="0"/>
              <a:t> </a:t>
            </a:r>
            <a:r>
              <a:rPr lang="it-IT" dirty="0" err="1"/>
              <a:t>have</a:t>
            </a:r>
            <a:r>
              <a:rPr lang="it-IT" dirty="0"/>
              <a:t> </a:t>
            </a:r>
            <a:r>
              <a:rPr lang="it-IT" dirty="0" err="1"/>
              <a:t>only</a:t>
            </a:r>
            <a:r>
              <a:rPr lang="it-IT" dirty="0"/>
              <a:t> male </a:t>
            </a:r>
            <a:r>
              <a:rPr lang="it-IT" dirty="0" err="1"/>
              <a:t>children</a:t>
            </a:r>
            <a:r>
              <a:rPr lang="it-IT" dirty="0"/>
              <a:t>
B: </a:t>
            </a:r>
            <a:r>
              <a:rPr lang="it-IT" dirty="0" err="1"/>
              <a:t>Those</a:t>
            </a:r>
            <a:r>
              <a:rPr lang="it-IT" dirty="0"/>
              <a:t> </a:t>
            </a:r>
            <a:r>
              <a:rPr lang="it-IT" dirty="0" err="1"/>
              <a:t>who</a:t>
            </a:r>
            <a:r>
              <a:rPr lang="it-IT" dirty="0"/>
              <a:t> </a:t>
            </a:r>
            <a:r>
              <a:rPr lang="it-IT" dirty="0" err="1"/>
              <a:t>have</a:t>
            </a:r>
            <a:r>
              <a:rPr lang="it-IT" dirty="0"/>
              <a:t> </a:t>
            </a:r>
            <a:r>
              <a:rPr lang="it-IT" dirty="0" err="1"/>
              <a:t>only</a:t>
            </a:r>
            <a:r>
              <a:rPr lang="it-IT" dirty="0"/>
              <a:t> </a:t>
            </a:r>
            <a:r>
              <a:rPr lang="it-IT" dirty="0" err="1"/>
              <a:t>daughters</a:t>
            </a:r>
            <a:r>
              <a:rPr lang="it-IT" dirty="0"/>
              <a:t>
C: </a:t>
            </a:r>
            <a:r>
              <a:rPr lang="it-IT" dirty="0" err="1"/>
              <a:t>Those</a:t>
            </a:r>
            <a:r>
              <a:rPr lang="it-IT" dirty="0"/>
              <a:t> </a:t>
            </a:r>
            <a:r>
              <a:rPr lang="it-IT" dirty="0" err="1"/>
              <a:t>who</a:t>
            </a:r>
            <a:r>
              <a:rPr lang="it-IT" dirty="0"/>
              <a:t> </a:t>
            </a:r>
            <a:r>
              <a:rPr lang="it-IT" dirty="0" err="1"/>
              <a:t>have</a:t>
            </a:r>
            <a:r>
              <a:rPr lang="it-IT" dirty="0"/>
              <a:t> </a:t>
            </a:r>
            <a:r>
              <a:rPr lang="it-IT" dirty="0" err="1"/>
              <a:t>at</a:t>
            </a:r>
            <a:r>
              <a:rPr lang="it-IT" dirty="0"/>
              <a:t> </a:t>
            </a:r>
            <a:r>
              <a:rPr lang="it-IT" dirty="0" err="1"/>
              <a:t>least</a:t>
            </a:r>
            <a:r>
              <a:rPr lang="it-IT" dirty="0"/>
              <a:t> one </a:t>
            </a:r>
            <a:r>
              <a:rPr lang="it-IT" dirty="0" err="1"/>
              <a:t>child</a:t>
            </a:r>
            <a:r>
              <a:rPr lang="it-IT" dirty="0"/>
              <a:t>
</a:t>
            </a:r>
            <a:r>
              <a:rPr lang="it-IT" dirty="0" err="1"/>
              <a:t>Q</a:t>
            </a:r>
            <a:r>
              <a:rPr lang="it-IT" dirty="0"/>
              <a:t>: </a:t>
            </a:r>
            <a:r>
              <a:rPr lang="it-IT" dirty="0" err="1"/>
              <a:t>Those</a:t>
            </a:r>
            <a:r>
              <a:rPr lang="it-IT" dirty="0"/>
              <a:t> </a:t>
            </a:r>
            <a:r>
              <a:rPr lang="it-IT" dirty="0" err="1"/>
              <a:t>who</a:t>
            </a:r>
            <a:r>
              <a:rPr lang="it-IT" dirty="0"/>
              <a:t> </a:t>
            </a:r>
            <a:r>
              <a:rPr lang="it-IT" dirty="0" err="1"/>
              <a:t>have</a:t>
            </a:r>
            <a:r>
              <a:rPr lang="it-IT" dirty="0"/>
              <a:t> </a:t>
            </a:r>
            <a:r>
              <a:rPr lang="it-IT" dirty="0" err="1"/>
              <a:t>at</a:t>
            </a:r>
            <a:r>
              <a:rPr lang="it-IT" dirty="0"/>
              <a:t> </a:t>
            </a:r>
            <a:r>
              <a:rPr lang="it-IT" dirty="0" err="1"/>
              <a:t>least</a:t>
            </a:r>
            <a:r>
              <a:rPr lang="it-IT" dirty="0"/>
              <a:t> one </a:t>
            </a:r>
            <a:r>
              <a:rPr lang="it-IT" dirty="0" err="1"/>
              <a:t>daughter</a:t>
            </a:r>
            <a:br>
              <a:rPr lang="it-IT" dirty="0"/>
            </a:br>
            <a:r>
              <a:rPr lang="it-IT" dirty="0"/>
              <a:t>		</a:t>
            </a:r>
            <a:r>
              <a:rPr lang="it-IT" dirty="0" err="1"/>
              <a:t>female</a:t>
            </a:r>
            <a:endParaRPr lang="it-IT" dirty="0"/>
          </a:p>
        </p:txBody>
      </p:sp>
      <p:sp>
        <p:nvSpPr>
          <p:cNvPr id="4" name="Segnaposto data 3">
            <a:extLst>
              <a:ext uri="{FF2B5EF4-FFF2-40B4-BE49-F238E27FC236}">
                <a16:creationId xmlns:a16="http://schemas.microsoft.com/office/drawing/2014/main" id="{440C1ADE-4965-4845-9465-A9DA8C58E03B}"/>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3D1F3053-8044-314E-8658-4C92F2183C6F}"/>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D3AACE63-C1B3-A24D-B8D6-4FD8CD60083D}"/>
              </a:ext>
            </a:extLst>
          </p:cNvPr>
          <p:cNvSpPr>
            <a:spLocks noGrp="1"/>
          </p:cNvSpPr>
          <p:nvPr>
            <p:ph type="sldNum" sz="quarter" idx="12"/>
          </p:nvPr>
        </p:nvSpPr>
        <p:spPr/>
        <p:txBody>
          <a:bodyPr/>
          <a:lstStyle/>
          <a:p>
            <a:pPr>
              <a:defRPr/>
            </a:pPr>
            <a:fld id="{43CD341D-7438-4FA4-973F-6F9EECBD14B9}" type="slidenum">
              <a:rPr lang="it-IT" altLang="it-IT" smtClean="0"/>
              <a:pPr>
                <a:defRPr/>
              </a:pPr>
              <a:t>62</a:t>
            </a:fld>
            <a:endParaRPr lang="it-IT" altLang="it-IT"/>
          </a:p>
        </p:txBody>
      </p:sp>
    </p:spTree>
    <p:extLst>
      <p:ext uri="{BB962C8B-B14F-4D97-AF65-F5344CB8AC3E}">
        <p14:creationId xmlns:p14="http://schemas.microsoft.com/office/powerpoint/2010/main" val="33790505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1627B97-B714-1543-8D8F-9C53618E3AF7}"/>
              </a:ext>
            </a:extLst>
          </p:cNvPr>
          <p:cNvSpPr>
            <a:spLocks noGrp="1"/>
          </p:cNvSpPr>
          <p:nvPr>
            <p:ph type="title"/>
          </p:nvPr>
        </p:nvSpPr>
        <p:spPr/>
        <p:txBody>
          <a:bodyPr/>
          <a:lstStyle/>
          <a:p>
            <a:r>
              <a:rPr lang="it-IT"/>
              <a:t>REPRESENTATION</a:t>
            </a:r>
            <a:endParaRPr lang="it-IT" dirty="0"/>
          </a:p>
        </p:txBody>
      </p:sp>
      <p:sp>
        <p:nvSpPr>
          <p:cNvPr id="3" name="Segnaposto contenuto 2">
            <a:extLst>
              <a:ext uri="{FF2B5EF4-FFF2-40B4-BE49-F238E27FC236}">
                <a16:creationId xmlns:a16="http://schemas.microsoft.com/office/drawing/2014/main" id="{1FEF3AB7-04F5-E847-8AA8-F54E77E3F723}"/>
              </a:ext>
            </a:extLst>
          </p:cNvPr>
          <p:cNvSpPr>
            <a:spLocks noGrp="1"/>
          </p:cNvSpPr>
          <p:nvPr>
            <p:ph idx="1"/>
          </p:nvPr>
        </p:nvSpPr>
        <p:spPr/>
        <p:txBody>
          <a:bodyPr/>
          <a:lstStyle/>
          <a:p>
            <a:r>
              <a:rPr lang="it-IT" sz="3600" dirty="0" err="1"/>
              <a:t>We</a:t>
            </a:r>
            <a:r>
              <a:rPr lang="it-IT" sz="3600" dirty="0"/>
              <a:t> assume</a:t>
            </a:r>
          </a:p>
          <a:p>
            <a:pPr lvl="1"/>
            <a:r>
              <a:rPr lang="it-IT" sz="3200" dirty="0" err="1"/>
              <a:t>Person</a:t>
            </a:r>
            <a:r>
              <a:rPr lang="it-IT" sz="3200" dirty="0"/>
              <a:t>, Male, </a:t>
            </a:r>
            <a:r>
              <a:rPr lang="it-IT" sz="3200" dirty="0" err="1"/>
              <a:t>Female</a:t>
            </a:r>
            <a:r>
              <a:rPr lang="it-IT" sz="3200" dirty="0"/>
              <a:t> </a:t>
            </a:r>
            <a:r>
              <a:rPr lang="it-IT" sz="3200" b="1" dirty="0"/>
              <a:t>PRIMITIVE CONCEPTS</a:t>
            </a:r>
            <a:r>
              <a:rPr lang="it-IT" sz="3200" dirty="0"/>
              <a:t>
</a:t>
            </a:r>
            <a:r>
              <a:rPr lang="it-IT" sz="3200" dirty="0" err="1"/>
              <a:t>hasChild</a:t>
            </a:r>
            <a:r>
              <a:rPr lang="it-IT" sz="3200" dirty="0"/>
              <a:t> ROLE</a:t>
            </a:r>
            <a:endParaRPr lang="it-IT" sz="3200" b="1" dirty="0"/>
          </a:p>
        </p:txBody>
      </p:sp>
      <p:sp>
        <p:nvSpPr>
          <p:cNvPr id="4" name="Segnaposto data 3">
            <a:extLst>
              <a:ext uri="{FF2B5EF4-FFF2-40B4-BE49-F238E27FC236}">
                <a16:creationId xmlns:a16="http://schemas.microsoft.com/office/drawing/2014/main" id="{E2EC8C85-66A1-674E-8479-DC1EA720DE77}"/>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98F9E8CA-49A8-474C-8A34-B5094B64CC33}"/>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BE0C7248-7E78-B346-8766-02D44D7E92CE}"/>
              </a:ext>
            </a:extLst>
          </p:cNvPr>
          <p:cNvSpPr>
            <a:spLocks noGrp="1"/>
          </p:cNvSpPr>
          <p:nvPr>
            <p:ph type="sldNum" sz="quarter" idx="12"/>
          </p:nvPr>
        </p:nvSpPr>
        <p:spPr/>
        <p:txBody>
          <a:bodyPr/>
          <a:lstStyle/>
          <a:p>
            <a:pPr>
              <a:defRPr/>
            </a:pPr>
            <a:fld id="{43CD341D-7438-4FA4-973F-6F9EECBD14B9}" type="slidenum">
              <a:rPr lang="it-IT" altLang="it-IT" smtClean="0"/>
              <a:pPr>
                <a:defRPr/>
              </a:pPr>
              <a:t>63</a:t>
            </a:fld>
            <a:endParaRPr lang="it-IT" altLang="it-IT"/>
          </a:p>
        </p:txBody>
      </p:sp>
    </p:spTree>
    <p:extLst>
      <p:ext uri="{BB962C8B-B14F-4D97-AF65-F5344CB8AC3E}">
        <p14:creationId xmlns:p14="http://schemas.microsoft.com/office/powerpoint/2010/main" val="11847334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78D192-1201-3E4F-A369-52B977B195E6}"/>
              </a:ext>
            </a:extLst>
          </p:cNvPr>
          <p:cNvSpPr>
            <a:spLocks noGrp="1"/>
          </p:cNvSpPr>
          <p:nvPr>
            <p:ph type="title"/>
          </p:nvPr>
        </p:nvSpPr>
        <p:spPr/>
        <p:txBody>
          <a:bodyPr/>
          <a:lstStyle/>
          <a:p>
            <a:r>
              <a:rPr lang="it-IT" dirty="0"/>
              <a:t>EXAMPLE DEFINITIONS</a:t>
            </a:r>
          </a:p>
        </p:txBody>
      </p:sp>
      <p:sp>
        <p:nvSpPr>
          <p:cNvPr id="3" name="Segnaposto contenuto 2">
            <a:extLst>
              <a:ext uri="{FF2B5EF4-FFF2-40B4-BE49-F238E27FC236}">
                <a16:creationId xmlns:a16="http://schemas.microsoft.com/office/drawing/2014/main" id="{96BC2993-7635-9B40-AC02-FE6D69785CE4}"/>
              </a:ext>
            </a:extLst>
          </p:cNvPr>
          <p:cNvSpPr>
            <a:spLocks noGrp="1"/>
          </p:cNvSpPr>
          <p:nvPr>
            <p:ph idx="1"/>
          </p:nvPr>
        </p:nvSpPr>
        <p:spPr/>
        <p:txBody>
          <a:bodyPr/>
          <a:lstStyle/>
          <a:p>
            <a:pPr marL="0" indent="0">
              <a:buNone/>
            </a:pPr>
            <a:r>
              <a:rPr lang="it-IT" dirty="0"/>
              <a:t>Male </a:t>
            </a:r>
            <a:r>
              <a:rPr lang="it-IT" dirty="0">
                <a:latin typeface="Calibri" panose="020F0502020204030204" pitchFamily="34" charset="0"/>
                <a:cs typeface="Calibri" panose="020F0502020204030204" pitchFamily="34" charset="0"/>
              </a:rPr>
              <a:t>⊑ </a:t>
            </a:r>
            <a:r>
              <a:rPr lang="it-IT" dirty="0" err="1">
                <a:latin typeface="Calibri" panose="020F0502020204030204" pitchFamily="34" charset="0"/>
                <a:cs typeface="Calibri" panose="020F0502020204030204" pitchFamily="34" charset="0"/>
              </a:rPr>
              <a:t>Person</a:t>
            </a:r>
            <a:br>
              <a:rPr lang="it-IT" dirty="0">
                <a:latin typeface="Calibri" panose="020F0502020204030204" pitchFamily="34" charset="0"/>
                <a:cs typeface="Calibri" panose="020F0502020204030204" pitchFamily="34" charset="0"/>
              </a:rPr>
            </a:br>
            <a:r>
              <a:rPr lang="it-IT" dirty="0" err="1"/>
              <a:t>Female</a:t>
            </a:r>
            <a:r>
              <a:rPr lang="it-IT" dirty="0"/>
              <a:t> </a:t>
            </a:r>
            <a:r>
              <a:rPr lang="it-IT" dirty="0">
                <a:latin typeface="Calibri" panose="020F0502020204030204" pitchFamily="34" charset="0"/>
                <a:cs typeface="Calibri" panose="020F0502020204030204" pitchFamily="34" charset="0"/>
              </a:rPr>
              <a:t>⊑ </a:t>
            </a:r>
            <a:r>
              <a:rPr lang="it-IT" dirty="0" err="1">
                <a:latin typeface="Calibri" panose="020F0502020204030204" pitchFamily="34" charset="0"/>
                <a:cs typeface="Calibri" panose="020F0502020204030204" pitchFamily="34" charset="0"/>
              </a:rPr>
              <a:t>Person</a:t>
            </a:r>
            <a:endParaRPr lang="it-IT" dirty="0">
              <a:latin typeface="Calibri" panose="020F0502020204030204" pitchFamily="34" charset="0"/>
              <a:cs typeface="Calibri" panose="020F0502020204030204" pitchFamily="34" charset="0"/>
            </a:endParaRPr>
          </a:p>
          <a:p>
            <a:pPr marL="0" indent="0">
              <a:buNone/>
            </a:pPr>
            <a:r>
              <a:rPr lang="it-IT" dirty="0"/>
              <a:t>A </a:t>
            </a:r>
            <a:r>
              <a:rPr lang="it-IT" dirty="0">
                <a:latin typeface="Calibri" panose="020F0502020204030204" pitchFamily="34" charset="0"/>
                <a:cs typeface="Calibri" panose="020F0502020204030204" pitchFamily="34" charset="0"/>
              </a:rPr>
              <a:t>≡ </a:t>
            </a:r>
            <a:r>
              <a:rPr lang="it-IT" dirty="0" err="1">
                <a:latin typeface="Calibri" panose="020F0502020204030204" pitchFamily="34" charset="0"/>
                <a:cs typeface="Calibri" panose="020F0502020204030204" pitchFamily="34" charset="0"/>
              </a:rPr>
              <a:t>Person</a:t>
            </a:r>
            <a:r>
              <a:rPr lang="it-IT" dirty="0">
                <a:latin typeface="Calibri" panose="020F0502020204030204" pitchFamily="34" charset="0"/>
                <a:cs typeface="Calibri" panose="020F0502020204030204" pitchFamily="34" charset="0"/>
              </a:rPr>
              <a:t> ⊓ ∀</a:t>
            </a:r>
            <a:r>
              <a:rPr lang="it-IT" dirty="0" err="1">
                <a:latin typeface="Calibri" panose="020F0502020204030204" pitchFamily="34" charset="0"/>
                <a:cs typeface="Calibri" panose="020F0502020204030204" pitchFamily="34" charset="0"/>
              </a:rPr>
              <a:t>hasChild.Male</a:t>
            </a:r>
            <a:endParaRPr lang="it-IT" dirty="0">
              <a:latin typeface="Calibri" panose="020F0502020204030204" pitchFamily="34" charset="0"/>
              <a:cs typeface="Calibri" panose="020F0502020204030204" pitchFamily="34" charset="0"/>
            </a:endParaRPr>
          </a:p>
          <a:p>
            <a:pPr marL="0" indent="0">
              <a:buNone/>
            </a:pPr>
            <a:r>
              <a:rPr lang="it-IT" dirty="0"/>
              <a:t>B </a:t>
            </a:r>
            <a:r>
              <a:rPr lang="it-IT" dirty="0">
                <a:latin typeface="Calibri" panose="020F0502020204030204" pitchFamily="34" charset="0"/>
                <a:cs typeface="Calibri" panose="020F0502020204030204" pitchFamily="34" charset="0"/>
              </a:rPr>
              <a:t>≡ </a:t>
            </a:r>
            <a:r>
              <a:rPr lang="it-IT" dirty="0" err="1">
                <a:latin typeface="Calibri" panose="020F0502020204030204" pitchFamily="34" charset="0"/>
                <a:cs typeface="Calibri" panose="020F0502020204030204" pitchFamily="34" charset="0"/>
              </a:rPr>
              <a:t>Person</a:t>
            </a:r>
            <a:r>
              <a:rPr lang="it-IT" dirty="0">
                <a:latin typeface="Calibri" panose="020F0502020204030204" pitchFamily="34" charset="0"/>
                <a:cs typeface="Calibri" panose="020F0502020204030204" pitchFamily="34" charset="0"/>
              </a:rPr>
              <a:t> ⊓ ∀</a:t>
            </a:r>
            <a:r>
              <a:rPr lang="it-IT" dirty="0" err="1">
                <a:latin typeface="Calibri" panose="020F0502020204030204" pitchFamily="34" charset="0"/>
                <a:cs typeface="Calibri" panose="020F0502020204030204" pitchFamily="34" charset="0"/>
              </a:rPr>
              <a:t>hasChild.Female</a:t>
            </a:r>
            <a:endParaRPr lang="it-IT" dirty="0">
              <a:latin typeface="Calibri" panose="020F0502020204030204" pitchFamily="34" charset="0"/>
              <a:cs typeface="Calibri" panose="020F0502020204030204" pitchFamily="34" charset="0"/>
            </a:endParaRPr>
          </a:p>
          <a:p>
            <a:pPr marL="0" indent="0">
              <a:buNone/>
            </a:pPr>
            <a:r>
              <a:rPr lang="it-IT" dirty="0"/>
              <a:t>C </a:t>
            </a:r>
            <a:r>
              <a:rPr lang="it-IT" dirty="0">
                <a:latin typeface="Calibri" panose="020F0502020204030204" pitchFamily="34" charset="0"/>
                <a:cs typeface="Calibri" panose="020F0502020204030204" pitchFamily="34" charset="0"/>
              </a:rPr>
              <a:t>≡ </a:t>
            </a:r>
            <a:r>
              <a:rPr lang="it-IT" dirty="0" err="1">
                <a:latin typeface="Calibri" panose="020F0502020204030204" pitchFamily="34" charset="0"/>
                <a:cs typeface="Calibri" panose="020F0502020204030204" pitchFamily="34" charset="0"/>
              </a:rPr>
              <a:t>Person</a:t>
            </a:r>
            <a:r>
              <a:rPr lang="it-IT" dirty="0">
                <a:latin typeface="Calibri" panose="020F0502020204030204" pitchFamily="34" charset="0"/>
                <a:cs typeface="Calibri" panose="020F0502020204030204" pitchFamily="34" charset="0"/>
              </a:rPr>
              <a:t> ⊓ </a:t>
            </a:r>
            <a:r>
              <a:rPr lang="it-IT" b="1" dirty="0">
                <a:latin typeface="Calibri" panose="020F0502020204030204" pitchFamily="34" charset="0"/>
                <a:cs typeface="Calibri" panose="020F0502020204030204" pitchFamily="34" charset="0"/>
              </a:rPr>
              <a:t>∃</a:t>
            </a:r>
            <a:r>
              <a:rPr lang="it-IT" dirty="0" err="1">
                <a:latin typeface="Calibri" panose="020F0502020204030204" pitchFamily="34" charset="0"/>
                <a:cs typeface="Calibri" panose="020F0502020204030204" pitchFamily="34" charset="0"/>
              </a:rPr>
              <a:t>hasChild.T</a:t>
            </a:r>
            <a:endParaRPr lang="it-IT" dirty="0">
              <a:latin typeface="Calibri" panose="020F0502020204030204" pitchFamily="34" charset="0"/>
              <a:cs typeface="Calibri" panose="020F0502020204030204" pitchFamily="34" charset="0"/>
            </a:endParaRPr>
          </a:p>
          <a:p>
            <a:pPr marL="0" indent="0">
              <a:buNone/>
            </a:pPr>
            <a:r>
              <a:rPr lang="it-IT" dirty="0"/>
              <a:t>D </a:t>
            </a:r>
            <a:r>
              <a:rPr lang="it-IT" dirty="0">
                <a:latin typeface="Calibri" panose="020F0502020204030204" pitchFamily="34" charset="0"/>
                <a:cs typeface="Calibri" panose="020F0502020204030204" pitchFamily="34" charset="0"/>
              </a:rPr>
              <a:t>≡ ??? (</a:t>
            </a:r>
            <a:r>
              <a:rPr lang="it-IT" dirty="0"/>
              <a:t>D </a:t>
            </a:r>
            <a:r>
              <a:rPr lang="it-IT" dirty="0">
                <a:latin typeface="Calibri" panose="020F0502020204030204" pitchFamily="34" charset="0"/>
                <a:cs typeface="Calibri" panose="020F0502020204030204" pitchFamily="34" charset="0"/>
              </a:rPr>
              <a:t>≡ </a:t>
            </a:r>
            <a:r>
              <a:rPr lang="it-IT" dirty="0" err="1">
                <a:latin typeface="Calibri" panose="020F0502020204030204" pitchFamily="34" charset="0"/>
                <a:cs typeface="Calibri" panose="020F0502020204030204" pitchFamily="34" charset="0"/>
              </a:rPr>
              <a:t>Person</a:t>
            </a:r>
            <a:r>
              <a:rPr lang="it-IT" dirty="0">
                <a:latin typeface="Calibri" panose="020F0502020204030204" pitchFamily="34" charset="0"/>
                <a:cs typeface="Calibri" panose="020F0502020204030204" pitchFamily="34" charset="0"/>
              </a:rPr>
              <a:t> ⊓ </a:t>
            </a:r>
            <a:r>
              <a:rPr lang="it-IT" b="1" dirty="0">
                <a:latin typeface="Calibri" panose="020F0502020204030204" pitchFamily="34" charset="0"/>
                <a:cs typeface="Calibri" panose="020F0502020204030204" pitchFamily="34" charset="0"/>
              </a:rPr>
              <a:t>∃</a:t>
            </a:r>
            <a:r>
              <a:rPr lang="it-IT" dirty="0" err="1">
                <a:latin typeface="Calibri" panose="020F0502020204030204" pitchFamily="34" charset="0"/>
                <a:cs typeface="Calibri" panose="020F0502020204030204" pitchFamily="34" charset="0"/>
              </a:rPr>
              <a:t>hasChild.Female</a:t>
            </a:r>
            <a:r>
              <a:rPr lang="it-IT" dirty="0">
                <a:latin typeface="Calibri" panose="020F0502020204030204" pitchFamily="34" charset="0"/>
                <a:cs typeface="Calibri" panose="020F0502020204030204" pitchFamily="34" charset="0"/>
              </a:rPr>
              <a:t>)</a:t>
            </a:r>
          </a:p>
          <a:p>
            <a:pPr marL="0" indent="0">
              <a:buNone/>
            </a:pPr>
            <a:endParaRPr lang="it-IT" dirty="0">
              <a:latin typeface="Calibri" panose="020F0502020204030204" pitchFamily="34" charset="0"/>
              <a:cs typeface="Calibri" panose="020F0502020204030204" pitchFamily="34" charset="0"/>
            </a:endParaRPr>
          </a:p>
          <a:p>
            <a:pPr marL="0" indent="0">
              <a:buNone/>
            </a:pPr>
            <a:endParaRPr lang="it-IT" dirty="0"/>
          </a:p>
        </p:txBody>
      </p:sp>
      <p:sp>
        <p:nvSpPr>
          <p:cNvPr id="4" name="Segnaposto data 3">
            <a:extLst>
              <a:ext uri="{FF2B5EF4-FFF2-40B4-BE49-F238E27FC236}">
                <a16:creationId xmlns:a16="http://schemas.microsoft.com/office/drawing/2014/main" id="{F6B09B71-933A-6C4D-8AF5-A52546C014BE}"/>
              </a:ext>
            </a:extLst>
          </p:cNvPr>
          <p:cNvSpPr>
            <a:spLocks noGrp="1"/>
          </p:cNvSpPr>
          <p:nvPr>
            <p:ph type="dt" sz="half" idx="10"/>
          </p:nvPr>
        </p:nvSpPr>
        <p:spPr/>
        <p:txBody>
          <a:bodyPr/>
          <a:lstStyle/>
          <a:p>
            <a:pPr>
              <a:defRPr/>
            </a:pPr>
            <a:r>
              <a:rPr lang="it-IT" altLang="it-IT"/>
              <a:t>Introduction to KR</a:t>
            </a:r>
            <a:endParaRPr lang="it-IT" altLang="it-IT" dirty="0"/>
          </a:p>
        </p:txBody>
      </p:sp>
      <p:sp>
        <p:nvSpPr>
          <p:cNvPr id="5" name="Segnaposto piè di pagina 4">
            <a:extLst>
              <a:ext uri="{FF2B5EF4-FFF2-40B4-BE49-F238E27FC236}">
                <a16:creationId xmlns:a16="http://schemas.microsoft.com/office/drawing/2014/main" id="{A67FDF7A-42A0-124A-9541-D8BE3AFEFF84}"/>
              </a:ext>
            </a:extLst>
          </p:cNvPr>
          <p:cNvSpPr>
            <a:spLocks noGrp="1"/>
          </p:cNvSpPr>
          <p:nvPr>
            <p:ph type="ftr" sz="quarter" idx="11"/>
          </p:nvPr>
        </p:nvSpPr>
        <p:spPr/>
        <p:txBody>
          <a:bodyPr/>
          <a:lstStyle/>
          <a:p>
            <a:pPr>
              <a:defRPr/>
            </a:pPr>
            <a:r>
              <a:rPr lang="en-US"/>
              <a:t>KNOWLEDGE REPRESENTATION</a:t>
            </a:r>
            <a:endParaRPr lang="en-US" dirty="0"/>
          </a:p>
        </p:txBody>
      </p:sp>
      <p:sp>
        <p:nvSpPr>
          <p:cNvPr id="6" name="Segnaposto numero diapositiva 5">
            <a:extLst>
              <a:ext uri="{FF2B5EF4-FFF2-40B4-BE49-F238E27FC236}">
                <a16:creationId xmlns:a16="http://schemas.microsoft.com/office/drawing/2014/main" id="{99741E22-49E6-C343-A1D4-152502B80053}"/>
              </a:ext>
            </a:extLst>
          </p:cNvPr>
          <p:cNvSpPr>
            <a:spLocks noGrp="1"/>
          </p:cNvSpPr>
          <p:nvPr>
            <p:ph type="sldNum" sz="quarter" idx="12"/>
          </p:nvPr>
        </p:nvSpPr>
        <p:spPr/>
        <p:txBody>
          <a:bodyPr/>
          <a:lstStyle/>
          <a:p>
            <a:pPr>
              <a:defRPr/>
            </a:pPr>
            <a:fld id="{43CD341D-7438-4FA4-973F-6F9EECBD14B9}" type="slidenum">
              <a:rPr lang="it-IT" altLang="it-IT" smtClean="0"/>
              <a:pPr>
                <a:defRPr/>
              </a:pPr>
              <a:t>64</a:t>
            </a:fld>
            <a:endParaRPr lang="it-IT" altLang="it-IT"/>
          </a:p>
        </p:txBody>
      </p:sp>
    </p:spTree>
    <p:extLst>
      <p:ext uri="{BB962C8B-B14F-4D97-AF65-F5344CB8AC3E}">
        <p14:creationId xmlns:p14="http://schemas.microsoft.com/office/powerpoint/2010/main" val="1673377285"/>
      </p:ext>
    </p:extLst>
  </p:cSld>
  <p:clrMapOvr>
    <a:masterClrMapping/>
  </p:clrMapOvr>
</p:sld>
</file>

<file path=ppt/theme/theme1.xml><?xml version="1.0" encoding="utf-8"?>
<a:theme xmlns:a="http://schemas.openxmlformats.org/drawingml/2006/main" name="ESD_new_GP">
  <a:themeElements>
    <a:clrScheme name="Impostazioni personalizzate 3">
      <a:dk1>
        <a:sysClr val="windowText" lastClr="000000"/>
      </a:dk1>
      <a:lt1>
        <a:sysClr val="window" lastClr="FFFFFF"/>
      </a:lt1>
      <a:dk2>
        <a:srgbClr val="1F497D"/>
      </a:dk2>
      <a:lt2>
        <a:srgbClr val="EEECE1"/>
      </a:lt2>
      <a:accent1>
        <a:srgbClr val="963513"/>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zione standard1" id="{8235C985-55F2-4F87-A977-D8A70953F925}" vid="{F161873E-82B3-403B-879B-B3C589C61F8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ESD_new_GP</Template>
  <TotalTime>42355</TotalTime>
  <Words>3856</Words>
  <Application>Microsoft Macintosh PowerPoint</Application>
  <PresentationFormat>Presentazione su schermo (16:9)</PresentationFormat>
  <Paragraphs>593</Paragraphs>
  <Slides>64</Slides>
  <Notes>37</Notes>
  <HiddenSlides>0</HiddenSlides>
  <MMClips>0</MMClips>
  <ScaleCrop>false</ScaleCrop>
  <HeadingPairs>
    <vt:vector size="8" baseType="variant">
      <vt:variant>
        <vt:lpstr>Caratteri utilizzati</vt:lpstr>
      </vt:variant>
      <vt:variant>
        <vt:i4>8</vt:i4>
      </vt:variant>
      <vt:variant>
        <vt:lpstr>Tema</vt:lpstr>
      </vt:variant>
      <vt:variant>
        <vt:i4>1</vt:i4>
      </vt:variant>
      <vt:variant>
        <vt:lpstr>Server OLE incorporati</vt:lpstr>
      </vt:variant>
      <vt:variant>
        <vt:i4>3</vt:i4>
      </vt:variant>
      <vt:variant>
        <vt:lpstr>Titoli diapositive</vt:lpstr>
      </vt:variant>
      <vt:variant>
        <vt:i4>64</vt:i4>
      </vt:variant>
    </vt:vector>
  </HeadingPairs>
  <TitlesOfParts>
    <vt:vector size="76" baseType="lpstr">
      <vt:lpstr>Apple Chancery</vt:lpstr>
      <vt:lpstr>Arial</vt:lpstr>
      <vt:lpstr>Calibri</vt:lpstr>
      <vt:lpstr>Symbol</vt:lpstr>
      <vt:lpstr>Tahoma</vt:lpstr>
      <vt:lpstr>Times New Roman</vt:lpstr>
      <vt:lpstr>Tw Cen MT</vt:lpstr>
      <vt:lpstr>Wingdings</vt:lpstr>
      <vt:lpstr>ESD_new_GP</vt:lpstr>
      <vt:lpstr>Image</vt:lpstr>
      <vt:lpstr>MSPhotoEd.3</vt:lpstr>
      <vt:lpstr>MSDraw.Drawing.8.2</vt:lpstr>
      <vt:lpstr>Unit 2: Introduction to KR</vt:lpstr>
      <vt:lpstr>The problem of knowledge</vt:lpstr>
      <vt:lpstr>AGENDA</vt:lpstr>
      <vt:lpstr>WHAT IS KNOWLEDGE?</vt:lpstr>
      <vt:lpstr>KNOWLEDGE</vt:lpstr>
      <vt:lpstr>KNOWLEDGE</vt:lpstr>
      <vt:lpstr>ANALYSIS AND DEFINITION OF PARAMETERS</vt:lpstr>
      <vt:lpstr>ANALYTICAL EXAMPLE</vt:lpstr>
      <vt:lpstr>ANALYTICAL EXAMPLE</vt:lpstr>
      <vt:lpstr>ASPECTS, CONTEXTS, POINTS OF VIEW</vt:lpstr>
      <vt:lpstr>Knowledge Engineering</vt:lpstr>
      <vt:lpstr>General or Higher Ontology</vt:lpstr>
      <vt:lpstr>Psychological-linguistic approach to R.C.</vt:lpstr>
      <vt:lpstr>Graphs</vt:lpstr>
      <vt:lpstr>Associationist theories</vt:lpstr>
      <vt:lpstr>Hierarchical Organization of Concepts: Experiments (Collins, Quillian, 1969)</vt:lpstr>
      <vt:lpstr>Hierarchical Organization of Concepts: Interpretation</vt:lpstr>
      <vt:lpstr>Definition of Semantic Network</vt:lpstr>
      <vt:lpstr>An example of a semantic network</vt:lpstr>
      <vt:lpstr>An example of a network</vt:lpstr>
      <vt:lpstr>Inheritance in semantic networks</vt:lpstr>
      <vt:lpstr>n-ary relations (n &gt; 2)</vt:lpstr>
      <vt:lpstr>Case Representation: Example</vt:lpstr>
      <vt:lpstr>Expressivity of semantic networks</vt:lpstr>
      <vt:lpstr>Expressivity of semantic networks</vt:lpstr>
      <vt:lpstr>Lack of "semantics" in sematic networks</vt:lpstr>
      <vt:lpstr>Semantic Networks and Logic</vt:lpstr>
      <vt:lpstr>Logic Translation</vt:lpstr>
      <vt:lpstr>An example of a translation</vt:lpstr>
      <vt:lpstr>... What about the exceptions?</vt:lpstr>
      <vt:lpstr>WordNet [Miller]</vt:lpstr>
      <vt:lpstr>WordNet: Examples of Use</vt:lpstr>
      <vt:lpstr>Frames</vt:lpstr>
      <vt:lpstr>"Frames" as a data structure</vt:lpstr>
      <vt:lpstr>Example: A hotel room</vt:lpstr>
      <vt:lpstr>Frames and logic</vt:lpstr>
      <vt:lpstr>Prototypes</vt:lpstr>
      <vt:lpstr>FrameNet [Lowe, Baker, Fillmore]</vt:lpstr>
      <vt:lpstr>Introduction to DL</vt:lpstr>
      <vt:lpstr>Course plan (remainder)</vt:lpstr>
      <vt:lpstr>Course plan (remainder)</vt:lpstr>
      <vt:lpstr>DESCRIBING THE WORLD</vt:lpstr>
      <vt:lpstr>Categories &amp; Objects</vt:lpstr>
      <vt:lpstr>Domain ontologies</vt:lpstr>
      <vt:lpstr>The Semantic Web</vt:lpstr>
      <vt:lpstr>Motivations for the semantic web</vt:lpstr>
      <vt:lpstr>A problem?</vt:lpstr>
      <vt:lpstr>Semantic Web and Knowledge Management</vt:lpstr>
      <vt:lpstr>The layers of the Semantic Web</vt:lpstr>
      <vt:lpstr>The layers of the Semantic Web</vt:lpstr>
      <vt:lpstr>Semantic Web and Languages for Ontologies</vt:lpstr>
      <vt:lpstr>KNOWLEDGE BASES</vt:lpstr>
      <vt:lpstr>A KB based on descriptive logic</vt:lpstr>
      <vt:lpstr>TERMS FOR CLASSIFYING DL</vt:lpstr>
      <vt:lpstr>STRUCTURAL CALCULI</vt:lpstr>
      <vt:lpstr>PRESENTATION OF AL LOGIC</vt:lpstr>
      <vt:lpstr>WFF OF AL </vt:lpstr>
      <vt:lpstr>DEFINITIONS</vt:lpstr>
      <vt:lpstr>TERMINOLOGY</vt:lpstr>
      <vt:lpstr>SEMANTICS OF AL </vt:lpstr>
      <vt:lpstr>INTERPRETATION</vt:lpstr>
      <vt:lpstr>EXAMPLES</vt:lpstr>
      <vt:lpstr>REPRESENTATION</vt:lpstr>
      <vt:lpstr>EXAMPLE DEFINITIONS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Stefano Spellini</dc:creator>
  <cp:lastModifiedBy>Matteo Cristani</cp:lastModifiedBy>
  <cp:revision>214</cp:revision>
  <dcterms:created xsi:type="dcterms:W3CDTF">2019-02-11T14:27:15Z</dcterms:created>
  <dcterms:modified xsi:type="dcterms:W3CDTF">2024-03-10T07:15:09Z</dcterms:modified>
</cp:coreProperties>
</file>
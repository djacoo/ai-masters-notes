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59" r:id="rId1"/>
  </p:sldMasterIdLst>
  <p:notesMasterIdLst>
    <p:notesMasterId r:id="rId47"/>
  </p:notesMasterIdLst>
  <p:handoutMasterIdLst>
    <p:handoutMasterId r:id="rId48"/>
  </p:handoutMasterIdLst>
  <p:sldIdLst>
    <p:sldId id="257" r:id="rId2"/>
    <p:sldId id="287" r:id="rId3"/>
    <p:sldId id="441" r:id="rId4"/>
    <p:sldId id="440" r:id="rId5"/>
    <p:sldId id="478" r:id="rId6"/>
    <p:sldId id="442" r:id="rId7"/>
    <p:sldId id="443" r:id="rId8"/>
    <p:sldId id="445" r:id="rId9"/>
    <p:sldId id="447" r:id="rId10"/>
    <p:sldId id="448" r:id="rId11"/>
    <p:sldId id="449" r:id="rId12"/>
    <p:sldId id="450" r:id="rId13"/>
    <p:sldId id="451" r:id="rId14"/>
    <p:sldId id="453" r:id="rId15"/>
    <p:sldId id="454" r:id="rId16"/>
    <p:sldId id="431" r:id="rId17"/>
    <p:sldId id="455" r:id="rId18"/>
    <p:sldId id="456" r:id="rId19"/>
    <p:sldId id="458" r:id="rId20"/>
    <p:sldId id="461" r:id="rId21"/>
    <p:sldId id="457" r:id="rId22"/>
    <p:sldId id="475" r:id="rId23"/>
    <p:sldId id="474" r:id="rId24"/>
    <p:sldId id="476" r:id="rId25"/>
    <p:sldId id="477" r:id="rId26"/>
    <p:sldId id="479" r:id="rId27"/>
    <p:sldId id="436" r:id="rId28"/>
    <p:sldId id="414" r:id="rId29"/>
    <p:sldId id="437" r:id="rId30"/>
    <p:sldId id="473" r:id="rId31"/>
    <p:sldId id="415" r:id="rId32"/>
    <p:sldId id="259" r:id="rId33"/>
    <p:sldId id="260" r:id="rId34"/>
    <p:sldId id="261" r:id="rId35"/>
    <p:sldId id="262" r:id="rId36"/>
    <p:sldId id="263" r:id="rId37"/>
    <p:sldId id="264" r:id="rId38"/>
    <p:sldId id="265" r:id="rId39"/>
    <p:sldId id="266" r:id="rId40"/>
    <p:sldId id="284" r:id="rId41"/>
    <p:sldId id="267" r:id="rId42"/>
    <p:sldId id="268" r:id="rId43"/>
    <p:sldId id="270" r:id="rId44"/>
    <p:sldId id="271" r:id="rId45"/>
    <p:sldId id="272" r:id="rId46"/>
  </p:sldIdLst>
  <p:sldSz cx="9144000" cy="5143500" type="screen16x9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BC78E2-DF3B-4DCE-83BB-1269F2F94E16}">
          <p14:sldIdLst>
            <p14:sldId id="257"/>
            <p14:sldId id="287"/>
            <p14:sldId id="441"/>
            <p14:sldId id="440"/>
            <p14:sldId id="478"/>
            <p14:sldId id="442"/>
            <p14:sldId id="443"/>
            <p14:sldId id="445"/>
            <p14:sldId id="447"/>
            <p14:sldId id="448"/>
            <p14:sldId id="449"/>
            <p14:sldId id="450"/>
            <p14:sldId id="451"/>
            <p14:sldId id="453"/>
            <p14:sldId id="454"/>
            <p14:sldId id="431"/>
            <p14:sldId id="455"/>
            <p14:sldId id="456"/>
            <p14:sldId id="458"/>
            <p14:sldId id="461"/>
            <p14:sldId id="457"/>
            <p14:sldId id="475"/>
            <p14:sldId id="474"/>
            <p14:sldId id="476"/>
            <p14:sldId id="477"/>
            <p14:sldId id="479"/>
            <p14:sldId id="436"/>
            <p14:sldId id="414"/>
            <p14:sldId id="437"/>
            <p14:sldId id="473"/>
            <p14:sldId id="415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84"/>
            <p14:sldId id="267"/>
            <p14:sldId id="268"/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tefano" initials="s" lastIdx="2" clrIdx="0"/>
  <p:cmAuthor id="1" name="Matteo Cristani" initials="MC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BDD6"/>
    <a:srgbClr val="800000"/>
    <a:srgbClr val="640000"/>
    <a:srgbClr val="8C3836"/>
    <a:srgbClr val="FFFF99"/>
    <a:srgbClr val="AA00AA"/>
    <a:srgbClr val="287ECB"/>
    <a:srgbClr val="F0BC51"/>
    <a:srgbClr val="D163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ile medio 2 - Color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7853C-536D-4A76-A0AE-DD22124D55A5}" styleName="Stile con tema 1 - Color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D113A9D2-9D6B-4929-AA2D-F23B5EE8CBE7}" styleName="Stile con tema 2 - Colore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Stile con tema 2 - Colore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Stile con tema 2 - Colore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27F97BB-C833-4FB7-BDE5-3F7075034690}" styleName="Stile con tema 2 - Colore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Stile con tema 2 - Color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69" autoAdjust="0"/>
    <p:restoredTop sz="86531"/>
  </p:normalViewPr>
  <p:slideViewPr>
    <p:cSldViewPr snapToGrid="0">
      <p:cViewPr varScale="1">
        <p:scale>
          <a:sx n="141" d="100"/>
          <a:sy n="141" d="100"/>
        </p:scale>
        <p:origin x="832" y="176"/>
      </p:cViewPr>
      <p:guideLst>
        <p:guide orient="horz" pos="1620"/>
        <p:guide pos="2880"/>
        <p:guide orient="horz" pos="166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9928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544D081-B616-5942-AB2D-8509708A3E21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FF57F7FB-B87A-6048-B875-AE79AAFFC544}">
      <dgm:prSet phldrT="[Testo]"/>
      <dgm:spPr/>
      <dgm:t>
        <a:bodyPr/>
        <a:lstStyle/>
        <a:p>
          <a:r>
            <a:rPr lang="it-IT" dirty="0"/>
            <a:t>𝛆</a:t>
          </a:r>
        </a:p>
      </dgm:t>
    </dgm:pt>
    <dgm:pt modelId="{3405432C-65D5-8C42-BFE2-4EB68A8C48F3}" type="parTrans" cxnId="{CA8ECA0F-7FAE-E94E-A3B2-E5E366F3DD53}">
      <dgm:prSet/>
      <dgm:spPr/>
      <dgm:t>
        <a:bodyPr/>
        <a:lstStyle/>
        <a:p>
          <a:endParaRPr lang="it-IT"/>
        </a:p>
      </dgm:t>
    </dgm:pt>
    <dgm:pt modelId="{0A2439C5-29CC-9A43-8BFD-2E56AE32518D}" type="sibTrans" cxnId="{CA8ECA0F-7FAE-E94E-A3B2-E5E366F3DD53}">
      <dgm:prSet/>
      <dgm:spPr/>
      <dgm:t>
        <a:bodyPr/>
        <a:lstStyle/>
        <a:p>
          <a:endParaRPr lang="it-IT"/>
        </a:p>
      </dgm:t>
    </dgm:pt>
    <dgm:pt modelId="{CDB964D7-8700-0342-B879-C20AB862CDDA}" type="asst">
      <dgm:prSet phldrT="[Testo]"/>
      <dgm:spPr/>
      <dgm:t>
        <a:bodyPr/>
        <a:lstStyle/>
        <a:p>
          <a:r>
            <a:rPr lang="it-IT" dirty="0"/>
            <a:t>[2]</a:t>
          </a:r>
        </a:p>
      </dgm:t>
    </dgm:pt>
    <dgm:pt modelId="{5FA473BF-0A93-C649-B4AC-06352A48D69F}" type="parTrans" cxnId="{E533E46C-03D5-F84A-9118-79D359BABFC8}">
      <dgm:prSet/>
      <dgm:spPr/>
      <dgm:t>
        <a:bodyPr/>
        <a:lstStyle/>
        <a:p>
          <a:endParaRPr lang="it-IT"/>
        </a:p>
      </dgm:t>
    </dgm:pt>
    <dgm:pt modelId="{FAFF99F9-B7A6-6945-BD27-882C1EFE2596}" type="sibTrans" cxnId="{E533E46C-03D5-F84A-9118-79D359BABFC8}">
      <dgm:prSet/>
      <dgm:spPr/>
      <dgm:t>
        <a:bodyPr/>
        <a:lstStyle/>
        <a:p>
          <a:endParaRPr lang="it-IT"/>
        </a:p>
      </dgm:t>
    </dgm:pt>
    <dgm:pt modelId="{BEED1F98-FA7F-5A45-BF5C-C0AEA4031C5E}">
      <dgm:prSet phldrT="[Testo]"/>
      <dgm:spPr/>
      <dgm:t>
        <a:bodyPr/>
        <a:lstStyle/>
        <a:p>
          <a:r>
            <a:rPr lang="it-IT" dirty="0"/>
            <a:t>[2][1]</a:t>
          </a:r>
        </a:p>
      </dgm:t>
    </dgm:pt>
    <dgm:pt modelId="{4BACF078-47AC-7D49-A6CE-69C13F989F9F}" type="parTrans" cxnId="{3CF2F90E-A851-8849-B862-A976EBF8D214}">
      <dgm:prSet/>
      <dgm:spPr/>
      <dgm:t>
        <a:bodyPr/>
        <a:lstStyle/>
        <a:p>
          <a:endParaRPr lang="it-IT"/>
        </a:p>
      </dgm:t>
    </dgm:pt>
    <dgm:pt modelId="{68CFDF25-CFB4-2640-BFE6-2962D14521B1}" type="sibTrans" cxnId="{3CF2F90E-A851-8849-B862-A976EBF8D214}">
      <dgm:prSet/>
      <dgm:spPr/>
      <dgm:t>
        <a:bodyPr/>
        <a:lstStyle/>
        <a:p>
          <a:endParaRPr lang="it-IT"/>
        </a:p>
      </dgm:t>
    </dgm:pt>
    <dgm:pt modelId="{07C6D865-5B5E-B943-BACB-A8788A7273BF}">
      <dgm:prSet phldrT="[Testo]"/>
      <dgm:spPr/>
      <dgm:t>
        <a:bodyPr/>
        <a:lstStyle/>
        <a:p>
          <a:r>
            <a:rPr lang="it-IT" dirty="0"/>
            <a:t>[4]</a:t>
          </a:r>
        </a:p>
      </dgm:t>
    </dgm:pt>
    <dgm:pt modelId="{75FEBE6A-1686-574F-A587-0E459BEEB05E}" type="parTrans" cxnId="{43A62F52-494D-3E46-8697-ED1045756363}">
      <dgm:prSet/>
      <dgm:spPr/>
      <dgm:t>
        <a:bodyPr/>
        <a:lstStyle/>
        <a:p>
          <a:endParaRPr lang="it-IT"/>
        </a:p>
      </dgm:t>
    </dgm:pt>
    <dgm:pt modelId="{3BE92AD4-4B31-BA45-81E1-CE81935A01B6}" type="sibTrans" cxnId="{43A62F52-494D-3E46-8697-ED1045756363}">
      <dgm:prSet/>
      <dgm:spPr/>
      <dgm:t>
        <a:bodyPr/>
        <a:lstStyle/>
        <a:p>
          <a:endParaRPr lang="it-IT"/>
        </a:p>
      </dgm:t>
    </dgm:pt>
    <dgm:pt modelId="{E6F67013-1BF9-5D4F-BCD2-E65582B50AF5}">
      <dgm:prSet phldrT="[Testo]"/>
      <dgm:spPr/>
      <dgm:t>
        <a:bodyPr/>
        <a:lstStyle/>
        <a:p>
          <a:r>
            <a:rPr lang="it-IT" dirty="0"/>
            <a:t>...</a:t>
          </a:r>
        </a:p>
      </dgm:t>
    </dgm:pt>
    <dgm:pt modelId="{E3742763-AD8F-CD4B-80BB-66BE8D330972}" type="parTrans" cxnId="{260493AC-EAFF-004A-9710-72236CF54994}">
      <dgm:prSet/>
      <dgm:spPr/>
      <dgm:t>
        <a:bodyPr/>
        <a:lstStyle/>
        <a:p>
          <a:endParaRPr lang="it-IT"/>
        </a:p>
      </dgm:t>
    </dgm:pt>
    <dgm:pt modelId="{37D2EFC6-C88F-464B-9C8C-B1ABF03145F0}" type="sibTrans" cxnId="{260493AC-EAFF-004A-9710-72236CF54994}">
      <dgm:prSet/>
      <dgm:spPr/>
      <dgm:t>
        <a:bodyPr/>
        <a:lstStyle/>
        <a:p>
          <a:endParaRPr lang="it-IT"/>
        </a:p>
      </dgm:t>
    </dgm:pt>
    <dgm:pt modelId="{15AF9719-F71F-2D48-B36D-A26F72831E17}">
      <dgm:prSet phldrT="[Testo]"/>
      <dgm:spPr/>
      <dgm:t>
        <a:bodyPr/>
        <a:lstStyle/>
        <a:p>
          <a:r>
            <a:rPr lang="it-IT" dirty="0"/>
            <a:t>[2][3]</a:t>
          </a:r>
        </a:p>
      </dgm:t>
    </dgm:pt>
    <dgm:pt modelId="{EB521D15-1D98-734B-B217-3E22E5F01DE4}" type="parTrans" cxnId="{EBC948F6-2BF3-A54F-85F0-853F5A0DDD19}">
      <dgm:prSet/>
      <dgm:spPr/>
      <dgm:t>
        <a:bodyPr/>
        <a:lstStyle/>
        <a:p>
          <a:endParaRPr lang="it-IT"/>
        </a:p>
      </dgm:t>
    </dgm:pt>
    <dgm:pt modelId="{B496E988-DD09-204E-A3DA-F3BF62FD5D68}" type="sibTrans" cxnId="{EBC948F6-2BF3-A54F-85F0-853F5A0DDD19}">
      <dgm:prSet/>
      <dgm:spPr/>
      <dgm:t>
        <a:bodyPr/>
        <a:lstStyle/>
        <a:p>
          <a:endParaRPr lang="it-IT"/>
        </a:p>
      </dgm:t>
    </dgm:pt>
    <dgm:pt modelId="{0646B845-5EB5-8448-9D2D-E50E9C0A6122}">
      <dgm:prSet phldrT="[Testo]"/>
      <dgm:spPr/>
      <dgm:t>
        <a:bodyPr/>
        <a:lstStyle/>
        <a:p>
          <a:r>
            <a:rPr lang="it-IT" dirty="0"/>
            <a:t>[2][5]</a:t>
          </a:r>
        </a:p>
      </dgm:t>
    </dgm:pt>
    <dgm:pt modelId="{24322064-0CE9-0B49-9425-DB26B0273B38}" type="parTrans" cxnId="{0018C4CA-DADF-BD43-881B-F57BC8A8573D}">
      <dgm:prSet/>
      <dgm:spPr/>
      <dgm:t>
        <a:bodyPr/>
        <a:lstStyle/>
        <a:p>
          <a:endParaRPr lang="it-IT"/>
        </a:p>
      </dgm:t>
    </dgm:pt>
    <dgm:pt modelId="{F57E6836-2948-9B4A-9636-CFD1047B0E7B}" type="sibTrans" cxnId="{0018C4CA-DADF-BD43-881B-F57BC8A8573D}">
      <dgm:prSet/>
      <dgm:spPr/>
      <dgm:t>
        <a:bodyPr/>
        <a:lstStyle/>
        <a:p>
          <a:endParaRPr lang="it-IT"/>
        </a:p>
      </dgm:t>
    </dgm:pt>
    <dgm:pt modelId="{DB94F868-29A5-0E42-AAEC-DE1D19F9B357}">
      <dgm:prSet phldrT="[Testo]"/>
      <dgm:spPr/>
      <dgm:t>
        <a:bodyPr/>
        <a:lstStyle/>
        <a:p>
          <a:r>
            <a:rPr lang="it-IT" dirty="0"/>
            <a:t>...</a:t>
          </a:r>
        </a:p>
      </dgm:t>
    </dgm:pt>
    <dgm:pt modelId="{7FAD456D-F8B0-5E4A-A27B-B8EF68A865A6}" type="parTrans" cxnId="{F1EED4B1-2BB1-9B41-A5B4-949A72D975F2}">
      <dgm:prSet/>
      <dgm:spPr/>
      <dgm:t>
        <a:bodyPr/>
        <a:lstStyle/>
        <a:p>
          <a:endParaRPr lang="it-IT"/>
        </a:p>
      </dgm:t>
    </dgm:pt>
    <dgm:pt modelId="{AB5A66D8-D650-D347-9E60-E93E835B72B0}" type="sibTrans" cxnId="{F1EED4B1-2BB1-9B41-A5B4-949A72D975F2}">
      <dgm:prSet/>
      <dgm:spPr/>
      <dgm:t>
        <a:bodyPr/>
        <a:lstStyle/>
        <a:p>
          <a:endParaRPr lang="it-IT"/>
        </a:p>
      </dgm:t>
    </dgm:pt>
    <dgm:pt modelId="{E32BF791-EF97-604B-8871-4497F7C2F1CA}">
      <dgm:prSet phldrT="[Testo]"/>
      <dgm:spPr/>
      <dgm:t>
        <a:bodyPr/>
        <a:lstStyle/>
        <a:p>
          <a:r>
            <a:rPr lang="it-IT" dirty="0"/>
            <a:t>[4][1]</a:t>
          </a:r>
        </a:p>
      </dgm:t>
    </dgm:pt>
    <dgm:pt modelId="{F48B4B45-4D2E-4A45-BC2E-62B950F6D972}" type="parTrans" cxnId="{0255CD7D-F0D0-FD41-965B-EDA347A82743}">
      <dgm:prSet/>
      <dgm:spPr/>
      <dgm:t>
        <a:bodyPr/>
        <a:lstStyle/>
        <a:p>
          <a:endParaRPr lang="it-IT"/>
        </a:p>
      </dgm:t>
    </dgm:pt>
    <dgm:pt modelId="{FC407BDF-FDBE-384D-8E37-3A07CE172284}" type="sibTrans" cxnId="{0255CD7D-F0D0-FD41-965B-EDA347A82743}">
      <dgm:prSet/>
      <dgm:spPr/>
      <dgm:t>
        <a:bodyPr/>
        <a:lstStyle/>
        <a:p>
          <a:endParaRPr lang="it-IT"/>
        </a:p>
      </dgm:t>
    </dgm:pt>
    <dgm:pt modelId="{A6E8085B-E99E-1449-84D7-415FC4F23E91}">
      <dgm:prSet phldrT="[Testo]"/>
      <dgm:spPr/>
      <dgm:t>
        <a:bodyPr/>
        <a:lstStyle/>
        <a:p>
          <a:r>
            <a:rPr lang="it-IT" dirty="0"/>
            <a:t>[4][3]</a:t>
          </a:r>
        </a:p>
      </dgm:t>
    </dgm:pt>
    <dgm:pt modelId="{395B9BC6-223C-F842-91F8-CD4CE887D02D}" type="parTrans" cxnId="{B90BCE7B-317E-EC48-84E8-E445D291E740}">
      <dgm:prSet/>
      <dgm:spPr/>
      <dgm:t>
        <a:bodyPr/>
        <a:lstStyle/>
        <a:p>
          <a:endParaRPr lang="it-IT"/>
        </a:p>
      </dgm:t>
    </dgm:pt>
    <dgm:pt modelId="{8F23736A-DCA0-E246-B24F-B7F2E5C7C681}" type="sibTrans" cxnId="{B90BCE7B-317E-EC48-84E8-E445D291E740}">
      <dgm:prSet/>
      <dgm:spPr/>
      <dgm:t>
        <a:bodyPr/>
        <a:lstStyle/>
        <a:p>
          <a:endParaRPr lang="it-IT"/>
        </a:p>
      </dgm:t>
    </dgm:pt>
    <dgm:pt modelId="{8741F8CE-FC9A-DD4E-8D01-306ADA12182C}">
      <dgm:prSet phldrT="[Testo]"/>
      <dgm:spPr/>
      <dgm:t>
        <a:bodyPr/>
        <a:lstStyle/>
        <a:p>
          <a:r>
            <a:rPr lang="it-IT" dirty="0"/>
            <a:t>[4][5]</a:t>
          </a:r>
        </a:p>
      </dgm:t>
    </dgm:pt>
    <dgm:pt modelId="{DCE4C277-3131-884E-8EBE-A018B7C7EC12}" type="parTrans" cxnId="{591AC2A7-570B-BE4A-B69A-5C3AD3571D1A}">
      <dgm:prSet/>
      <dgm:spPr/>
      <dgm:t>
        <a:bodyPr/>
        <a:lstStyle/>
        <a:p>
          <a:endParaRPr lang="it-IT"/>
        </a:p>
      </dgm:t>
    </dgm:pt>
    <dgm:pt modelId="{8032149B-B8FB-094B-BAFA-96139CA26F3A}" type="sibTrans" cxnId="{591AC2A7-570B-BE4A-B69A-5C3AD3571D1A}">
      <dgm:prSet/>
      <dgm:spPr/>
      <dgm:t>
        <a:bodyPr/>
        <a:lstStyle/>
        <a:p>
          <a:endParaRPr lang="it-IT"/>
        </a:p>
      </dgm:t>
    </dgm:pt>
    <dgm:pt modelId="{E5006E21-A5AC-444F-9413-88A309CFCED1}">
      <dgm:prSet phldrT="[Testo]"/>
      <dgm:spPr/>
      <dgm:t>
        <a:bodyPr/>
        <a:lstStyle/>
        <a:p>
          <a:r>
            <a:rPr lang="it-IT" dirty="0"/>
            <a:t>...</a:t>
          </a:r>
        </a:p>
      </dgm:t>
    </dgm:pt>
    <dgm:pt modelId="{3194BA34-1796-184D-AE2A-6914ECE3C153}" type="parTrans" cxnId="{BAD6B749-6DBF-A74B-A9C8-1E502C064F93}">
      <dgm:prSet/>
      <dgm:spPr/>
      <dgm:t>
        <a:bodyPr/>
        <a:lstStyle/>
        <a:p>
          <a:endParaRPr lang="it-IT"/>
        </a:p>
      </dgm:t>
    </dgm:pt>
    <dgm:pt modelId="{DA1C855E-318D-E24A-826B-AE3A76F77EE2}" type="sibTrans" cxnId="{BAD6B749-6DBF-A74B-A9C8-1E502C064F93}">
      <dgm:prSet/>
      <dgm:spPr/>
      <dgm:t>
        <a:bodyPr/>
        <a:lstStyle/>
        <a:p>
          <a:endParaRPr lang="it-IT"/>
        </a:p>
      </dgm:t>
    </dgm:pt>
    <dgm:pt modelId="{46208E7E-DA32-5D44-8CFF-F9F3123CE220}">
      <dgm:prSet phldrT="[Testo]"/>
      <dgm:spPr/>
      <dgm:t>
        <a:bodyPr/>
        <a:lstStyle/>
        <a:p>
          <a:r>
            <a:rPr lang="it-IT" dirty="0"/>
            <a:t>[20]</a:t>
          </a:r>
        </a:p>
      </dgm:t>
    </dgm:pt>
    <dgm:pt modelId="{41766CAC-26CB-8243-917F-63A5B47E603A}" type="parTrans" cxnId="{2682C643-C4A5-5144-B2AE-EB64367CBBC0}">
      <dgm:prSet/>
      <dgm:spPr/>
      <dgm:t>
        <a:bodyPr/>
        <a:lstStyle/>
        <a:p>
          <a:endParaRPr lang="it-IT"/>
        </a:p>
      </dgm:t>
    </dgm:pt>
    <dgm:pt modelId="{20F99F31-7B36-D542-9AF0-B1271EE8A8A5}" type="sibTrans" cxnId="{2682C643-C4A5-5144-B2AE-EB64367CBBC0}">
      <dgm:prSet/>
      <dgm:spPr/>
      <dgm:t>
        <a:bodyPr/>
        <a:lstStyle/>
        <a:p>
          <a:endParaRPr lang="it-IT"/>
        </a:p>
      </dgm:t>
    </dgm:pt>
    <dgm:pt modelId="{5989C73C-D86E-0747-AE60-648683F54899}">
      <dgm:prSet phldrT="[Testo]"/>
      <dgm:spPr/>
      <dgm:t>
        <a:bodyPr/>
        <a:lstStyle/>
        <a:p>
          <a:r>
            <a:rPr lang="it-IT" dirty="0"/>
            <a:t>[20][1]</a:t>
          </a:r>
        </a:p>
      </dgm:t>
    </dgm:pt>
    <dgm:pt modelId="{6D784040-95CC-2D40-9629-2FDCC87B0935}" type="parTrans" cxnId="{F0D44556-266F-334C-869B-A6565D1BE440}">
      <dgm:prSet/>
      <dgm:spPr/>
      <dgm:t>
        <a:bodyPr/>
        <a:lstStyle/>
        <a:p>
          <a:endParaRPr lang="it-IT"/>
        </a:p>
      </dgm:t>
    </dgm:pt>
    <dgm:pt modelId="{51F201B5-A83A-E148-89A8-FA1874550586}" type="sibTrans" cxnId="{F0D44556-266F-334C-869B-A6565D1BE440}">
      <dgm:prSet/>
      <dgm:spPr/>
      <dgm:t>
        <a:bodyPr/>
        <a:lstStyle/>
        <a:p>
          <a:endParaRPr lang="it-IT"/>
        </a:p>
      </dgm:t>
    </dgm:pt>
    <dgm:pt modelId="{2AA56965-3BB8-314C-A26E-0DAE1B7E366B}">
      <dgm:prSet phldrT="[Testo]"/>
      <dgm:spPr/>
      <dgm:t>
        <a:bodyPr/>
        <a:lstStyle/>
        <a:p>
          <a:r>
            <a:rPr lang="it-IT" dirty="0"/>
            <a:t>[20][3]</a:t>
          </a:r>
        </a:p>
      </dgm:t>
    </dgm:pt>
    <dgm:pt modelId="{F396003B-78FE-6B41-93AC-8A8A4D6D5A5D}" type="parTrans" cxnId="{D1BB5643-B9B3-3340-8368-CA07F6BB6720}">
      <dgm:prSet/>
      <dgm:spPr/>
      <dgm:t>
        <a:bodyPr/>
        <a:lstStyle/>
        <a:p>
          <a:endParaRPr lang="it-IT"/>
        </a:p>
      </dgm:t>
    </dgm:pt>
    <dgm:pt modelId="{6E0C128E-23D0-1E43-9E29-54A438C8614E}" type="sibTrans" cxnId="{D1BB5643-B9B3-3340-8368-CA07F6BB6720}">
      <dgm:prSet/>
      <dgm:spPr/>
      <dgm:t>
        <a:bodyPr/>
        <a:lstStyle/>
        <a:p>
          <a:endParaRPr lang="it-IT"/>
        </a:p>
      </dgm:t>
    </dgm:pt>
    <dgm:pt modelId="{C65A3EF8-15D7-074E-A781-7FAF289918D4}">
      <dgm:prSet phldrT="[Testo]"/>
      <dgm:spPr/>
      <dgm:t>
        <a:bodyPr/>
        <a:lstStyle/>
        <a:p>
          <a:r>
            <a:rPr lang="it-IT" dirty="0"/>
            <a:t>[20][5]</a:t>
          </a:r>
        </a:p>
      </dgm:t>
    </dgm:pt>
    <dgm:pt modelId="{487BAC22-D704-A54E-9352-F9BB4B8DF724}" type="parTrans" cxnId="{95AAE6AD-F828-6D46-AC6B-FC1DBEA5A3F6}">
      <dgm:prSet/>
      <dgm:spPr/>
      <dgm:t>
        <a:bodyPr/>
        <a:lstStyle/>
        <a:p>
          <a:endParaRPr lang="it-IT"/>
        </a:p>
      </dgm:t>
    </dgm:pt>
    <dgm:pt modelId="{9E36B35A-8E6F-E34D-B28E-198990EF8045}" type="sibTrans" cxnId="{95AAE6AD-F828-6D46-AC6B-FC1DBEA5A3F6}">
      <dgm:prSet/>
      <dgm:spPr/>
      <dgm:t>
        <a:bodyPr/>
        <a:lstStyle/>
        <a:p>
          <a:endParaRPr lang="it-IT"/>
        </a:p>
      </dgm:t>
    </dgm:pt>
    <dgm:pt modelId="{40C6E1FD-6D76-C34E-B492-D324FEAFFCF3}">
      <dgm:prSet phldrT="[Testo]"/>
      <dgm:spPr/>
      <dgm:t>
        <a:bodyPr/>
        <a:lstStyle/>
        <a:p>
          <a:r>
            <a:rPr lang="it-IT" dirty="0"/>
            <a:t>...</a:t>
          </a:r>
        </a:p>
      </dgm:t>
    </dgm:pt>
    <dgm:pt modelId="{6FAFDFC0-4215-C541-9080-A4452E6F45F7}" type="parTrans" cxnId="{CA0D5376-1D03-0B40-A17C-87609594EE47}">
      <dgm:prSet/>
      <dgm:spPr/>
      <dgm:t>
        <a:bodyPr/>
        <a:lstStyle/>
        <a:p>
          <a:endParaRPr lang="it-IT"/>
        </a:p>
      </dgm:t>
    </dgm:pt>
    <dgm:pt modelId="{926909ED-3807-174B-AC02-6D128FF7D0BA}" type="sibTrans" cxnId="{CA0D5376-1D03-0B40-A17C-87609594EE47}">
      <dgm:prSet/>
      <dgm:spPr/>
      <dgm:t>
        <a:bodyPr/>
        <a:lstStyle/>
        <a:p>
          <a:endParaRPr lang="it-IT"/>
        </a:p>
      </dgm:t>
    </dgm:pt>
    <dgm:pt modelId="{A495FB77-ABA2-4647-8D38-85BAB328983C}" type="pres">
      <dgm:prSet presAssocID="{2544D081-B616-5942-AB2D-8509708A3E21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D429A6F7-1F90-254A-AAA6-200D23DD0673}" type="pres">
      <dgm:prSet presAssocID="{FF57F7FB-B87A-6048-B875-AE79AAFFC544}" presName="hierRoot1" presStyleCnt="0">
        <dgm:presLayoutVars>
          <dgm:hierBranch val="init"/>
        </dgm:presLayoutVars>
      </dgm:prSet>
      <dgm:spPr/>
    </dgm:pt>
    <dgm:pt modelId="{9D1C8189-22BB-DF4E-95B8-81B079D89360}" type="pres">
      <dgm:prSet presAssocID="{FF57F7FB-B87A-6048-B875-AE79AAFFC544}" presName="rootComposite1" presStyleCnt="0"/>
      <dgm:spPr/>
    </dgm:pt>
    <dgm:pt modelId="{AAF05A4A-3F8B-0A4A-BC34-C79C8B89757D}" type="pres">
      <dgm:prSet presAssocID="{FF57F7FB-B87A-6048-B875-AE79AAFFC544}" presName="rootText1" presStyleLbl="node0" presStyleIdx="0" presStyleCnt="1">
        <dgm:presLayoutVars>
          <dgm:chPref val="3"/>
        </dgm:presLayoutVars>
      </dgm:prSet>
      <dgm:spPr/>
    </dgm:pt>
    <dgm:pt modelId="{2CDB067D-DB6A-D946-BAF4-89BDB0E6D783}" type="pres">
      <dgm:prSet presAssocID="{FF57F7FB-B87A-6048-B875-AE79AAFFC544}" presName="rootConnector1" presStyleLbl="node1" presStyleIdx="0" presStyleCnt="0"/>
      <dgm:spPr/>
    </dgm:pt>
    <dgm:pt modelId="{40B466AC-36F8-3946-8966-C2B0DF39118E}" type="pres">
      <dgm:prSet presAssocID="{FF57F7FB-B87A-6048-B875-AE79AAFFC544}" presName="hierChild2" presStyleCnt="0"/>
      <dgm:spPr/>
    </dgm:pt>
    <dgm:pt modelId="{F9AF03C0-A211-C542-B5CB-23887E3445B6}" type="pres">
      <dgm:prSet presAssocID="{75FEBE6A-1686-574F-A587-0E459BEEB05E}" presName="Name37" presStyleLbl="parChTrans1D2" presStyleIdx="0" presStyleCnt="4"/>
      <dgm:spPr/>
    </dgm:pt>
    <dgm:pt modelId="{A6F07175-CAAA-774C-9F09-36B18A95B0BE}" type="pres">
      <dgm:prSet presAssocID="{07C6D865-5B5E-B943-BACB-A8788A7273BF}" presName="hierRoot2" presStyleCnt="0">
        <dgm:presLayoutVars>
          <dgm:hierBranch val="init"/>
        </dgm:presLayoutVars>
      </dgm:prSet>
      <dgm:spPr/>
    </dgm:pt>
    <dgm:pt modelId="{2763341E-64B5-2F4C-B464-C0ACA36354DE}" type="pres">
      <dgm:prSet presAssocID="{07C6D865-5B5E-B943-BACB-A8788A7273BF}" presName="rootComposite" presStyleCnt="0"/>
      <dgm:spPr/>
    </dgm:pt>
    <dgm:pt modelId="{C63E5DAE-9C6F-AC4A-A6A3-8BB79781722D}" type="pres">
      <dgm:prSet presAssocID="{07C6D865-5B5E-B943-BACB-A8788A7273BF}" presName="rootText" presStyleLbl="node2" presStyleIdx="0" presStyleCnt="3" custLinFactX="100000" custLinFactY="-279680" custLinFactNeighborX="191940" custLinFactNeighborY="-300000">
        <dgm:presLayoutVars>
          <dgm:chPref val="3"/>
        </dgm:presLayoutVars>
      </dgm:prSet>
      <dgm:spPr/>
    </dgm:pt>
    <dgm:pt modelId="{3545809E-6620-664D-BE46-9398AF7037DB}" type="pres">
      <dgm:prSet presAssocID="{07C6D865-5B5E-B943-BACB-A8788A7273BF}" presName="rootConnector" presStyleLbl="node2" presStyleIdx="0" presStyleCnt="3"/>
      <dgm:spPr/>
    </dgm:pt>
    <dgm:pt modelId="{61C1297A-4335-BE48-80BD-B973CCC3831B}" type="pres">
      <dgm:prSet presAssocID="{07C6D865-5B5E-B943-BACB-A8788A7273BF}" presName="hierChild4" presStyleCnt="0"/>
      <dgm:spPr/>
    </dgm:pt>
    <dgm:pt modelId="{7DE93242-62AE-F04B-8546-8C799125848B}" type="pres">
      <dgm:prSet presAssocID="{F48B4B45-4D2E-4A45-BC2E-62B950F6D972}" presName="Name37" presStyleLbl="parChTrans1D3" presStyleIdx="0" presStyleCnt="12"/>
      <dgm:spPr/>
    </dgm:pt>
    <dgm:pt modelId="{C84E6DED-6A7F-7D4E-9A24-3E1CDCED2ED2}" type="pres">
      <dgm:prSet presAssocID="{E32BF791-EF97-604B-8871-4497F7C2F1CA}" presName="hierRoot2" presStyleCnt="0">
        <dgm:presLayoutVars>
          <dgm:hierBranch val="init"/>
        </dgm:presLayoutVars>
      </dgm:prSet>
      <dgm:spPr/>
    </dgm:pt>
    <dgm:pt modelId="{FCA962BA-507B-FE4E-A3AB-393F1511664C}" type="pres">
      <dgm:prSet presAssocID="{E32BF791-EF97-604B-8871-4497F7C2F1CA}" presName="rootComposite" presStyleCnt="0"/>
      <dgm:spPr/>
    </dgm:pt>
    <dgm:pt modelId="{C8141E52-A13D-1E4F-9883-802DB5FFD3CE}" type="pres">
      <dgm:prSet presAssocID="{E32BF791-EF97-604B-8871-4497F7C2F1CA}" presName="rootText" presStyleLbl="node3" presStyleIdx="0" presStyleCnt="12" custLinFactX="185428" custLinFactY="-300000" custLinFactNeighborX="200000" custLinFactNeighborY="-309617">
        <dgm:presLayoutVars>
          <dgm:chPref val="3"/>
        </dgm:presLayoutVars>
      </dgm:prSet>
      <dgm:spPr/>
    </dgm:pt>
    <dgm:pt modelId="{FF72646D-BA2A-0E41-9AFF-F5B88C8D7848}" type="pres">
      <dgm:prSet presAssocID="{E32BF791-EF97-604B-8871-4497F7C2F1CA}" presName="rootConnector" presStyleLbl="node3" presStyleIdx="0" presStyleCnt="12"/>
      <dgm:spPr/>
    </dgm:pt>
    <dgm:pt modelId="{B210CD1E-896F-C244-9EF1-C663EED412E1}" type="pres">
      <dgm:prSet presAssocID="{E32BF791-EF97-604B-8871-4497F7C2F1CA}" presName="hierChild4" presStyleCnt="0"/>
      <dgm:spPr/>
    </dgm:pt>
    <dgm:pt modelId="{9C661624-5F99-0A49-A0FA-5D6EA1D19AE2}" type="pres">
      <dgm:prSet presAssocID="{E32BF791-EF97-604B-8871-4497F7C2F1CA}" presName="hierChild5" presStyleCnt="0"/>
      <dgm:spPr/>
    </dgm:pt>
    <dgm:pt modelId="{0465617D-D529-DF4A-9855-D162FF413A5A}" type="pres">
      <dgm:prSet presAssocID="{395B9BC6-223C-F842-91F8-CD4CE887D02D}" presName="Name37" presStyleLbl="parChTrans1D3" presStyleIdx="1" presStyleCnt="12"/>
      <dgm:spPr/>
    </dgm:pt>
    <dgm:pt modelId="{C61A0A28-9CD1-E44D-A8D5-D67F842B159B}" type="pres">
      <dgm:prSet presAssocID="{A6E8085B-E99E-1449-84D7-415FC4F23E91}" presName="hierRoot2" presStyleCnt="0">
        <dgm:presLayoutVars>
          <dgm:hierBranch val="init"/>
        </dgm:presLayoutVars>
      </dgm:prSet>
      <dgm:spPr/>
    </dgm:pt>
    <dgm:pt modelId="{5FBB3A9D-2EFF-B048-AF22-96A3434784EB}" type="pres">
      <dgm:prSet presAssocID="{A6E8085B-E99E-1449-84D7-415FC4F23E91}" presName="rootComposite" presStyleCnt="0"/>
      <dgm:spPr/>
    </dgm:pt>
    <dgm:pt modelId="{98CE9A16-DF29-2247-AA6F-3EBAFF1FECF4}" type="pres">
      <dgm:prSet presAssocID="{A6E8085B-E99E-1449-84D7-415FC4F23E91}" presName="rootText" presStyleLbl="node3" presStyleIdx="1" presStyleCnt="12" custLinFactX="185428" custLinFactY="-300000" custLinFactNeighborX="200000" custLinFactNeighborY="-309617">
        <dgm:presLayoutVars>
          <dgm:chPref val="3"/>
        </dgm:presLayoutVars>
      </dgm:prSet>
      <dgm:spPr/>
    </dgm:pt>
    <dgm:pt modelId="{4F40A2C6-FA33-6D4A-96C7-1D6479A70B42}" type="pres">
      <dgm:prSet presAssocID="{A6E8085B-E99E-1449-84D7-415FC4F23E91}" presName="rootConnector" presStyleLbl="node3" presStyleIdx="1" presStyleCnt="12"/>
      <dgm:spPr/>
    </dgm:pt>
    <dgm:pt modelId="{655C78B7-592D-754D-9C8E-8F5E8D7DDB9E}" type="pres">
      <dgm:prSet presAssocID="{A6E8085B-E99E-1449-84D7-415FC4F23E91}" presName="hierChild4" presStyleCnt="0"/>
      <dgm:spPr/>
    </dgm:pt>
    <dgm:pt modelId="{661D25F6-BD99-4343-B95F-C7B9084A283A}" type="pres">
      <dgm:prSet presAssocID="{A6E8085B-E99E-1449-84D7-415FC4F23E91}" presName="hierChild5" presStyleCnt="0"/>
      <dgm:spPr/>
    </dgm:pt>
    <dgm:pt modelId="{AEB61A4C-DB5B-4D40-A52A-BC55FACEE9E2}" type="pres">
      <dgm:prSet presAssocID="{DCE4C277-3131-884E-8EBE-A018B7C7EC12}" presName="Name37" presStyleLbl="parChTrans1D3" presStyleIdx="2" presStyleCnt="12"/>
      <dgm:spPr/>
    </dgm:pt>
    <dgm:pt modelId="{043472C0-113E-DB42-9BE2-91C83D821C27}" type="pres">
      <dgm:prSet presAssocID="{8741F8CE-FC9A-DD4E-8D01-306ADA12182C}" presName="hierRoot2" presStyleCnt="0">
        <dgm:presLayoutVars>
          <dgm:hierBranch val="init"/>
        </dgm:presLayoutVars>
      </dgm:prSet>
      <dgm:spPr/>
    </dgm:pt>
    <dgm:pt modelId="{4B2189C7-C7E6-D941-8AB8-6572A69B652F}" type="pres">
      <dgm:prSet presAssocID="{8741F8CE-FC9A-DD4E-8D01-306ADA12182C}" presName="rootComposite" presStyleCnt="0"/>
      <dgm:spPr/>
    </dgm:pt>
    <dgm:pt modelId="{0E7C27A3-CA6F-3845-8533-4AB8DDB7B4B4}" type="pres">
      <dgm:prSet presAssocID="{8741F8CE-FC9A-DD4E-8D01-306ADA12182C}" presName="rootText" presStyleLbl="node3" presStyleIdx="2" presStyleCnt="12" custLinFactX="185428" custLinFactY="-300000" custLinFactNeighborX="200000" custLinFactNeighborY="-309617">
        <dgm:presLayoutVars>
          <dgm:chPref val="3"/>
        </dgm:presLayoutVars>
      </dgm:prSet>
      <dgm:spPr/>
    </dgm:pt>
    <dgm:pt modelId="{62B37847-F4FF-274B-B502-EE20EC68BA4C}" type="pres">
      <dgm:prSet presAssocID="{8741F8CE-FC9A-DD4E-8D01-306ADA12182C}" presName="rootConnector" presStyleLbl="node3" presStyleIdx="2" presStyleCnt="12"/>
      <dgm:spPr/>
    </dgm:pt>
    <dgm:pt modelId="{6FFA5D50-AA22-DC4D-BCC4-3AB7929BE306}" type="pres">
      <dgm:prSet presAssocID="{8741F8CE-FC9A-DD4E-8D01-306ADA12182C}" presName="hierChild4" presStyleCnt="0"/>
      <dgm:spPr/>
    </dgm:pt>
    <dgm:pt modelId="{701BC03F-32BC-4D41-8642-0E579D8F35CC}" type="pres">
      <dgm:prSet presAssocID="{8741F8CE-FC9A-DD4E-8D01-306ADA12182C}" presName="hierChild5" presStyleCnt="0"/>
      <dgm:spPr/>
    </dgm:pt>
    <dgm:pt modelId="{02AB6E05-151F-3049-8BC2-546863A6F2C9}" type="pres">
      <dgm:prSet presAssocID="{3194BA34-1796-184D-AE2A-6914ECE3C153}" presName="Name37" presStyleLbl="parChTrans1D3" presStyleIdx="3" presStyleCnt="12"/>
      <dgm:spPr/>
    </dgm:pt>
    <dgm:pt modelId="{9BFE964C-FD6F-2F40-8A0C-4E2D7DBB9ADB}" type="pres">
      <dgm:prSet presAssocID="{E5006E21-A5AC-444F-9413-88A309CFCED1}" presName="hierRoot2" presStyleCnt="0">
        <dgm:presLayoutVars>
          <dgm:hierBranch val="init"/>
        </dgm:presLayoutVars>
      </dgm:prSet>
      <dgm:spPr/>
    </dgm:pt>
    <dgm:pt modelId="{56ACC68F-3EE1-7E46-A0B7-23A471ECE204}" type="pres">
      <dgm:prSet presAssocID="{E5006E21-A5AC-444F-9413-88A309CFCED1}" presName="rootComposite" presStyleCnt="0"/>
      <dgm:spPr/>
    </dgm:pt>
    <dgm:pt modelId="{775D63E6-9238-CA41-8318-D2A5EFA98C7D}" type="pres">
      <dgm:prSet presAssocID="{E5006E21-A5AC-444F-9413-88A309CFCED1}" presName="rootText" presStyleLbl="node3" presStyleIdx="3" presStyleCnt="12" custLinFactX="172194" custLinFactY="-242496" custLinFactNeighborX="200000" custLinFactNeighborY="-300000">
        <dgm:presLayoutVars>
          <dgm:chPref val="3"/>
        </dgm:presLayoutVars>
      </dgm:prSet>
      <dgm:spPr/>
    </dgm:pt>
    <dgm:pt modelId="{73489660-444A-D549-A607-AFD34322E914}" type="pres">
      <dgm:prSet presAssocID="{E5006E21-A5AC-444F-9413-88A309CFCED1}" presName="rootConnector" presStyleLbl="node3" presStyleIdx="3" presStyleCnt="12"/>
      <dgm:spPr/>
    </dgm:pt>
    <dgm:pt modelId="{13DDB704-2855-2846-B0C9-A18FEABCB5C1}" type="pres">
      <dgm:prSet presAssocID="{E5006E21-A5AC-444F-9413-88A309CFCED1}" presName="hierChild4" presStyleCnt="0"/>
      <dgm:spPr/>
    </dgm:pt>
    <dgm:pt modelId="{CF021922-5F8F-6241-89A6-2095B5B6DE27}" type="pres">
      <dgm:prSet presAssocID="{E5006E21-A5AC-444F-9413-88A309CFCED1}" presName="hierChild5" presStyleCnt="0"/>
      <dgm:spPr/>
    </dgm:pt>
    <dgm:pt modelId="{0303C4E3-C8AD-EE4B-9F3E-DACBE52670C3}" type="pres">
      <dgm:prSet presAssocID="{07C6D865-5B5E-B943-BACB-A8788A7273BF}" presName="hierChild5" presStyleCnt="0"/>
      <dgm:spPr/>
    </dgm:pt>
    <dgm:pt modelId="{F7BA5385-AF9B-5A4D-9E8F-1759EEF9D527}" type="pres">
      <dgm:prSet presAssocID="{41766CAC-26CB-8243-917F-63A5B47E603A}" presName="Name37" presStyleLbl="parChTrans1D2" presStyleIdx="1" presStyleCnt="4"/>
      <dgm:spPr/>
    </dgm:pt>
    <dgm:pt modelId="{47466659-0AD9-594F-BD5A-41B1339841FC}" type="pres">
      <dgm:prSet presAssocID="{46208E7E-DA32-5D44-8CFF-F9F3123CE220}" presName="hierRoot2" presStyleCnt="0">
        <dgm:presLayoutVars>
          <dgm:hierBranch val="init"/>
        </dgm:presLayoutVars>
      </dgm:prSet>
      <dgm:spPr/>
    </dgm:pt>
    <dgm:pt modelId="{ED7522CB-F8C9-8E41-A075-692C550B5FAB}" type="pres">
      <dgm:prSet presAssocID="{46208E7E-DA32-5D44-8CFF-F9F3123CE220}" presName="rootComposite" presStyleCnt="0"/>
      <dgm:spPr/>
    </dgm:pt>
    <dgm:pt modelId="{0F144BBB-97E0-814D-9D78-FB551C0458A1}" type="pres">
      <dgm:prSet presAssocID="{46208E7E-DA32-5D44-8CFF-F9F3123CE220}" presName="rootText" presStyleLbl="node2" presStyleIdx="1" presStyleCnt="3" custLinFactX="200000" custLinFactY="-300000" custLinFactNeighborX="214417" custLinFactNeighborY="-311686">
        <dgm:presLayoutVars>
          <dgm:chPref val="3"/>
        </dgm:presLayoutVars>
      </dgm:prSet>
      <dgm:spPr/>
    </dgm:pt>
    <dgm:pt modelId="{6BE711D1-2E5F-5D42-B613-B2DB010E5313}" type="pres">
      <dgm:prSet presAssocID="{46208E7E-DA32-5D44-8CFF-F9F3123CE220}" presName="rootConnector" presStyleLbl="node2" presStyleIdx="1" presStyleCnt="3"/>
      <dgm:spPr/>
    </dgm:pt>
    <dgm:pt modelId="{47182F6D-15B1-AD4A-BDFE-86D414B0D4DB}" type="pres">
      <dgm:prSet presAssocID="{46208E7E-DA32-5D44-8CFF-F9F3123CE220}" presName="hierChild4" presStyleCnt="0"/>
      <dgm:spPr/>
    </dgm:pt>
    <dgm:pt modelId="{1390DFE0-126F-D44B-B343-487EE18CEC5B}" type="pres">
      <dgm:prSet presAssocID="{6D784040-95CC-2D40-9629-2FDCC87B0935}" presName="Name37" presStyleLbl="parChTrans1D3" presStyleIdx="4" presStyleCnt="12"/>
      <dgm:spPr/>
    </dgm:pt>
    <dgm:pt modelId="{CA258C32-3DB5-9C4D-A90C-45BDEBD32F1F}" type="pres">
      <dgm:prSet presAssocID="{5989C73C-D86E-0747-AE60-648683F54899}" presName="hierRoot2" presStyleCnt="0">
        <dgm:presLayoutVars>
          <dgm:hierBranch val="init"/>
        </dgm:presLayoutVars>
      </dgm:prSet>
      <dgm:spPr/>
    </dgm:pt>
    <dgm:pt modelId="{0E5B26B4-DBC7-6C4B-A339-4DAB509C751E}" type="pres">
      <dgm:prSet presAssocID="{5989C73C-D86E-0747-AE60-648683F54899}" presName="rootComposite" presStyleCnt="0"/>
      <dgm:spPr/>
    </dgm:pt>
    <dgm:pt modelId="{5475B8C3-9F2A-5F49-9DC3-FC9EBDF7C617}" type="pres">
      <dgm:prSet presAssocID="{5989C73C-D86E-0747-AE60-648683F54899}" presName="rootText" presStyleLbl="node3" presStyleIdx="4" presStyleCnt="12" custLinFactX="208949" custLinFactY="-288040" custLinFactNeighborX="300000" custLinFactNeighborY="-300000">
        <dgm:presLayoutVars>
          <dgm:chPref val="3"/>
        </dgm:presLayoutVars>
      </dgm:prSet>
      <dgm:spPr/>
    </dgm:pt>
    <dgm:pt modelId="{693BE6E6-D001-1443-853D-EF15B1E48BAA}" type="pres">
      <dgm:prSet presAssocID="{5989C73C-D86E-0747-AE60-648683F54899}" presName="rootConnector" presStyleLbl="node3" presStyleIdx="4" presStyleCnt="12"/>
      <dgm:spPr/>
    </dgm:pt>
    <dgm:pt modelId="{16650ED0-3F0E-0448-B07F-0A6516F9E662}" type="pres">
      <dgm:prSet presAssocID="{5989C73C-D86E-0747-AE60-648683F54899}" presName="hierChild4" presStyleCnt="0"/>
      <dgm:spPr/>
    </dgm:pt>
    <dgm:pt modelId="{6B45581D-F560-8647-A657-52FCFCAE55E2}" type="pres">
      <dgm:prSet presAssocID="{5989C73C-D86E-0747-AE60-648683F54899}" presName="hierChild5" presStyleCnt="0"/>
      <dgm:spPr/>
    </dgm:pt>
    <dgm:pt modelId="{9AF1626A-2A1E-294A-9996-4098954FD4F0}" type="pres">
      <dgm:prSet presAssocID="{F396003B-78FE-6B41-93AC-8A8A4D6D5A5D}" presName="Name37" presStyleLbl="parChTrans1D3" presStyleIdx="5" presStyleCnt="12"/>
      <dgm:spPr/>
    </dgm:pt>
    <dgm:pt modelId="{BE2EF5AA-78FB-2A45-8803-ECD0619AE2B1}" type="pres">
      <dgm:prSet presAssocID="{2AA56965-3BB8-314C-A26E-0DAE1B7E366B}" presName="hierRoot2" presStyleCnt="0">
        <dgm:presLayoutVars>
          <dgm:hierBranch val="init"/>
        </dgm:presLayoutVars>
      </dgm:prSet>
      <dgm:spPr/>
    </dgm:pt>
    <dgm:pt modelId="{66DEAFF8-D595-5F40-A88F-F2BF2282E5EB}" type="pres">
      <dgm:prSet presAssocID="{2AA56965-3BB8-314C-A26E-0DAE1B7E366B}" presName="rootComposite" presStyleCnt="0"/>
      <dgm:spPr/>
    </dgm:pt>
    <dgm:pt modelId="{9CF669F3-AC69-CA48-82AE-912A199BAD1B}" type="pres">
      <dgm:prSet presAssocID="{2AA56965-3BB8-314C-A26E-0DAE1B7E366B}" presName="rootText" presStyleLbl="node3" presStyleIdx="5" presStyleCnt="12" custLinFactX="208949" custLinFactY="-297931" custLinFactNeighborX="300000" custLinFactNeighborY="-300000">
        <dgm:presLayoutVars>
          <dgm:chPref val="3"/>
        </dgm:presLayoutVars>
      </dgm:prSet>
      <dgm:spPr/>
    </dgm:pt>
    <dgm:pt modelId="{71452AC1-E617-3B49-90AD-7E3EF4AADEE1}" type="pres">
      <dgm:prSet presAssocID="{2AA56965-3BB8-314C-A26E-0DAE1B7E366B}" presName="rootConnector" presStyleLbl="node3" presStyleIdx="5" presStyleCnt="12"/>
      <dgm:spPr/>
    </dgm:pt>
    <dgm:pt modelId="{3B2FE40B-4EEB-3744-A18F-6F17A7C4AAC4}" type="pres">
      <dgm:prSet presAssocID="{2AA56965-3BB8-314C-A26E-0DAE1B7E366B}" presName="hierChild4" presStyleCnt="0"/>
      <dgm:spPr/>
    </dgm:pt>
    <dgm:pt modelId="{1DFF4C90-6063-A44B-9E0F-361CE99A1FFE}" type="pres">
      <dgm:prSet presAssocID="{2AA56965-3BB8-314C-A26E-0DAE1B7E366B}" presName="hierChild5" presStyleCnt="0"/>
      <dgm:spPr/>
    </dgm:pt>
    <dgm:pt modelId="{93E80D89-F8B8-8D4E-8450-81BD3998FCBA}" type="pres">
      <dgm:prSet presAssocID="{487BAC22-D704-A54E-9352-F9BB4B8DF724}" presName="Name37" presStyleLbl="parChTrans1D3" presStyleIdx="6" presStyleCnt="12"/>
      <dgm:spPr/>
    </dgm:pt>
    <dgm:pt modelId="{2F0CB482-3889-6A4D-A181-17FEEC494F9B}" type="pres">
      <dgm:prSet presAssocID="{C65A3EF8-15D7-074E-A781-7FAF289918D4}" presName="hierRoot2" presStyleCnt="0">
        <dgm:presLayoutVars>
          <dgm:hierBranch val="init"/>
        </dgm:presLayoutVars>
      </dgm:prSet>
      <dgm:spPr/>
    </dgm:pt>
    <dgm:pt modelId="{AFA13C8A-CE2E-0344-9C94-21779572F018}" type="pres">
      <dgm:prSet presAssocID="{C65A3EF8-15D7-074E-A781-7FAF289918D4}" presName="rootComposite" presStyleCnt="0"/>
      <dgm:spPr/>
    </dgm:pt>
    <dgm:pt modelId="{52A804AE-ABC5-7D45-B4C6-43874B15C19D}" type="pres">
      <dgm:prSet presAssocID="{C65A3EF8-15D7-074E-A781-7FAF289918D4}" presName="rootText" presStyleLbl="node3" presStyleIdx="6" presStyleCnt="12" custLinFactX="208949" custLinFactY="-300000" custLinFactNeighborX="300000" custLinFactNeighborY="-314744">
        <dgm:presLayoutVars>
          <dgm:chPref val="3"/>
        </dgm:presLayoutVars>
      </dgm:prSet>
      <dgm:spPr/>
    </dgm:pt>
    <dgm:pt modelId="{8C220951-39F7-6F48-AC53-23110396D1A6}" type="pres">
      <dgm:prSet presAssocID="{C65A3EF8-15D7-074E-A781-7FAF289918D4}" presName="rootConnector" presStyleLbl="node3" presStyleIdx="6" presStyleCnt="12"/>
      <dgm:spPr/>
    </dgm:pt>
    <dgm:pt modelId="{1B3C8BB4-551F-814C-A149-753B97BC6A35}" type="pres">
      <dgm:prSet presAssocID="{C65A3EF8-15D7-074E-A781-7FAF289918D4}" presName="hierChild4" presStyleCnt="0"/>
      <dgm:spPr/>
    </dgm:pt>
    <dgm:pt modelId="{3D06683A-7352-3C4A-BF67-8B87C62CAED0}" type="pres">
      <dgm:prSet presAssocID="{C65A3EF8-15D7-074E-A781-7FAF289918D4}" presName="hierChild5" presStyleCnt="0"/>
      <dgm:spPr/>
    </dgm:pt>
    <dgm:pt modelId="{4A78517A-1018-4645-B659-45F5FD6AD2B7}" type="pres">
      <dgm:prSet presAssocID="{6FAFDFC0-4215-C541-9080-A4452E6F45F7}" presName="Name37" presStyleLbl="parChTrans1D3" presStyleIdx="7" presStyleCnt="12"/>
      <dgm:spPr/>
    </dgm:pt>
    <dgm:pt modelId="{E746A272-1BAE-DE4B-9638-3B4190F17236}" type="pres">
      <dgm:prSet presAssocID="{40C6E1FD-6D76-C34E-B492-D324FEAFFCF3}" presName="hierRoot2" presStyleCnt="0">
        <dgm:presLayoutVars>
          <dgm:hierBranch val="init"/>
        </dgm:presLayoutVars>
      </dgm:prSet>
      <dgm:spPr/>
    </dgm:pt>
    <dgm:pt modelId="{788775CE-A9E0-0441-AE08-A3C3DCF87259}" type="pres">
      <dgm:prSet presAssocID="{40C6E1FD-6D76-C34E-B492-D324FEAFFCF3}" presName="rootComposite" presStyleCnt="0"/>
      <dgm:spPr/>
    </dgm:pt>
    <dgm:pt modelId="{48132FA9-0640-4845-9731-CB880B8A4F23}" type="pres">
      <dgm:prSet presAssocID="{40C6E1FD-6D76-C34E-B492-D324FEAFFCF3}" presName="rootText" presStyleLbl="node3" presStyleIdx="7" presStyleCnt="12" custLinFactX="208949" custLinFactY="-235225" custLinFactNeighborX="300000" custLinFactNeighborY="-300000">
        <dgm:presLayoutVars>
          <dgm:chPref val="3"/>
        </dgm:presLayoutVars>
      </dgm:prSet>
      <dgm:spPr/>
    </dgm:pt>
    <dgm:pt modelId="{695DA95A-6318-D741-B1F9-F033EDA63CA6}" type="pres">
      <dgm:prSet presAssocID="{40C6E1FD-6D76-C34E-B492-D324FEAFFCF3}" presName="rootConnector" presStyleLbl="node3" presStyleIdx="7" presStyleCnt="12"/>
      <dgm:spPr/>
    </dgm:pt>
    <dgm:pt modelId="{AE2FBEC4-424C-8042-A4E0-DE2EE2658570}" type="pres">
      <dgm:prSet presAssocID="{40C6E1FD-6D76-C34E-B492-D324FEAFFCF3}" presName="hierChild4" presStyleCnt="0"/>
      <dgm:spPr/>
    </dgm:pt>
    <dgm:pt modelId="{BB56E501-38A6-0040-BEB1-B26B52A864F2}" type="pres">
      <dgm:prSet presAssocID="{40C6E1FD-6D76-C34E-B492-D324FEAFFCF3}" presName="hierChild5" presStyleCnt="0"/>
      <dgm:spPr/>
    </dgm:pt>
    <dgm:pt modelId="{C0271C9B-5D4B-AF45-9BAE-0532A885E727}" type="pres">
      <dgm:prSet presAssocID="{46208E7E-DA32-5D44-8CFF-F9F3123CE220}" presName="hierChild5" presStyleCnt="0"/>
      <dgm:spPr/>
    </dgm:pt>
    <dgm:pt modelId="{5A92DF72-7126-2C40-89D7-98EED2FD9947}" type="pres">
      <dgm:prSet presAssocID="{E3742763-AD8F-CD4B-80BB-66BE8D330972}" presName="Name37" presStyleLbl="parChTrans1D2" presStyleIdx="2" presStyleCnt="4"/>
      <dgm:spPr/>
    </dgm:pt>
    <dgm:pt modelId="{6DF2334B-23BD-3E4A-8A9D-A2344A6D3EC5}" type="pres">
      <dgm:prSet presAssocID="{E6F67013-1BF9-5D4F-BCD2-E65582B50AF5}" presName="hierRoot2" presStyleCnt="0">
        <dgm:presLayoutVars>
          <dgm:hierBranch val="init"/>
        </dgm:presLayoutVars>
      </dgm:prSet>
      <dgm:spPr/>
    </dgm:pt>
    <dgm:pt modelId="{1F11A99B-C72A-EE46-815E-D0B73CBF64E1}" type="pres">
      <dgm:prSet presAssocID="{E6F67013-1BF9-5D4F-BCD2-E65582B50AF5}" presName="rootComposite" presStyleCnt="0"/>
      <dgm:spPr/>
    </dgm:pt>
    <dgm:pt modelId="{3139F6B1-0ADA-1644-91CB-8F1730E2A453}" type="pres">
      <dgm:prSet presAssocID="{E6F67013-1BF9-5D4F-BCD2-E65582B50AF5}" presName="rootText" presStyleLbl="node2" presStyleIdx="2" presStyleCnt="3" custLinFactX="206169" custLinFactY="-300000" custLinFactNeighborX="300000" custLinFactNeighborY="-338488">
        <dgm:presLayoutVars>
          <dgm:chPref val="3"/>
        </dgm:presLayoutVars>
      </dgm:prSet>
      <dgm:spPr/>
    </dgm:pt>
    <dgm:pt modelId="{72E36D31-5A8D-544F-99C6-998E9EF8FEEC}" type="pres">
      <dgm:prSet presAssocID="{E6F67013-1BF9-5D4F-BCD2-E65582B50AF5}" presName="rootConnector" presStyleLbl="node2" presStyleIdx="2" presStyleCnt="3"/>
      <dgm:spPr/>
    </dgm:pt>
    <dgm:pt modelId="{D60EFA97-BE0C-4E4F-8BEF-1F0051D4F874}" type="pres">
      <dgm:prSet presAssocID="{E6F67013-1BF9-5D4F-BCD2-E65582B50AF5}" presName="hierChild4" presStyleCnt="0"/>
      <dgm:spPr/>
    </dgm:pt>
    <dgm:pt modelId="{B7D2AC43-39F6-FA44-9869-0B29A4116843}" type="pres">
      <dgm:prSet presAssocID="{E6F67013-1BF9-5D4F-BCD2-E65582B50AF5}" presName="hierChild5" presStyleCnt="0"/>
      <dgm:spPr/>
    </dgm:pt>
    <dgm:pt modelId="{421EA12C-EA9E-CC49-A2A8-F4DEFB15EFC4}" type="pres">
      <dgm:prSet presAssocID="{FF57F7FB-B87A-6048-B875-AE79AAFFC544}" presName="hierChild3" presStyleCnt="0"/>
      <dgm:spPr/>
    </dgm:pt>
    <dgm:pt modelId="{0234B52C-DE50-924A-99AA-1F87496AF7D9}" type="pres">
      <dgm:prSet presAssocID="{5FA473BF-0A93-C649-B4AC-06352A48D69F}" presName="Name111" presStyleLbl="parChTrans1D2" presStyleIdx="3" presStyleCnt="4"/>
      <dgm:spPr/>
    </dgm:pt>
    <dgm:pt modelId="{F92F0CFE-905A-6940-9947-89B605059C16}" type="pres">
      <dgm:prSet presAssocID="{CDB964D7-8700-0342-B879-C20AB862CDDA}" presName="hierRoot3" presStyleCnt="0">
        <dgm:presLayoutVars>
          <dgm:hierBranch val="init"/>
        </dgm:presLayoutVars>
      </dgm:prSet>
      <dgm:spPr/>
    </dgm:pt>
    <dgm:pt modelId="{407378B0-B009-FB45-A054-04B453EF0B92}" type="pres">
      <dgm:prSet presAssocID="{CDB964D7-8700-0342-B879-C20AB862CDDA}" presName="rootComposite3" presStyleCnt="0"/>
      <dgm:spPr/>
    </dgm:pt>
    <dgm:pt modelId="{0ACE60D4-3A8B-8A4C-B400-32056CD8E459}" type="pres">
      <dgm:prSet presAssocID="{CDB964D7-8700-0342-B879-C20AB862CDDA}" presName="rootText3" presStyleLbl="asst1" presStyleIdx="0" presStyleCnt="1" custLinFactX="-120773" custLinFactY="25687" custLinFactNeighborX="-200000" custLinFactNeighborY="100000">
        <dgm:presLayoutVars>
          <dgm:chPref val="3"/>
        </dgm:presLayoutVars>
      </dgm:prSet>
      <dgm:spPr/>
    </dgm:pt>
    <dgm:pt modelId="{4CC3695A-7998-0C47-B759-77C689B7EDAE}" type="pres">
      <dgm:prSet presAssocID="{CDB964D7-8700-0342-B879-C20AB862CDDA}" presName="rootConnector3" presStyleLbl="asst1" presStyleIdx="0" presStyleCnt="1"/>
      <dgm:spPr/>
    </dgm:pt>
    <dgm:pt modelId="{7BE32705-1440-EE4B-B955-4884A536C668}" type="pres">
      <dgm:prSet presAssocID="{CDB964D7-8700-0342-B879-C20AB862CDDA}" presName="hierChild6" presStyleCnt="0"/>
      <dgm:spPr/>
    </dgm:pt>
    <dgm:pt modelId="{A51100AC-9FD2-CF44-8D64-8F2173E89E52}" type="pres">
      <dgm:prSet presAssocID="{4BACF078-47AC-7D49-A6CE-69C13F989F9F}" presName="Name37" presStyleLbl="parChTrans1D3" presStyleIdx="8" presStyleCnt="12"/>
      <dgm:spPr/>
    </dgm:pt>
    <dgm:pt modelId="{D405673F-2788-D946-AD06-3AD6187AD05E}" type="pres">
      <dgm:prSet presAssocID="{BEED1F98-FA7F-5A45-BF5C-C0AEA4031C5E}" presName="hierRoot2" presStyleCnt="0">
        <dgm:presLayoutVars>
          <dgm:hierBranch val="init"/>
        </dgm:presLayoutVars>
      </dgm:prSet>
      <dgm:spPr/>
    </dgm:pt>
    <dgm:pt modelId="{AD0DCCD0-FAC9-6B4D-9AED-3827CAEC1B7F}" type="pres">
      <dgm:prSet presAssocID="{BEED1F98-FA7F-5A45-BF5C-C0AEA4031C5E}" presName="rootComposite" presStyleCnt="0"/>
      <dgm:spPr/>
    </dgm:pt>
    <dgm:pt modelId="{F82A7982-593A-B846-A67A-13ED82AE308A}" type="pres">
      <dgm:prSet presAssocID="{BEED1F98-FA7F-5A45-BF5C-C0AEA4031C5E}" presName="rootText" presStyleLbl="node3" presStyleIdx="8" presStyleCnt="12" custLinFactX="-72223" custLinFactY="12810" custLinFactNeighborX="-100000" custLinFactNeighborY="100000">
        <dgm:presLayoutVars>
          <dgm:chPref val="3"/>
        </dgm:presLayoutVars>
      </dgm:prSet>
      <dgm:spPr/>
    </dgm:pt>
    <dgm:pt modelId="{CB65A332-7040-4E4E-A43C-83DBE2327B63}" type="pres">
      <dgm:prSet presAssocID="{BEED1F98-FA7F-5A45-BF5C-C0AEA4031C5E}" presName="rootConnector" presStyleLbl="node3" presStyleIdx="8" presStyleCnt="12"/>
      <dgm:spPr/>
    </dgm:pt>
    <dgm:pt modelId="{17C7C602-70B1-064A-A169-6F3876A8BE6C}" type="pres">
      <dgm:prSet presAssocID="{BEED1F98-FA7F-5A45-BF5C-C0AEA4031C5E}" presName="hierChild4" presStyleCnt="0"/>
      <dgm:spPr/>
    </dgm:pt>
    <dgm:pt modelId="{82FF7D82-1B5B-5044-B27B-0BB04EE1C6DD}" type="pres">
      <dgm:prSet presAssocID="{BEED1F98-FA7F-5A45-BF5C-C0AEA4031C5E}" presName="hierChild5" presStyleCnt="0"/>
      <dgm:spPr/>
    </dgm:pt>
    <dgm:pt modelId="{B1ACAE18-B97A-854D-8016-3527B479807F}" type="pres">
      <dgm:prSet presAssocID="{EB521D15-1D98-734B-B217-3E22E5F01DE4}" presName="Name37" presStyleLbl="parChTrans1D3" presStyleIdx="9" presStyleCnt="12"/>
      <dgm:spPr/>
    </dgm:pt>
    <dgm:pt modelId="{3750BED2-8A10-564F-86A9-9FBE313048C2}" type="pres">
      <dgm:prSet presAssocID="{15AF9719-F71F-2D48-B36D-A26F72831E17}" presName="hierRoot2" presStyleCnt="0">
        <dgm:presLayoutVars>
          <dgm:hierBranch val="init"/>
        </dgm:presLayoutVars>
      </dgm:prSet>
      <dgm:spPr/>
    </dgm:pt>
    <dgm:pt modelId="{F78DA03D-2081-EE42-BB18-0179B6342930}" type="pres">
      <dgm:prSet presAssocID="{15AF9719-F71F-2D48-B36D-A26F72831E17}" presName="rootComposite" presStyleCnt="0"/>
      <dgm:spPr/>
    </dgm:pt>
    <dgm:pt modelId="{48EDB0E2-86E8-2F4C-9396-AF9A48F7BF55}" type="pres">
      <dgm:prSet presAssocID="{15AF9719-F71F-2D48-B36D-A26F72831E17}" presName="rootText" presStyleLbl="node3" presStyleIdx="9" presStyleCnt="12" custLinFactX="-72223" custLinFactY="12810" custLinFactNeighborX="-100000" custLinFactNeighborY="100000">
        <dgm:presLayoutVars>
          <dgm:chPref val="3"/>
        </dgm:presLayoutVars>
      </dgm:prSet>
      <dgm:spPr/>
    </dgm:pt>
    <dgm:pt modelId="{7B798767-2A4F-6A4C-ADF6-C49FB6E83882}" type="pres">
      <dgm:prSet presAssocID="{15AF9719-F71F-2D48-B36D-A26F72831E17}" presName="rootConnector" presStyleLbl="node3" presStyleIdx="9" presStyleCnt="12"/>
      <dgm:spPr/>
    </dgm:pt>
    <dgm:pt modelId="{177BC8B9-C47B-5F4A-A97B-EBB18FD1D51E}" type="pres">
      <dgm:prSet presAssocID="{15AF9719-F71F-2D48-B36D-A26F72831E17}" presName="hierChild4" presStyleCnt="0"/>
      <dgm:spPr/>
    </dgm:pt>
    <dgm:pt modelId="{62B79516-B304-CB42-854C-6A9FD70C4D3E}" type="pres">
      <dgm:prSet presAssocID="{15AF9719-F71F-2D48-B36D-A26F72831E17}" presName="hierChild5" presStyleCnt="0"/>
      <dgm:spPr/>
    </dgm:pt>
    <dgm:pt modelId="{C353B55C-4F8B-6248-9B4D-3962A04AC869}" type="pres">
      <dgm:prSet presAssocID="{24322064-0CE9-0B49-9425-DB26B0273B38}" presName="Name37" presStyleLbl="parChTrans1D3" presStyleIdx="10" presStyleCnt="12"/>
      <dgm:spPr/>
    </dgm:pt>
    <dgm:pt modelId="{1AA85868-2F67-EF41-91E4-296103DE24BE}" type="pres">
      <dgm:prSet presAssocID="{0646B845-5EB5-8448-9D2D-E50E9C0A6122}" presName="hierRoot2" presStyleCnt="0">
        <dgm:presLayoutVars>
          <dgm:hierBranch val="init"/>
        </dgm:presLayoutVars>
      </dgm:prSet>
      <dgm:spPr/>
    </dgm:pt>
    <dgm:pt modelId="{9B16C50F-C810-7E4F-A20C-F1276F64E7F2}" type="pres">
      <dgm:prSet presAssocID="{0646B845-5EB5-8448-9D2D-E50E9C0A6122}" presName="rootComposite" presStyleCnt="0"/>
      <dgm:spPr/>
    </dgm:pt>
    <dgm:pt modelId="{2C8489E8-7C9B-8B40-8C51-ADBDADDE6F95}" type="pres">
      <dgm:prSet presAssocID="{0646B845-5EB5-8448-9D2D-E50E9C0A6122}" presName="rootText" presStyleLbl="node3" presStyleIdx="10" presStyleCnt="12" custLinFactX="-72223" custLinFactY="12810" custLinFactNeighborX="-100000" custLinFactNeighborY="100000">
        <dgm:presLayoutVars>
          <dgm:chPref val="3"/>
        </dgm:presLayoutVars>
      </dgm:prSet>
      <dgm:spPr/>
    </dgm:pt>
    <dgm:pt modelId="{915C88EA-F44F-BF43-9B29-1E70AAEB4720}" type="pres">
      <dgm:prSet presAssocID="{0646B845-5EB5-8448-9D2D-E50E9C0A6122}" presName="rootConnector" presStyleLbl="node3" presStyleIdx="10" presStyleCnt="12"/>
      <dgm:spPr/>
    </dgm:pt>
    <dgm:pt modelId="{B50271EA-E6CD-E14D-B212-6ECD4593901F}" type="pres">
      <dgm:prSet presAssocID="{0646B845-5EB5-8448-9D2D-E50E9C0A6122}" presName="hierChild4" presStyleCnt="0"/>
      <dgm:spPr/>
    </dgm:pt>
    <dgm:pt modelId="{52B10A65-3AA7-6643-8526-0A2C9D1F5626}" type="pres">
      <dgm:prSet presAssocID="{0646B845-5EB5-8448-9D2D-E50E9C0A6122}" presName="hierChild5" presStyleCnt="0"/>
      <dgm:spPr/>
    </dgm:pt>
    <dgm:pt modelId="{110AA594-8225-5041-9430-84096D0077CD}" type="pres">
      <dgm:prSet presAssocID="{7FAD456D-F8B0-5E4A-A27B-B8EF68A865A6}" presName="Name37" presStyleLbl="parChTrans1D3" presStyleIdx="11" presStyleCnt="12"/>
      <dgm:spPr/>
    </dgm:pt>
    <dgm:pt modelId="{F3D30544-8F88-F748-924F-9CF7A0DFABCB}" type="pres">
      <dgm:prSet presAssocID="{DB94F868-29A5-0E42-AAEC-DE1D19F9B357}" presName="hierRoot2" presStyleCnt="0">
        <dgm:presLayoutVars>
          <dgm:hierBranch val="init"/>
        </dgm:presLayoutVars>
      </dgm:prSet>
      <dgm:spPr/>
    </dgm:pt>
    <dgm:pt modelId="{249DE683-C5D0-074F-B22D-623E91BD36F2}" type="pres">
      <dgm:prSet presAssocID="{DB94F868-29A5-0E42-AAEC-DE1D19F9B357}" presName="rootComposite" presStyleCnt="0"/>
      <dgm:spPr/>
    </dgm:pt>
    <dgm:pt modelId="{C97497F6-4896-B94B-A038-E2FDE701193D}" type="pres">
      <dgm:prSet presAssocID="{DB94F868-29A5-0E42-AAEC-DE1D19F9B357}" presName="rootText" presStyleLbl="node3" presStyleIdx="11" presStyleCnt="12" custLinFactX="-70194" custLinFactY="63975" custLinFactNeighborX="-100000" custLinFactNeighborY="100000">
        <dgm:presLayoutVars>
          <dgm:chPref val="3"/>
        </dgm:presLayoutVars>
      </dgm:prSet>
      <dgm:spPr/>
    </dgm:pt>
    <dgm:pt modelId="{EA34928A-B042-5241-8B83-2D328E3AB89E}" type="pres">
      <dgm:prSet presAssocID="{DB94F868-29A5-0E42-AAEC-DE1D19F9B357}" presName="rootConnector" presStyleLbl="node3" presStyleIdx="11" presStyleCnt="12"/>
      <dgm:spPr/>
    </dgm:pt>
    <dgm:pt modelId="{B169B2DB-816F-0943-8BD8-A01FD8846751}" type="pres">
      <dgm:prSet presAssocID="{DB94F868-29A5-0E42-AAEC-DE1D19F9B357}" presName="hierChild4" presStyleCnt="0"/>
      <dgm:spPr/>
    </dgm:pt>
    <dgm:pt modelId="{7A8495A9-815B-1648-B751-1088DE3F0971}" type="pres">
      <dgm:prSet presAssocID="{DB94F868-29A5-0E42-AAEC-DE1D19F9B357}" presName="hierChild5" presStyleCnt="0"/>
      <dgm:spPr/>
    </dgm:pt>
    <dgm:pt modelId="{02327A7D-DE88-1C45-BD03-565DBB61E72A}" type="pres">
      <dgm:prSet presAssocID="{CDB964D7-8700-0342-B879-C20AB862CDDA}" presName="hierChild7" presStyleCnt="0"/>
      <dgm:spPr/>
    </dgm:pt>
  </dgm:ptLst>
  <dgm:cxnLst>
    <dgm:cxn modelId="{CEB34300-3351-824D-91D3-E22482282017}" type="presOf" srcId="{E32BF791-EF97-604B-8871-4497F7C2F1CA}" destId="{C8141E52-A13D-1E4F-9883-802DB5FFD3CE}" srcOrd="0" destOrd="0" presId="urn:microsoft.com/office/officeart/2005/8/layout/orgChart1"/>
    <dgm:cxn modelId="{CD3C5D06-291A-4647-B457-9261D93E7F86}" type="presOf" srcId="{24322064-0CE9-0B49-9425-DB26B0273B38}" destId="{C353B55C-4F8B-6248-9B4D-3962A04AC869}" srcOrd="0" destOrd="0" presId="urn:microsoft.com/office/officeart/2005/8/layout/orgChart1"/>
    <dgm:cxn modelId="{4E09CF0A-57D8-D547-9E33-B8394F9AEB65}" type="presOf" srcId="{75FEBE6A-1686-574F-A587-0E459BEEB05E}" destId="{F9AF03C0-A211-C542-B5CB-23887E3445B6}" srcOrd="0" destOrd="0" presId="urn:microsoft.com/office/officeart/2005/8/layout/orgChart1"/>
    <dgm:cxn modelId="{3CF2F90E-A851-8849-B862-A976EBF8D214}" srcId="{CDB964D7-8700-0342-B879-C20AB862CDDA}" destId="{BEED1F98-FA7F-5A45-BF5C-C0AEA4031C5E}" srcOrd="0" destOrd="0" parTransId="{4BACF078-47AC-7D49-A6CE-69C13F989F9F}" sibTransId="{68CFDF25-CFB4-2640-BFE6-2962D14521B1}"/>
    <dgm:cxn modelId="{CA8ECA0F-7FAE-E94E-A3B2-E5E366F3DD53}" srcId="{2544D081-B616-5942-AB2D-8509708A3E21}" destId="{FF57F7FB-B87A-6048-B875-AE79AAFFC544}" srcOrd="0" destOrd="0" parTransId="{3405432C-65D5-8C42-BFE2-4EB68A8C48F3}" sibTransId="{0A2439C5-29CC-9A43-8BFD-2E56AE32518D}"/>
    <dgm:cxn modelId="{DB7E5D13-2FFD-034E-BDCA-623FB87E13C2}" type="presOf" srcId="{C65A3EF8-15D7-074E-A781-7FAF289918D4}" destId="{52A804AE-ABC5-7D45-B4C6-43874B15C19D}" srcOrd="0" destOrd="0" presId="urn:microsoft.com/office/officeart/2005/8/layout/orgChart1"/>
    <dgm:cxn modelId="{C6BABB13-F87E-2045-B983-7A942DA73349}" type="presOf" srcId="{BEED1F98-FA7F-5A45-BF5C-C0AEA4031C5E}" destId="{CB65A332-7040-4E4E-A43C-83DBE2327B63}" srcOrd="1" destOrd="0" presId="urn:microsoft.com/office/officeart/2005/8/layout/orgChart1"/>
    <dgm:cxn modelId="{67A2601C-DBC5-0A4D-8D3D-85E3AA400E87}" type="presOf" srcId="{395B9BC6-223C-F842-91F8-CD4CE887D02D}" destId="{0465617D-D529-DF4A-9855-D162FF413A5A}" srcOrd="0" destOrd="0" presId="urn:microsoft.com/office/officeart/2005/8/layout/orgChart1"/>
    <dgm:cxn modelId="{9A56911C-575B-A14F-B8EB-31360C4B56A6}" type="presOf" srcId="{DB94F868-29A5-0E42-AAEC-DE1D19F9B357}" destId="{EA34928A-B042-5241-8B83-2D328E3AB89E}" srcOrd="1" destOrd="0" presId="urn:microsoft.com/office/officeart/2005/8/layout/orgChart1"/>
    <dgm:cxn modelId="{DE718722-A1ED-FC46-99D0-FB3B0D971A6E}" type="presOf" srcId="{46208E7E-DA32-5D44-8CFF-F9F3123CE220}" destId="{0F144BBB-97E0-814D-9D78-FB551C0458A1}" srcOrd="0" destOrd="0" presId="urn:microsoft.com/office/officeart/2005/8/layout/orgChart1"/>
    <dgm:cxn modelId="{A0C37135-E667-604C-8BFA-70BECB211CBD}" type="presOf" srcId="{5989C73C-D86E-0747-AE60-648683F54899}" destId="{5475B8C3-9F2A-5F49-9DC3-FC9EBDF7C617}" srcOrd="0" destOrd="0" presId="urn:microsoft.com/office/officeart/2005/8/layout/orgChart1"/>
    <dgm:cxn modelId="{B0E72637-AA1F-8241-AB1D-3A8D39ACAA61}" type="presOf" srcId="{E5006E21-A5AC-444F-9413-88A309CFCED1}" destId="{775D63E6-9238-CA41-8318-D2A5EFA98C7D}" srcOrd="0" destOrd="0" presId="urn:microsoft.com/office/officeart/2005/8/layout/orgChart1"/>
    <dgm:cxn modelId="{29A3973B-ADC3-A549-A30E-6A945FD3E50E}" type="presOf" srcId="{15AF9719-F71F-2D48-B36D-A26F72831E17}" destId="{7B798767-2A4F-6A4C-ADF6-C49FB6E83882}" srcOrd="1" destOrd="0" presId="urn:microsoft.com/office/officeart/2005/8/layout/orgChart1"/>
    <dgm:cxn modelId="{D1BB5643-B9B3-3340-8368-CA07F6BB6720}" srcId="{46208E7E-DA32-5D44-8CFF-F9F3123CE220}" destId="{2AA56965-3BB8-314C-A26E-0DAE1B7E366B}" srcOrd="1" destOrd="0" parTransId="{F396003B-78FE-6B41-93AC-8A8A4D6D5A5D}" sibTransId="{6E0C128E-23D0-1E43-9E29-54A438C8614E}"/>
    <dgm:cxn modelId="{2682C643-C4A5-5144-B2AE-EB64367CBBC0}" srcId="{FF57F7FB-B87A-6048-B875-AE79AAFFC544}" destId="{46208E7E-DA32-5D44-8CFF-F9F3123CE220}" srcOrd="2" destOrd="0" parTransId="{41766CAC-26CB-8243-917F-63A5B47E603A}" sibTransId="{20F99F31-7B36-D542-9AF0-B1271EE8A8A5}"/>
    <dgm:cxn modelId="{6DD03F45-5259-DB48-B3B5-CC8BE8B455C6}" type="presOf" srcId="{4BACF078-47AC-7D49-A6CE-69C13F989F9F}" destId="{A51100AC-9FD2-CF44-8D64-8F2173E89E52}" srcOrd="0" destOrd="0" presId="urn:microsoft.com/office/officeart/2005/8/layout/orgChart1"/>
    <dgm:cxn modelId="{BAD6B749-6DBF-A74B-A9C8-1E502C064F93}" srcId="{07C6D865-5B5E-B943-BACB-A8788A7273BF}" destId="{E5006E21-A5AC-444F-9413-88A309CFCED1}" srcOrd="3" destOrd="0" parTransId="{3194BA34-1796-184D-AE2A-6914ECE3C153}" sibTransId="{DA1C855E-318D-E24A-826B-AE3A76F77EE2}"/>
    <dgm:cxn modelId="{73F9D249-BCD4-EE47-A69A-6B4A688612AC}" type="presOf" srcId="{6D784040-95CC-2D40-9629-2FDCC87B0935}" destId="{1390DFE0-126F-D44B-B343-487EE18CEC5B}" srcOrd="0" destOrd="0" presId="urn:microsoft.com/office/officeart/2005/8/layout/orgChart1"/>
    <dgm:cxn modelId="{81BC0F4B-BFD9-B845-B8EF-8FF8C61C81D8}" type="presOf" srcId="{2AA56965-3BB8-314C-A26E-0DAE1B7E366B}" destId="{9CF669F3-AC69-CA48-82AE-912A199BAD1B}" srcOrd="0" destOrd="0" presId="urn:microsoft.com/office/officeart/2005/8/layout/orgChart1"/>
    <dgm:cxn modelId="{F47B484E-203A-8942-8800-236138FDA586}" type="presOf" srcId="{C65A3EF8-15D7-074E-A781-7FAF289918D4}" destId="{8C220951-39F7-6F48-AC53-23110396D1A6}" srcOrd="1" destOrd="0" presId="urn:microsoft.com/office/officeart/2005/8/layout/orgChart1"/>
    <dgm:cxn modelId="{43A62F52-494D-3E46-8697-ED1045756363}" srcId="{FF57F7FB-B87A-6048-B875-AE79AAFFC544}" destId="{07C6D865-5B5E-B943-BACB-A8788A7273BF}" srcOrd="1" destOrd="0" parTransId="{75FEBE6A-1686-574F-A587-0E459BEEB05E}" sibTransId="{3BE92AD4-4B31-BA45-81E1-CE81935A01B6}"/>
    <dgm:cxn modelId="{F0D44556-266F-334C-869B-A6565D1BE440}" srcId="{46208E7E-DA32-5D44-8CFF-F9F3123CE220}" destId="{5989C73C-D86E-0747-AE60-648683F54899}" srcOrd="0" destOrd="0" parTransId="{6D784040-95CC-2D40-9629-2FDCC87B0935}" sibTransId="{51F201B5-A83A-E148-89A8-FA1874550586}"/>
    <dgm:cxn modelId="{78E12E5A-25D9-434B-82E2-216FFAF5EFC5}" type="presOf" srcId="{6FAFDFC0-4215-C541-9080-A4452E6F45F7}" destId="{4A78517A-1018-4645-B659-45F5FD6AD2B7}" srcOrd="0" destOrd="0" presId="urn:microsoft.com/office/officeart/2005/8/layout/orgChart1"/>
    <dgm:cxn modelId="{6704C15A-B197-F040-A01E-BDEF23B42BA5}" type="presOf" srcId="{F48B4B45-4D2E-4A45-BC2E-62B950F6D972}" destId="{7DE93242-62AE-F04B-8546-8C799125848B}" srcOrd="0" destOrd="0" presId="urn:microsoft.com/office/officeart/2005/8/layout/orgChart1"/>
    <dgm:cxn modelId="{4DF5585D-4E3A-E642-8D4D-989944182C44}" type="presOf" srcId="{E3742763-AD8F-CD4B-80BB-66BE8D330972}" destId="{5A92DF72-7126-2C40-89D7-98EED2FD9947}" srcOrd="0" destOrd="0" presId="urn:microsoft.com/office/officeart/2005/8/layout/orgChart1"/>
    <dgm:cxn modelId="{AB14BA65-BB95-4243-9903-D150B75CE414}" type="presOf" srcId="{E5006E21-A5AC-444F-9413-88A309CFCED1}" destId="{73489660-444A-D549-A607-AFD34322E914}" srcOrd="1" destOrd="0" presId="urn:microsoft.com/office/officeart/2005/8/layout/orgChart1"/>
    <dgm:cxn modelId="{AA69FD67-5E8F-6F45-9EB1-688366BB648E}" type="presOf" srcId="{8741F8CE-FC9A-DD4E-8D01-306ADA12182C}" destId="{0E7C27A3-CA6F-3845-8533-4AB8DDB7B4B4}" srcOrd="0" destOrd="0" presId="urn:microsoft.com/office/officeart/2005/8/layout/orgChart1"/>
    <dgm:cxn modelId="{E533E46C-03D5-F84A-9118-79D359BABFC8}" srcId="{FF57F7FB-B87A-6048-B875-AE79AAFFC544}" destId="{CDB964D7-8700-0342-B879-C20AB862CDDA}" srcOrd="0" destOrd="0" parTransId="{5FA473BF-0A93-C649-B4AC-06352A48D69F}" sibTransId="{FAFF99F9-B7A6-6945-BD27-882C1EFE2596}"/>
    <dgm:cxn modelId="{602AF375-6336-2447-AFAA-AB20176B6F05}" type="presOf" srcId="{CDB964D7-8700-0342-B879-C20AB862CDDA}" destId="{0ACE60D4-3A8B-8A4C-B400-32056CD8E459}" srcOrd="0" destOrd="0" presId="urn:microsoft.com/office/officeart/2005/8/layout/orgChart1"/>
    <dgm:cxn modelId="{CA0D5376-1D03-0B40-A17C-87609594EE47}" srcId="{46208E7E-DA32-5D44-8CFF-F9F3123CE220}" destId="{40C6E1FD-6D76-C34E-B492-D324FEAFFCF3}" srcOrd="3" destOrd="0" parTransId="{6FAFDFC0-4215-C541-9080-A4452E6F45F7}" sibTransId="{926909ED-3807-174B-AC02-6D128FF7D0BA}"/>
    <dgm:cxn modelId="{4E5F8576-B99D-6543-BABA-2DF06E049E9B}" type="presOf" srcId="{2544D081-B616-5942-AB2D-8509708A3E21}" destId="{A495FB77-ABA2-4647-8D38-85BAB328983C}" srcOrd="0" destOrd="0" presId="urn:microsoft.com/office/officeart/2005/8/layout/orgChart1"/>
    <dgm:cxn modelId="{EAA8A878-68DD-8042-A065-085647DCBB58}" type="presOf" srcId="{A6E8085B-E99E-1449-84D7-415FC4F23E91}" destId="{98CE9A16-DF29-2247-AA6F-3EBAFF1FECF4}" srcOrd="0" destOrd="0" presId="urn:microsoft.com/office/officeart/2005/8/layout/orgChart1"/>
    <dgm:cxn modelId="{94880279-96E0-B647-8BF3-A48BC6B20864}" type="presOf" srcId="{CDB964D7-8700-0342-B879-C20AB862CDDA}" destId="{4CC3695A-7998-0C47-B759-77C689B7EDAE}" srcOrd="1" destOrd="0" presId="urn:microsoft.com/office/officeart/2005/8/layout/orgChart1"/>
    <dgm:cxn modelId="{B90BCE7B-317E-EC48-84E8-E445D291E740}" srcId="{07C6D865-5B5E-B943-BACB-A8788A7273BF}" destId="{A6E8085B-E99E-1449-84D7-415FC4F23E91}" srcOrd="1" destOrd="0" parTransId="{395B9BC6-223C-F842-91F8-CD4CE887D02D}" sibTransId="{8F23736A-DCA0-E246-B24F-B7F2E5C7C681}"/>
    <dgm:cxn modelId="{0255CD7D-F0D0-FD41-965B-EDA347A82743}" srcId="{07C6D865-5B5E-B943-BACB-A8788A7273BF}" destId="{E32BF791-EF97-604B-8871-4497F7C2F1CA}" srcOrd="0" destOrd="0" parTransId="{F48B4B45-4D2E-4A45-BC2E-62B950F6D972}" sibTransId="{FC407BDF-FDBE-384D-8E37-3A07CE172284}"/>
    <dgm:cxn modelId="{A2ABB17F-D4EC-F142-8E22-807309763CBF}" type="presOf" srcId="{E6F67013-1BF9-5D4F-BCD2-E65582B50AF5}" destId="{72E36D31-5A8D-544F-99C6-998E9EF8FEEC}" srcOrd="1" destOrd="0" presId="urn:microsoft.com/office/officeart/2005/8/layout/orgChart1"/>
    <dgm:cxn modelId="{7AFAEF83-F250-2B40-BF2F-4870967E17A2}" type="presOf" srcId="{40C6E1FD-6D76-C34E-B492-D324FEAFFCF3}" destId="{48132FA9-0640-4845-9731-CB880B8A4F23}" srcOrd="0" destOrd="0" presId="urn:microsoft.com/office/officeart/2005/8/layout/orgChart1"/>
    <dgm:cxn modelId="{AAC65891-ADC6-A647-9B44-A5D2DD56BC92}" type="presOf" srcId="{7FAD456D-F8B0-5E4A-A27B-B8EF68A865A6}" destId="{110AA594-8225-5041-9430-84096D0077CD}" srcOrd="0" destOrd="0" presId="urn:microsoft.com/office/officeart/2005/8/layout/orgChart1"/>
    <dgm:cxn modelId="{2EB1C09E-9418-FE4A-9056-CD5681020F9F}" type="presOf" srcId="{5FA473BF-0A93-C649-B4AC-06352A48D69F}" destId="{0234B52C-DE50-924A-99AA-1F87496AF7D9}" srcOrd="0" destOrd="0" presId="urn:microsoft.com/office/officeart/2005/8/layout/orgChart1"/>
    <dgm:cxn modelId="{0CF7709F-829C-C344-9BFA-AAA30CF1F2C2}" type="presOf" srcId="{07C6D865-5B5E-B943-BACB-A8788A7273BF}" destId="{C63E5DAE-9C6F-AC4A-A6A3-8BB79781722D}" srcOrd="0" destOrd="0" presId="urn:microsoft.com/office/officeart/2005/8/layout/orgChart1"/>
    <dgm:cxn modelId="{B68103A3-A6D6-B543-96B9-11134F24F250}" type="presOf" srcId="{A6E8085B-E99E-1449-84D7-415FC4F23E91}" destId="{4F40A2C6-FA33-6D4A-96C7-1D6479A70B42}" srcOrd="1" destOrd="0" presId="urn:microsoft.com/office/officeart/2005/8/layout/orgChart1"/>
    <dgm:cxn modelId="{4D0B74A3-B44A-BC48-AD4B-E8A2EBAD3D7F}" type="presOf" srcId="{BEED1F98-FA7F-5A45-BF5C-C0AEA4031C5E}" destId="{F82A7982-593A-B846-A67A-13ED82AE308A}" srcOrd="0" destOrd="0" presId="urn:microsoft.com/office/officeart/2005/8/layout/orgChart1"/>
    <dgm:cxn modelId="{B1B045A5-BB7C-5A45-865C-5015495B41C0}" type="presOf" srcId="{0646B845-5EB5-8448-9D2D-E50E9C0A6122}" destId="{915C88EA-F44F-BF43-9B29-1E70AAEB4720}" srcOrd="1" destOrd="0" presId="urn:microsoft.com/office/officeart/2005/8/layout/orgChart1"/>
    <dgm:cxn modelId="{591AC2A7-570B-BE4A-B69A-5C3AD3571D1A}" srcId="{07C6D865-5B5E-B943-BACB-A8788A7273BF}" destId="{8741F8CE-FC9A-DD4E-8D01-306ADA12182C}" srcOrd="2" destOrd="0" parTransId="{DCE4C277-3131-884E-8EBE-A018B7C7EC12}" sibTransId="{8032149B-B8FB-094B-BAFA-96139CA26F3A}"/>
    <dgm:cxn modelId="{FE746FAC-C355-FE4B-A1BD-7B9FDA633062}" type="presOf" srcId="{40C6E1FD-6D76-C34E-B492-D324FEAFFCF3}" destId="{695DA95A-6318-D741-B1F9-F033EDA63CA6}" srcOrd="1" destOrd="0" presId="urn:microsoft.com/office/officeart/2005/8/layout/orgChart1"/>
    <dgm:cxn modelId="{260493AC-EAFF-004A-9710-72236CF54994}" srcId="{FF57F7FB-B87A-6048-B875-AE79AAFFC544}" destId="{E6F67013-1BF9-5D4F-BCD2-E65582B50AF5}" srcOrd="3" destOrd="0" parTransId="{E3742763-AD8F-CD4B-80BB-66BE8D330972}" sibTransId="{37D2EFC6-C88F-464B-9C8C-B1ABF03145F0}"/>
    <dgm:cxn modelId="{95AAE6AD-F828-6D46-AC6B-FC1DBEA5A3F6}" srcId="{46208E7E-DA32-5D44-8CFF-F9F3123CE220}" destId="{C65A3EF8-15D7-074E-A781-7FAF289918D4}" srcOrd="2" destOrd="0" parTransId="{487BAC22-D704-A54E-9352-F9BB4B8DF724}" sibTransId="{9E36B35A-8E6F-E34D-B28E-198990EF8045}"/>
    <dgm:cxn modelId="{321125B1-10C6-B949-8B1D-2B3496BC5CB0}" type="presOf" srcId="{FF57F7FB-B87A-6048-B875-AE79AAFFC544}" destId="{2CDB067D-DB6A-D946-BAF4-89BDB0E6D783}" srcOrd="1" destOrd="0" presId="urn:microsoft.com/office/officeart/2005/8/layout/orgChart1"/>
    <dgm:cxn modelId="{F1EED4B1-2BB1-9B41-A5B4-949A72D975F2}" srcId="{CDB964D7-8700-0342-B879-C20AB862CDDA}" destId="{DB94F868-29A5-0E42-AAEC-DE1D19F9B357}" srcOrd="3" destOrd="0" parTransId="{7FAD456D-F8B0-5E4A-A27B-B8EF68A865A6}" sibTransId="{AB5A66D8-D650-D347-9E60-E93E835B72B0}"/>
    <dgm:cxn modelId="{5C1D4EB3-7B32-6D41-B5ED-19BFE3D26611}" type="presOf" srcId="{3194BA34-1796-184D-AE2A-6914ECE3C153}" destId="{02AB6E05-151F-3049-8BC2-546863A6F2C9}" srcOrd="0" destOrd="0" presId="urn:microsoft.com/office/officeart/2005/8/layout/orgChart1"/>
    <dgm:cxn modelId="{D8B77AB4-0D68-B949-800F-3EE7B866FBB9}" type="presOf" srcId="{07C6D865-5B5E-B943-BACB-A8788A7273BF}" destId="{3545809E-6620-664D-BE46-9398AF7037DB}" srcOrd="1" destOrd="0" presId="urn:microsoft.com/office/officeart/2005/8/layout/orgChart1"/>
    <dgm:cxn modelId="{1B0797B5-E3C4-064E-AB84-4A61D877C4D7}" type="presOf" srcId="{487BAC22-D704-A54E-9352-F9BB4B8DF724}" destId="{93E80D89-F8B8-8D4E-8450-81BD3998FCBA}" srcOrd="0" destOrd="0" presId="urn:microsoft.com/office/officeart/2005/8/layout/orgChart1"/>
    <dgm:cxn modelId="{CA5EC2B9-3F58-E34E-88E0-018B03345C9F}" type="presOf" srcId="{DB94F868-29A5-0E42-AAEC-DE1D19F9B357}" destId="{C97497F6-4896-B94B-A038-E2FDE701193D}" srcOrd="0" destOrd="0" presId="urn:microsoft.com/office/officeart/2005/8/layout/orgChart1"/>
    <dgm:cxn modelId="{E873E6B9-6304-D240-977E-3F2E0D55493D}" type="presOf" srcId="{8741F8CE-FC9A-DD4E-8D01-306ADA12182C}" destId="{62B37847-F4FF-274B-B502-EE20EC68BA4C}" srcOrd="1" destOrd="0" presId="urn:microsoft.com/office/officeart/2005/8/layout/orgChart1"/>
    <dgm:cxn modelId="{FDF66BBB-0D2A-F049-89CB-DA635A63392D}" type="presOf" srcId="{DCE4C277-3131-884E-8EBE-A018B7C7EC12}" destId="{AEB61A4C-DB5B-4D40-A52A-BC55FACEE9E2}" srcOrd="0" destOrd="0" presId="urn:microsoft.com/office/officeart/2005/8/layout/orgChart1"/>
    <dgm:cxn modelId="{0FA41ABF-2E18-1141-BA8E-999DFA1E6130}" type="presOf" srcId="{EB521D15-1D98-734B-B217-3E22E5F01DE4}" destId="{B1ACAE18-B97A-854D-8016-3527B479807F}" srcOrd="0" destOrd="0" presId="urn:microsoft.com/office/officeart/2005/8/layout/orgChart1"/>
    <dgm:cxn modelId="{0018C4CA-DADF-BD43-881B-F57BC8A8573D}" srcId="{CDB964D7-8700-0342-B879-C20AB862CDDA}" destId="{0646B845-5EB5-8448-9D2D-E50E9C0A6122}" srcOrd="2" destOrd="0" parTransId="{24322064-0CE9-0B49-9425-DB26B0273B38}" sibTransId="{F57E6836-2948-9B4A-9636-CFD1047B0E7B}"/>
    <dgm:cxn modelId="{4DE0A3CC-B040-7144-9513-4AF281F519C5}" type="presOf" srcId="{5989C73C-D86E-0747-AE60-648683F54899}" destId="{693BE6E6-D001-1443-853D-EF15B1E48BAA}" srcOrd="1" destOrd="0" presId="urn:microsoft.com/office/officeart/2005/8/layout/orgChart1"/>
    <dgm:cxn modelId="{D5A9E9D9-04EB-944A-8A11-91B37D0683B4}" type="presOf" srcId="{2AA56965-3BB8-314C-A26E-0DAE1B7E366B}" destId="{71452AC1-E617-3B49-90AD-7E3EF4AADEE1}" srcOrd="1" destOrd="0" presId="urn:microsoft.com/office/officeart/2005/8/layout/orgChart1"/>
    <dgm:cxn modelId="{D944B7E9-5A3B-FF48-AD39-442D81AF772F}" type="presOf" srcId="{E6F67013-1BF9-5D4F-BCD2-E65582B50AF5}" destId="{3139F6B1-0ADA-1644-91CB-8F1730E2A453}" srcOrd="0" destOrd="0" presId="urn:microsoft.com/office/officeart/2005/8/layout/orgChart1"/>
    <dgm:cxn modelId="{16A1C8E9-8308-6F4A-A055-14115C4CE436}" type="presOf" srcId="{0646B845-5EB5-8448-9D2D-E50E9C0A6122}" destId="{2C8489E8-7C9B-8B40-8C51-ADBDADDE6F95}" srcOrd="0" destOrd="0" presId="urn:microsoft.com/office/officeart/2005/8/layout/orgChart1"/>
    <dgm:cxn modelId="{EBC948F6-2BF3-A54F-85F0-853F5A0DDD19}" srcId="{CDB964D7-8700-0342-B879-C20AB862CDDA}" destId="{15AF9719-F71F-2D48-B36D-A26F72831E17}" srcOrd="1" destOrd="0" parTransId="{EB521D15-1D98-734B-B217-3E22E5F01DE4}" sibTransId="{B496E988-DD09-204E-A3DA-F3BF62FD5D68}"/>
    <dgm:cxn modelId="{789274F9-1682-7449-94D7-8EF9769CDED7}" type="presOf" srcId="{F396003B-78FE-6B41-93AC-8A8A4D6D5A5D}" destId="{9AF1626A-2A1E-294A-9996-4098954FD4F0}" srcOrd="0" destOrd="0" presId="urn:microsoft.com/office/officeart/2005/8/layout/orgChart1"/>
    <dgm:cxn modelId="{811887F9-17C1-0048-BD17-202825AEBB7F}" type="presOf" srcId="{46208E7E-DA32-5D44-8CFF-F9F3123CE220}" destId="{6BE711D1-2E5F-5D42-B613-B2DB010E5313}" srcOrd="1" destOrd="0" presId="urn:microsoft.com/office/officeart/2005/8/layout/orgChart1"/>
    <dgm:cxn modelId="{91F101FA-D0AF-B649-BCB6-F9F4B4C4DE01}" type="presOf" srcId="{41766CAC-26CB-8243-917F-63A5B47E603A}" destId="{F7BA5385-AF9B-5A4D-9E8F-1759EEF9D527}" srcOrd="0" destOrd="0" presId="urn:microsoft.com/office/officeart/2005/8/layout/orgChart1"/>
    <dgm:cxn modelId="{BCE55BFA-0F05-294E-A2BA-F784AE42ACD3}" type="presOf" srcId="{E32BF791-EF97-604B-8871-4497F7C2F1CA}" destId="{FF72646D-BA2A-0E41-9AFF-F5B88C8D7848}" srcOrd="1" destOrd="0" presId="urn:microsoft.com/office/officeart/2005/8/layout/orgChart1"/>
    <dgm:cxn modelId="{6FB8D1FB-7B1E-E348-8412-2F6E3572467A}" type="presOf" srcId="{15AF9719-F71F-2D48-B36D-A26F72831E17}" destId="{48EDB0E2-86E8-2F4C-9396-AF9A48F7BF55}" srcOrd="0" destOrd="0" presId="urn:microsoft.com/office/officeart/2005/8/layout/orgChart1"/>
    <dgm:cxn modelId="{14C8B6FF-6335-D742-9EB6-2583A4488D21}" type="presOf" srcId="{FF57F7FB-B87A-6048-B875-AE79AAFFC544}" destId="{AAF05A4A-3F8B-0A4A-BC34-C79C8B89757D}" srcOrd="0" destOrd="0" presId="urn:microsoft.com/office/officeart/2005/8/layout/orgChart1"/>
    <dgm:cxn modelId="{18A59C6F-7AF1-2348-AA0E-0E070A14E395}" type="presParOf" srcId="{A495FB77-ABA2-4647-8D38-85BAB328983C}" destId="{D429A6F7-1F90-254A-AAA6-200D23DD0673}" srcOrd="0" destOrd="0" presId="urn:microsoft.com/office/officeart/2005/8/layout/orgChart1"/>
    <dgm:cxn modelId="{D556A7F9-7D00-7D45-9144-E77AFEDB7D1D}" type="presParOf" srcId="{D429A6F7-1F90-254A-AAA6-200D23DD0673}" destId="{9D1C8189-22BB-DF4E-95B8-81B079D89360}" srcOrd="0" destOrd="0" presId="urn:microsoft.com/office/officeart/2005/8/layout/orgChart1"/>
    <dgm:cxn modelId="{CE17E7F5-526F-BF4E-B700-91CA726B0D7F}" type="presParOf" srcId="{9D1C8189-22BB-DF4E-95B8-81B079D89360}" destId="{AAF05A4A-3F8B-0A4A-BC34-C79C8B89757D}" srcOrd="0" destOrd="0" presId="urn:microsoft.com/office/officeart/2005/8/layout/orgChart1"/>
    <dgm:cxn modelId="{EFC6C978-F968-7249-A89A-434941B0BF77}" type="presParOf" srcId="{9D1C8189-22BB-DF4E-95B8-81B079D89360}" destId="{2CDB067D-DB6A-D946-BAF4-89BDB0E6D783}" srcOrd="1" destOrd="0" presId="urn:microsoft.com/office/officeart/2005/8/layout/orgChart1"/>
    <dgm:cxn modelId="{1D5F0697-400A-4C4D-9BAD-CC98273BCA08}" type="presParOf" srcId="{D429A6F7-1F90-254A-AAA6-200D23DD0673}" destId="{40B466AC-36F8-3946-8966-C2B0DF39118E}" srcOrd="1" destOrd="0" presId="urn:microsoft.com/office/officeart/2005/8/layout/orgChart1"/>
    <dgm:cxn modelId="{8CA7D96C-7AE0-0143-9373-65C9A4498E9A}" type="presParOf" srcId="{40B466AC-36F8-3946-8966-C2B0DF39118E}" destId="{F9AF03C0-A211-C542-B5CB-23887E3445B6}" srcOrd="0" destOrd="0" presId="urn:microsoft.com/office/officeart/2005/8/layout/orgChart1"/>
    <dgm:cxn modelId="{B9702B21-7981-2743-B442-6A5A5E698038}" type="presParOf" srcId="{40B466AC-36F8-3946-8966-C2B0DF39118E}" destId="{A6F07175-CAAA-774C-9F09-36B18A95B0BE}" srcOrd="1" destOrd="0" presId="urn:microsoft.com/office/officeart/2005/8/layout/orgChart1"/>
    <dgm:cxn modelId="{AF4AC6FD-46A3-1A42-A01D-BE4C4CBE7399}" type="presParOf" srcId="{A6F07175-CAAA-774C-9F09-36B18A95B0BE}" destId="{2763341E-64B5-2F4C-B464-C0ACA36354DE}" srcOrd="0" destOrd="0" presId="urn:microsoft.com/office/officeart/2005/8/layout/orgChart1"/>
    <dgm:cxn modelId="{CFC0C2D2-9ED3-3D4C-B569-B4C61EAF8C98}" type="presParOf" srcId="{2763341E-64B5-2F4C-B464-C0ACA36354DE}" destId="{C63E5DAE-9C6F-AC4A-A6A3-8BB79781722D}" srcOrd="0" destOrd="0" presId="urn:microsoft.com/office/officeart/2005/8/layout/orgChart1"/>
    <dgm:cxn modelId="{CB189702-0334-BD42-9BA2-2A694A55E76F}" type="presParOf" srcId="{2763341E-64B5-2F4C-B464-C0ACA36354DE}" destId="{3545809E-6620-664D-BE46-9398AF7037DB}" srcOrd="1" destOrd="0" presId="urn:microsoft.com/office/officeart/2005/8/layout/orgChart1"/>
    <dgm:cxn modelId="{AB41C2BA-05D5-0849-9437-943DCCB4FFB2}" type="presParOf" srcId="{A6F07175-CAAA-774C-9F09-36B18A95B0BE}" destId="{61C1297A-4335-BE48-80BD-B973CCC3831B}" srcOrd="1" destOrd="0" presId="urn:microsoft.com/office/officeart/2005/8/layout/orgChart1"/>
    <dgm:cxn modelId="{86904670-3C91-B741-8EBF-1D5B523BEADC}" type="presParOf" srcId="{61C1297A-4335-BE48-80BD-B973CCC3831B}" destId="{7DE93242-62AE-F04B-8546-8C799125848B}" srcOrd="0" destOrd="0" presId="urn:microsoft.com/office/officeart/2005/8/layout/orgChart1"/>
    <dgm:cxn modelId="{06B0B139-DD24-544C-9844-12760FF77492}" type="presParOf" srcId="{61C1297A-4335-BE48-80BD-B973CCC3831B}" destId="{C84E6DED-6A7F-7D4E-9A24-3E1CDCED2ED2}" srcOrd="1" destOrd="0" presId="urn:microsoft.com/office/officeart/2005/8/layout/orgChart1"/>
    <dgm:cxn modelId="{C5C173DC-C89F-E544-A0A0-BCE090FB2B5C}" type="presParOf" srcId="{C84E6DED-6A7F-7D4E-9A24-3E1CDCED2ED2}" destId="{FCA962BA-507B-FE4E-A3AB-393F1511664C}" srcOrd="0" destOrd="0" presId="urn:microsoft.com/office/officeart/2005/8/layout/orgChart1"/>
    <dgm:cxn modelId="{F0037DE1-F65F-A24E-B7AE-9A2A44715A74}" type="presParOf" srcId="{FCA962BA-507B-FE4E-A3AB-393F1511664C}" destId="{C8141E52-A13D-1E4F-9883-802DB5FFD3CE}" srcOrd="0" destOrd="0" presId="urn:microsoft.com/office/officeart/2005/8/layout/orgChart1"/>
    <dgm:cxn modelId="{A1115C86-B942-014F-A5EE-7CA3FA9015D5}" type="presParOf" srcId="{FCA962BA-507B-FE4E-A3AB-393F1511664C}" destId="{FF72646D-BA2A-0E41-9AFF-F5B88C8D7848}" srcOrd="1" destOrd="0" presId="urn:microsoft.com/office/officeart/2005/8/layout/orgChart1"/>
    <dgm:cxn modelId="{5652225D-CA36-B64E-822A-754A53BF95BB}" type="presParOf" srcId="{C84E6DED-6A7F-7D4E-9A24-3E1CDCED2ED2}" destId="{B210CD1E-896F-C244-9EF1-C663EED412E1}" srcOrd="1" destOrd="0" presId="urn:microsoft.com/office/officeart/2005/8/layout/orgChart1"/>
    <dgm:cxn modelId="{BE535867-3141-BE4B-BBBB-BA350493E154}" type="presParOf" srcId="{C84E6DED-6A7F-7D4E-9A24-3E1CDCED2ED2}" destId="{9C661624-5F99-0A49-A0FA-5D6EA1D19AE2}" srcOrd="2" destOrd="0" presId="urn:microsoft.com/office/officeart/2005/8/layout/orgChart1"/>
    <dgm:cxn modelId="{A18C71DE-C0EB-684C-853B-A31128B12F54}" type="presParOf" srcId="{61C1297A-4335-BE48-80BD-B973CCC3831B}" destId="{0465617D-D529-DF4A-9855-D162FF413A5A}" srcOrd="2" destOrd="0" presId="urn:microsoft.com/office/officeart/2005/8/layout/orgChart1"/>
    <dgm:cxn modelId="{FEC0C156-7E14-114A-9491-E54083840899}" type="presParOf" srcId="{61C1297A-4335-BE48-80BD-B973CCC3831B}" destId="{C61A0A28-9CD1-E44D-A8D5-D67F842B159B}" srcOrd="3" destOrd="0" presId="urn:microsoft.com/office/officeart/2005/8/layout/orgChart1"/>
    <dgm:cxn modelId="{DAE0835F-A485-BA43-A138-F035E35989B5}" type="presParOf" srcId="{C61A0A28-9CD1-E44D-A8D5-D67F842B159B}" destId="{5FBB3A9D-2EFF-B048-AF22-96A3434784EB}" srcOrd="0" destOrd="0" presId="urn:microsoft.com/office/officeart/2005/8/layout/orgChart1"/>
    <dgm:cxn modelId="{A5C86480-8FD5-4D4C-9602-00ED97925417}" type="presParOf" srcId="{5FBB3A9D-2EFF-B048-AF22-96A3434784EB}" destId="{98CE9A16-DF29-2247-AA6F-3EBAFF1FECF4}" srcOrd="0" destOrd="0" presId="urn:microsoft.com/office/officeart/2005/8/layout/orgChart1"/>
    <dgm:cxn modelId="{6E77549A-82DB-9D43-B8A6-26CDB2E3B6E6}" type="presParOf" srcId="{5FBB3A9D-2EFF-B048-AF22-96A3434784EB}" destId="{4F40A2C6-FA33-6D4A-96C7-1D6479A70B42}" srcOrd="1" destOrd="0" presId="urn:microsoft.com/office/officeart/2005/8/layout/orgChart1"/>
    <dgm:cxn modelId="{72EAE60F-29BF-1545-8252-2C1431B4D31A}" type="presParOf" srcId="{C61A0A28-9CD1-E44D-A8D5-D67F842B159B}" destId="{655C78B7-592D-754D-9C8E-8F5E8D7DDB9E}" srcOrd="1" destOrd="0" presId="urn:microsoft.com/office/officeart/2005/8/layout/orgChart1"/>
    <dgm:cxn modelId="{11D2CB48-C978-444E-A7E4-78AC9B372926}" type="presParOf" srcId="{C61A0A28-9CD1-E44D-A8D5-D67F842B159B}" destId="{661D25F6-BD99-4343-B95F-C7B9084A283A}" srcOrd="2" destOrd="0" presId="urn:microsoft.com/office/officeart/2005/8/layout/orgChart1"/>
    <dgm:cxn modelId="{779BE222-1B8F-7A45-9F90-DDCB01B5AC4A}" type="presParOf" srcId="{61C1297A-4335-BE48-80BD-B973CCC3831B}" destId="{AEB61A4C-DB5B-4D40-A52A-BC55FACEE9E2}" srcOrd="4" destOrd="0" presId="urn:microsoft.com/office/officeart/2005/8/layout/orgChart1"/>
    <dgm:cxn modelId="{7093EEE5-74B3-E445-A121-FA63B35EA02D}" type="presParOf" srcId="{61C1297A-4335-BE48-80BD-B973CCC3831B}" destId="{043472C0-113E-DB42-9BE2-91C83D821C27}" srcOrd="5" destOrd="0" presId="urn:microsoft.com/office/officeart/2005/8/layout/orgChart1"/>
    <dgm:cxn modelId="{F569AC9C-C704-2543-A7B2-7B65DF8B146C}" type="presParOf" srcId="{043472C0-113E-DB42-9BE2-91C83D821C27}" destId="{4B2189C7-C7E6-D941-8AB8-6572A69B652F}" srcOrd="0" destOrd="0" presId="urn:microsoft.com/office/officeart/2005/8/layout/orgChart1"/>
    <dgm:cxn modelId="{827138A2-48B9-8D49-B645-3A34A1C1018E}" type="presParOf" srcId="{4B2189C7-C7E6-D941-8AB8-6572A69B652F}" destId="{0E7C27A3-CA6F-3845-8533-4AB8DDB7B4B4}" srcOrd="0" destOrd="0" presId="urn:microsoft.com/office/officeart/2005/8/layout/orgChart1"/>
    <dgm:cxn modelId="{1D351111-D0A0-DE4A-8B89-5C4BAD733538}" type="presParOf" srcId="{4B2189C7-C7E6-D941-8AB8-6572A69B652F}" destId="{62B37847-F4FF-274B-B502-EE20EC68BA4C}" srcOrd="1" destOrd="0" presId="urn:microsoft.com/office/officeart/2005/8/layout/orgChart1"/>
    <dgm:cxn modelId="{F75AAE0D-9A9B-C84E-BA98-E7B0867D7245}" type="presParOf" srcId="{043472C0-113E-DB42-9BE2-91C83D821C27}" destId="{6FFA5D50-AA22-DC4D-BCC4-3AB7929BE306}" srcOrd="1" destOrd="0" presId="urn:microsoft.com/office/officeart/2005/8/layout/orgChart1"/>
    <dgm:cxn modelId="{D90D2447-75BA-8943-8D19-88DE40170ED8}" type="presParOf" srcId="{043472C0-113E-DB42-9BE2-91C83D821C27}" destId="{701BC03F-32BC-4D41-8642-0E579D8F35CC}" srcOrd="2" destOrd="0" presId="urn:microsoft.com/office/officeart/2005/8/layout/orgChart1"/>
    <dgm:cxn modelId="{642772BF-D646-0F47-A66A-D024DE1B03FE}" type="presParOf" srcId="{61C1297A-4335-BE48-80BD-B973CCC3831B}" destId="{02AB6E05-151F-3049-8BC2-546863A6F2C9}" srcOrd="6" destOrd="0" presId="urn:microsoft.com/office/officeart/2005/8/layout/orgChart1"/>
    <dgm:cxn modelId="{35BE2C5B-4CC3-2C42-A913-7B2C8E2F5B72}" type="presParOf" srcId="{61C1297A-4335-BE48-80BD-B973CCC3831B}" destId="{9BFE964C-FD6F-2F40-8A0C-4E2D7DBB9ADB}" srcOrd="7" destOrd="0" presId="urn:microsoft.com/office/officeart/2005/8/layout/orgChart1"/>
    <dgm:cxn modelId="{95D7CCBF-37D4-0042-9E1C-DA4DF0681592}" type="presParOf" srcId="{9BFE964C-FD6F-2F40-8A0C-4E2D7DBB9ADB}" destId="{56ACC68F-3EE1-7E46-A0B7-23A471ECE204}" srcOrd="0" destOrd="0" presId="urn:microsoft.com/office/officeart/2005/8/layout/orgChart1"/>
    <dgm:cxn modelId="{01A905C5-5D99-0145-8D82-FC6F8979F298}" type="presParOf" srcId="{56ACC68F-3EE1-7E46-A0B7-23A471ECE204}" destId="{775D63E6-9238-CA41-8318-D2A5EFA98C7D}" srcOrd="0" destOrd="0" presId="urn:microsoft.com/office/officeart/2005/8/layout/orgChart1"/>
    <dgm:cxn modelId="{C01C5AA0-42D6-AB48-B103-2ABF47B6B7FF}" type="presParOf" srcId="{56ACC68F-3EE1-7E46-A0B7-23A471ECE204}" destId="{73489660-444A-D549-A607-AFD34322E914}" srcOrd="1" destOrd="0" presId="urn:microsoft.com/office/officeart/2005/8/layout/orgChart1"/>
    <dgm:cxn modelId="{4F144C48-3949-F441-AF4C-F9A2DE2AB601}" type="presParOf" srcId="{9BFE964C-FD6F-2F40-8A0C-4E2D7DBB9ADB}" destId="{13DDB704-2855-2846-B0C9-A18FEABCB5C1}" srcOrd="1" destOrd="0" presId="urn:microsoft.com/office/officeart/2005/8/layout/orgChart1"/>
    <dgm:cxn modelId="{A20AD299-57DE-234D-B888-9DD0619E9FED}" type="presParOf" srcId="{9BFE964C-FD6F-2F40-8A0C-4E2D7DBB9ADB}" destId="{CF021922-5F8F-6241-89A6-2095B5B6DE27}" srcOrd="2" destOrd="0" presId="urn:microsoft.com/office/officeart/2005/8/layout/orgChart1"/>
    <dgm:cxn modelId="{3083340B-846F-6946-94C5-3B6B85A95EEF}" type="presParOf" srcId="{A6F07175-CAAA-774C-9F09-36B18A95B0BE}" destId="{0303C4E3-C8AD-EE4B-9F3E-DACBE52670C3}" srcOrd="2" destOrd="0" presId="urn:microsoft.com/office/officeart/2005/8/layout/orgChart1"/>
    <dgm:cxn modelId="{1D4DF3A7-BAE6-0342-AAAD-C934F811B155}" type="presParOf" srcId="{40B466AC-36F8-3946-8966-C2B0DF39118E}" destId="{F7BA5385-AF9B-5A4D-9E8F-1759EEF9D527}" srcOrd="2" destOrd="0" presId="urn:microsoft.com/office/officeart/2005/8/layout/orgChart1"/>
    <dgm:cxn modelId="{3B3A8CAC-D906-D145-AF76-C069BE8ECEB3}" type="presParOf" srcId="{40B466AC-36F8-3946-8966-C2B0DF39118E}" destId="{47466659-0AD9-594F-BD5A-41B1339841FC}" srcOrd="3" destOrd="0" presId="urn:microsoft.com/office/officeart/2005/8/layout/orgChart1"/>
    <dgm:cxn modelId="{852D28A8-3E5E-B546-927C-B2EFDC7FA3C4}" type="presParOf" srcId="{47466659-0AD9-594F-BD5A-41B1339841FC}" destId="{ED7522CB-F8C9-8E41-A075-692C550B5FAB}" srcOrd="0" destOrd="0" presId="urn:microsoft.com/office/officeart/2005/8/layout/orgChart1"/>
    <dgm:cxn modelId="{B93F4A79-2C48-2143-AA29-80A911378ECC}" type="presParOf" srcId="{ED7522CB-F8C9-8E41-A075-692C550B5FAB}" destId="{0F144BBB-97E0-814D-9D78-FB551C0458A1}" srcOrd="0" destOrd="0" presId="urn:microsoft.com/office/officeart/2005/8/layout/orgChart1"/>
    <dgm:cxn modelId="{9AD82D2D-0BEB-D74C-8DA3-1756B5117D35}" type="presParOf" srcId="{ED7522CB-F8C9-8E41-A075-692C550B5FAB}" destId="{6BE711D1-2E5F-5D42-B613-B2DB010E5313}" srcOrd="1" destOrd="0" presId="urn:microsoft.com/office/officeart/2005/8/layout/orgChart1"/>
    <dgm:cxn modelId="{DB574298-6555-2147-8F9E-930B26CC59E5}" type="presParOf" srcId="{47466659-0AD9-594F-BD5A-41B1339841FC}" destId="{47182F6D-15B1-AD4A-BDFE-86D414B0D4DB}" srcOrd="1" destOrd="0" presId="urn:microsoft.com/office/officeart/2005/8/layout/orgChart1"/>
    <dgm:cxn modelId="{0B2D3DE6-F640-AE41-98CD-3FB99BB85063}" type="presParOf" srcId="{47182F6D-15B1-AD4A-BDFE-86D414B0D4DB}" destId="{1390DFE0-126F-D44B-B343-487EE18CEC5B}" srcOrd="0" destOrd="0" presId="urn:microsoft.com/office/officeart/2005/8/layout/orgChart1"/>
    <dgm:cxn modelId="{CF2F2ECC-483F-154D-816B-05B72D98FB16}" type="presParOf" srcId="{47182F6D-15B1-AD4A-BDFE-86D414B0D4DB}" destId="{CA258C32-3DB5-9C4D-A90C-45BDEBD32F1F}" srcOrd="1" destOrd="0" presId="urn:microsoft.com/office/officeart/2005/8/layout/orgChart1"/>
    <dgm:cxn modelId="{FA7E731B-165F-914D-BC40-D842D39CF54F}" type="presParOf" srcId="{CA258C32-3DB5-9C4D-A90C-45BDEBD32F1F}" destId="{0E5B26B4-DBC7-6C4B-A339-4DAB509C751E}" srcOrd="0" destOrd="0" presId="urn:microsoft.com/office/officeart/2005/8/layout/orgChart1"/>
    <dgm:cxn modelId="{8258D27B-4B19-804D-A576-CDCB03CCBA10}" type="presParOf" srcId="{0E5B26B4-DBC7-6C4B-A339-4DAB509C751E}" destId="{5475B8C3-9F2A-5F49-9DC3-FC9EBDF7C617}" srcOrd="0" destOrd="0" presId="urn:microsoft.com/office/officeart/2005/8/layout/orgChart1"/>
    <dgm:cxn modelId="{DFA113A2-DA85-DC47-91B7-34D864DC19FC}" type="presParOf" srcId="{0E5B26B4-DBC7-6C4B-A339-4DAB509C751E}" destId="{693BE6E6-D001-1443-853D-EF15B1E48BAA}" srcOrd="1" destOrd="0" presId="urn:microsoft.com/office/officeart/2005/8/layout/orgChart1"/>
    <dgm:cxn modelId="{93E41BE7-9B90-C44A-948D-58A6B8300DD7}" type="presParOf" srcId="{CA258C32-3DB5-9C4D-A90C-45BDEBD32F1F}" destId="{16650ED0-3F0E-0448-B07F-0A6516F9E662}" srcOrd="1" destOrd="0" presId="urn:microsoft.com/office/officeart/2005/8/layout/orgChart1"/>
    <dgm:cxn modelId="{8FC0ECDE-4202-7645-9B02-D9A07795F101}" type="presParOf" srcId="{CA258C32-3DB5-9C4D-A90C-45BDEBD32F1F}" destId="{6B45581D-F560-8647-A657-52FCFCAE55E2}" srcOrd="2" destOrd="0" presId="urn:microsoft.com/office/officeart/2005/8/layout/orgChart1"/>
    <dgm:cxn modelId="{3006C7AA-F576-3D44-8CC7-D00036E1C604}" type="presParOf" srcId="{47182F6D-15B1-AD4A-BDFE-86D414B0D4DB}" destId="{9AF1626A-2A1E-294A-9996-4098954FD4F0}" srcOrd="2" destOrd="0" presId="urn:microsoft.com/office/officeart/2005/8/layout/orgChart1"/>
    <dgm:cxn modelId="{DF90A1BE-C7FB-7443-BBD9-BDB65AE3114A}" type="presParOf" srcId="{47182F6D-15B1-AD4A-BDFE-86D414B0D4DB}" destId="{BE2EF5AA-78FB-2A45-8803-ECD0619AE2B1}" srcOrd="3" destOrd="0" presId="urn:microsoft.com/office/officeart/2005/8/layout/orgChart1"/>
    <dgm:cxn modelId="{05BB79AC-FD68-784B-A321-1BE4029B52BE}" type="presParOf" srcId="{BE2EF5AA-78FB-2A45-8803-ECD0619AE2B1}" destId="{66DEAFF8-D595-5F40-A88F-F2BF2282E5EB}" srcOrd="0" destOrd="0" presId="urn:microsoft.com/office/officeart/2005/8/layout/orgChart1"/>
    <dgm:cxn modelId="{D92C3B4D-0296-FE4E-B155-71030C364B27}" type="presParOf" srcId="{66DEAFF8-D595-5F40-A88F-F2BF2282E5EB}" destId="{9CF669F3-AC69-CA48-82AE-912A199BAD1B}" srcOrd="0" destOrd="0" presId="urn:microsoft.com/office/officeart/2005/8/layout/orgChart1"/>
    <dgm:cxn modelId="{541C74C2-BB31-DF46-80A8-EA1508A713C3}" type="presParOf" srcId="{66DEAFF8-D595-5F40-A88F-F2BF2282E5EB}" destId="{71452AC1-E617-3B49-90AD-7E3EF4AADEE1}" srcOrd="1" destOrd="0" presId="urn:microsoft.com/office/officeart/2005/8/layout/orgChart1"/>
    <dgm:cxn modelId="{710BB5A5-0073-614A-9E26-8D256078EFE8}" type="presParOf" srcId="{BE2EF5AA-78FB-2A45-8803-ECD0619AE2B1}" destId="{3B2FE40B-4EEB-3744-A18F-6F17A7C4AAC4}" srcOrd="1" destOrd="0" presId="urn:microsoft.com/office/officeart/2005/8/layout/orgChart1"/>
    <dgm:cxn modelId="{DA30868B-BBD8-2640-824A-3A07D1176F59}" type="presParOf" srcId="{BE2EF5AA-78FB-2A45-8803-ECD0619AE2B1}" destId="{1DFF4C90-6063-A44B-9E0F-361CE99A1FFE}" srcOrd="2" destOrd="0" presId="urn:microsoft.com/office/officeart/2005/8/layout/orgChart1"/>
    <dgm:cxn modelId="{A0A5A691-10DA-1648-9229-ED29D3285B2F}" type="presParOf" srcId="{47182F6D-15B1-AD4A-BDFE-86D414B0D4DB}" destId="{93E80D89-F8B8-8D4E-8450-81BD3998FCBA}" srcOrd="4" destOrd="0" presId="urn:microsoft.com/office/officeart/2005/8/layout/orgChart1"/>
    <dgm:cxn modelId="{1D3A697C-01BB-7D44-87FA-123EEB33902A}" type="presParOf" srcId="{47182F6D-15B1-AD4A-BDFE-86D414B0D4DB}" destId="{2F0CB482-3889-6A4D-A181-17FEEC494F9B}" srcOrd="5" destOrd="0" presId="urn:microsoft.com/office/officeart/2005/8/layout/orgChart1"/>
    <dgm:cxn modelId="{10DADD3B-778A-E249-9E92-E5D58B1991E3}" type="presParOf" srcId="{2F0CB482-3889-6A4D-A181-17FEEC494F9B}" destId="{AFA13C8A-CE2E-0344-9C94-21779572F018}" srcOrd="0" destOrd="0" presId="urn:microsoft.com/office/officeart/2005/8/layout/orgChart1"/>
    <dgm:cxn modelId="{56646F03-DE0D-C84F-BEBF-46CC63146275}" type="presParOf" srcId="{AFA13C8A-CE2E-0344-9C94-21779572F018}" destId="{52A804AE-ABC5-7D45-B4C6-43874B15C19D}" srcOrd="0" destOrd="0" presId="urn:microsoft.com/office/officeart/2005/8/layout/orgChart1"/>
    <dgm:cxn modelId="{726FDDD9-6527-7448-A8FB-04E1FB9880E8}" type="presParOf" srcId="{AFA13C8A-CE2E-0344-9C94-21779572F018}" destId="{8C220951-39F7-6F48-AC53-23110396D1A6}" srcOrd="1" destOrd="0" presId="urn:microsoft.com/office/officeart/2005/8/layout/orgChart1"/>
    <dgm:cxn modelId="{CBE30889-7081-B841-B2A0-939D332DFC7F}" type="presParOf" srcId="{2F0CB482-3889-6A4D-A181-17FEEC494F9B}" destId="{1B3C8BB4-551F-814C-A149-753B97BC6A35}" srcOrd="1" destOrd="0" presId="urn:microsoft.com/office/officeart/2005/8/layout/orgChart1"/>
    <dgm:cxn modelId="{3703EFB2-6C2A-2049-8E8A-3CD3643F1F1C}" type="presParOf" srcId="{2F0CB482-3889-6A4D-A181-17FEEC494F9B}" destId="{3D06683A-7352-3C4A-BF67-8B87C62CAED0}" srcOrd="2" destOrd="0" presId="urn:microsoft.com/office/officeart/2005/8/layout/orgChart1"/>
    <dgm:cxn modelId="{61E644A7-8D07-E344-80E3-D88C130D010A}" type="presParOf" srcId="{47182F6D-15B1-AD4A-BDFE-86D414B0D4DB}" destId="{4A78517A-1018-4645-B659-45F5FD6AD2B7}" srcOrd="6" destOrd="0" presId="urn:microsoft.com/office/officeart/2005/8/layout/orgChart1"/>
    <dgm:cxn modelId="{F78EB239-CEE4-CB49-ADD7-02C584114872}" type="presParOf" srcId="{47182F6D-15B1-AD4A-BDFE-86D414B0D4DB}" destId="{E746A272-1BAE-DE4B-9638-3B4190F17236}" srcOrd="7" destOrd="0" presId="urn:microsoft.com/office/officeart/2005/8/layout/orgChart1"/>
    <dgm:cxn modelId="{1C505A1E-6923-E749-8571-556DC14A2AA8}" type="presParOf" srcId="{E746A272-1BAE-DE4B-9638-3B4190F17236}" destId="{788775CE-A9E0-0441-AE08-A3C3DCF87259}" srcOrd="0" destOrd="0" presId="urn:microsoft.com/office/officeart/2005/8/layout/orgChart1"/>
    <dgm:cxn modelId="{F94911B7-6DDD-1D4E-870D-73723861A127}" type="presParOf" srcId="{788775CE-A9E0-0441-AE08-A3C3DCF87259}" destId="{48132FA9-0640-4845-9731-CB880B8A4F23}" srcOrd="0" destOrd="0" presId="urn:microsoft.com/office/officeart/2005/8/layout/orgChart1"/>
    <dgm:cxn modelId="{0CBBC48E-0EB1-DA42-AD12-C892E87738A6}" type="presParOf" srcId="{788775CE-A9E0-0441-AE08-A3C3DCF87259}" destId="{695DA95A-6318-D741-B1F9-F033EDA63CA6}" srcOrd="1" destOrd="0" presId="urn:microsoft.com/office/officeart/2005/8/layout/orgChart1"/>
    <dgm:cxn modelId="{A30E756B-4EC6-E14E-BCA8-D990F507B8B7}" type="presParOf" srcId="{E746A272-1BAE-DE4B-9638-3B4190F17236}" destId="{AE2FBEC4-424C-8042-A4E0-DE2EE2658570}" srcOrd="1" destOrd="0" presId="urn:microsoft.com/office/officeart/2005/8/layout/orgChart1"/>
    <dgm:cxn modelId="{20A28826-1F5A-3841-9878-D3BD399709F9}" type="presParOf" srcId="{E746A272-1BAE-DE4B-9638-3B4190F17236}" destId="{BB56E501-38A6-0040-BEB1-B26B52A864F2}" srcOrd="2" destOrd="0" presId="urn:microsoft.com/office/officeart/2005/8/layout/orgChart1"/>
    <dgm:cxn modelId="{33F6FAE7-26C5-E440-9F6B-EC106F08FA45}" type="presParOf" srcId="{47466659-0AD9-594F-BD5A-41B1339841FC}" destId="{C0271C9B-5D4B-AF45-9BAE-0532A885E727}" srcOrd="2" destOrd="0" presId="urn:microsoft.com/office/officeart/2005/8/layout/orgChart1"/>
    <dgm:cxn modelId="{45B805D7-3D48-614E-A77F-7E584AC18282}" type="presParOf" srcId="{40B466AC-36F8-3946-8966-C2B0DF39118E}" destId="{5A92DF72-7126-2C40-89D7-98EED2FD9947}" srcOrd="4" destOrd="0" presId="urn:microsoft.com/office/officeart/2005/8/layout/orgChart1"/>
    <dgm:cxn modelId="{13078A6F-CFB3-AB47-8339-C86692E99D80}" type="presParOf" srcId="{40B466AC-36F8-3946-8966-C2B0DF39118E}" destId="{6DF2334B-23BD-3E4A-8A9D-A2344A6D3EC5}" srcOrd="5" destOrd="0" presId="urn:microsoft.com/office/officeart/2005/8/layout/orgChart1"/>
    <dgm:cxn modelId="{F48CCE7B-602C-814E-B5BB-9FF7442A6907}" type="presParOf" srcId="{6DF2334B-23BD-3E4A-8A9D-A2344A6D3EC5}" destId="{1F11A99B-C72A-EE46-815E-D0B73CBF64E1}" srcOrd="0" destOrd="0" presId="urn:microsoft.com/office/officeart/2005/8/layout/orgChart1"/>
    <dgm:cxn modelId="{C7D4644A-1ECD-734F-93EB-B91408FFF7FD}" type="presParOf" srcId="{1F11A99B-C72A-EE46-815E-D0B73CBF64E1}" destId="{3139F6B1-0ADA-1644-91CB-8F1730E2A453}" srcOrd="0" destOrd="0" presId="urn:microsoft.com/office/officeart/2005/8/layout/orgChart1"/>
    <dgm:cxn modelId="{231A5026-FE21-644C-99D3-87207788546F}" type="presParOf" srcId="{1F11A99B-C72A-EE46-815E-D0B73CBF64E1}" destId="{72E36D31-5A8D-544F-99C6-998E9EF8FEEC}" srcOrd="1" destOrd="0" presId="urn:microsoft.com/office/officeart/2005/8/layout/orgChart1"/>
    <dgm:cxn modelId="{BC295EB3-5C3C-654E-9F87-BBF58B83E0D7}" type="presParOf" srcId="{6DF2334B-23BD-3E4A-8A9D-A2344A6D3EC5}" destId="{D60EFA97-BE0C-4E4F-8BEF-1F0051D4F874}" srcOrd="1" destOrd="0" presId="urn:microsoft.com/office/officeart/2005/8/layout/orgChart1"/>
    <dgm:cxn modelId="{F7997A96-5648-D249-901B-311BB8A326F9}" type="presParOf" srcId="{6DF2334B-23BD-3E4A-8A9D-A2344A6D3EC5}" destId="{B7D2AC43-39F6-FA44-9869-0B29A4116843}" srcOrd="2" destOrd="0" presId="urn:microsoft.com/office/officeart/2005/8/layout/orgChart1"/>
    <dgm:cxn modelId="{4B5D7918-79C1-FA40-B2B2-29CD43AD835E}" type="presParOf" srcId="{D429A6F7-1F90-254A-AAA6-200D23DD0673}" destId="{421EA12C-EA9E-CC49-A2A8-F4DEFB15EFC4}" srcOrd="2" destOrd="0" presId="urn:microsoft.com/office/officeart/2005/8/layout/orgChart1"/>
    <dgm:cxn modelId="{022F5C3B-D48E-774D-A087-4A6DC228D5E8}" type="presParOf" srcId="{421EA12C-EA9E-CC49-A2A8-F4DEFB15EFC4}" destId="{0234B52C-DE50-924A-99AA-1F87496AF7D9}" srcOrd="0" destOrd="0" presId="urn:microsoft.com/office/officeart/2005/8/layout/orgChart1"/>
    <dgm:cxn modelId="{4DE7D608-F2D1-3D43-8DB5-DD20CAF9688F}" type="presParOf" srcId="{421EA12C-EA9E-CC49-A2A8-F4DEFB15EFC4}" destId="{F92F0CFE-905A-6940-9947-89B605059C16}" srcOrd="1" destOrd="0" presId="urn:microsoft.com/office/officeart/2005/8/layout/orgChart1"/>
    <dgm:cxn modelId="{6926556E-C17D-F642-B4EF-4AEED8BA9B12}" type="presParOf" srcId="{F92F0CFE-905A-6940-9947-89B605059C16}" destId="{407378B0-B009-FB45-A054-04B453EF0B92}" srcOrd="0" destOrd="0" presId="urn:microsoft.com/office/officeart/2005/8/layout/orgChart1"/>
    <dgm:cxn modelId="{FB2257A6-A5B6-2C42-862C-16E9BAE2F851}" type="presParOf" srcId="{407378B0-B009-FB45-A054-04B453EF0B92}" destId="{0ACE60D4-3A8B-8A4C-B400-32056CD8E459}" srcOrd="0" destOrd="0" presId="urn:microsoft.com/office/officeart/2005/8/layout/orgChart1"/>
    <dgm:cxn modelId="{4BD91EC0-BDB1-0D48-94C2-D8A7B4CBD168}" type="presParOf" srcId="{407378B0-B009-FB45-A054-04B453EF0B92}" destId="{4CC3695A-7998-0C47-B759-77C689B7EDAE}" srcOrd="1" destOrd="0" presId="urn:microsoft.com/office/officeart/2005/8/layout/orgChart1"/>
    <dgm:cxn modelId="{255B6BB5-DC95-2344-B251-4E33ED67EAC9}" type="presParOf" srcId="{F92F0CFE-905A-6940-9947-89B605059C16}" destId="{7BE32705-1440-EE4B-B955-4884A536C668}" srcOrd="1" destOrd="0" presId="urn:microsoft.com/office/officeart/2005/8/layout/orgChart1"/>
    <dgm:cxn modelId="{D398C03C-6664-0242-AD39-88B22C28A5C8}" type="presParOf" srcId="{7BE32705-1440-EE4B-B955-4884A536C668}" destId="{A51100AC-9FD2-CF44-8D64-8F2173E89E52}" srcOrd="0" destOrd="0" presId="urn:microsoft.com/office/officeart/2005/8/layout/orgChart1"/>
    <dgm:cxn modelId="{E79C6554-16CD-5C4E-8213-596F8DBE68D4}" type="presParOf" srcId="{7BE32705-1440-EE4B-B955-4884A536C668}" destId="{D405673F-2788-D946-AD06-3AD6187AD05E}" srcOrd="1" destOrd="0" presId="urn:microsoft.com/office/officeart/2005/8/layout/orgChart1"/>
    <dgm:cxn modelId="{5EB8752D-D434-E647-AE41-8964960A4FBC}" type="presParOf" srcId="{D405673F-2788-D946-AD06-3AD6187AD05E}" destId="{AD0DCCD0-FAC9-6B4D-9AED-3827CAEC1B7F}" srcOrd="0" destOrd="0" presId="urn:microsoft.com/office/officeart/2005/8/layout/orgChart1"/>
    <dgm:cxn modelId="{8FD8A906-29D6-E540-851C-A164ACE2DC19}" type="presParOf" srcId="{AD0DCCD0-FAC9-6B4D-9AED-3827CAEC1B7F}" destId="{F82A7982-593A-B846-A67A-13ED82AE308A}" srcOrd="0" destOrd="0" presId="urn:microsoft.com/office/officeart/2005/8/layout/orgChart1"/>
    <dgm:cxn modelId="{F8195807-3803-994D-8863-10FCDF0BDAC4}" type="presParOf" srcId="{AD0DCCD0-FAC9-6B4D-9AED-3827CAEC1B7F}" destId="{CB65A332-7040-4E4E-A43C-83DBE2327B63}" srcOrd="1" destOrd="0" presId="urn:microsoft.com/office/officeart/2005/8/layout/orgChart1"/>
    <dgm:cxn modelId="{CE56D5DB-6541-E345-90D6-F54666E462AA}" type="presParOf" srcId="{D405673F-2788-D946-AD06-3AD6187AD05E}" destId="{17C7C602-70B1-064A-A169-6F3876A8BE6C}" srcOrd="1" destOrd="0" presId="urn:microsoft.com/office/officeart/2005/8/layout/orgChart1"/>
    <dgm:cxn modelId="{633AD683-F986-7741-847D-7F4328FBFB2F}" type="presParOf" srcId="{D405673F-2788-D946-AD06-3AD6187AD05E}" destId="{82FF7D82-1B5B-5044-B27B-0BB04EE1C6DD}" srcOrd="2" destOrd="0" presId="urn:microsoft.com/office/officeart/2005/8/layout/orgChart1"/>
    <dgm:cxn modelId="{8F92C0E7-77DB-9C46-8640-BCC21DAD0B14}" type="presParOf" srcId="{7BE32705-1440-EE4B-B955-4884A536C668}" destId="{B1ACAE18-B97A-854D-8016-3527B479807F}" srcOrd="2" destOrd="0" presId="urn:microsoft.com/office/officeart/2005/8/layout/orgChart1"/>
    <dgm:cxn modelId="{0C58C918-F84B-D844-88F0-336D8876874C}" type="presParOf" srcId="{7BE32705-1440-EE4B-B955-4884A536C668}" destId="{3750BED2-8A10-564F-86A9-9FBE313048C2}" srcOrd="3" destOrd="0" presId="urn:microsoft.com/office/officeart/2005/8/layout/orgChart1"/>
    <dgm:cxn modelId="{A9E52ACE-A768-F64E-902B-64395645F2E7}" type="presParOf" srcId="{3750BED2-8A10-564F-86A9-9FBE313048C2}" destId="{F78DA03D-2081-EE42-BB18-0179B6342930}" srcOrd="0" destOrd="0" presId="urn:microsoft.com/office/officeart/2005/8/layout/orgChart1"/>
    <dgm:cxn modelId="{CCD0B5B5-CB8A-4F43-B4B5-7FDD4D22B066}" type="presParOf" srcId="{F78DA03D-2081-EE42-BB18-0179B6342930}" destId="{48EDB0E2-86E8-2F4C-9396-AF9A48F7BF55}" srcOrd="0" destOrd="0" presId="urn:microsoft.com/office/officeart/2005/8/layout/orgChart1"/>
    <dgm:cxn modelId="{6F9C3561-9546-5F43-A1D8-9488A7598521}" type="presParOf" srcId="{F78DA03D-2081-EE42-BB18-0179B6342930}" destId="{7B798767-2A4F-6A4C-ADF6-C49FB6E83882}" srcOrd="1" destOrd="0" presId="urn:microsoft.com/office/officeart/2005/8/layout/orgChart1"/>
    <dgm:cxn modelId="{A96BB729-11F4-254D-821B-E8BF6E55B6B5}" type="presParOf" srcId="{3750BED2-8A10-564F-86A9-9FBE313048C2}" destId="{177BC8B9-C47B-5F4A-A97B-EBB18FD1D51E}" srcOrd="1" destOrd="0" presId="urn:microsoft.com/office/officeart/2005/8/layout/orgChart1"/>
    <dgm:cxn modelId="{267796C3-B681-2543-8BF6-A8BAD7B63952}" type="presParOf" srcId="{3750BED2-8A10-564F-86A9-9FBE313048C2}" destId="{62B79516-B304-CB42-854C-6A9FD70C4D3E}" srcOrd="2" destOrd="0" presId="urn:microsoft.com/office/officeart/2005/8/layout/orgChart1"/>
    <dgm:cxn modelId="{19530BF2-C8F2-3047-94CF-B006EE611ADF}" type="presParOf" srcId="{7BE32705-1440-EE4B-B955-4884A536C668}" destId="{C353B55C-4F8B-6248-9B4D-3962A04AC869}" srcOrd="4" destOrd="0" presId="urn:microsoft.com/office/officeart/2005/8/layout/orgChart1"/>
    <dgm:cxn modelId="{833D809E-E772-3E43-ABF6-7EF6A2303B4F}" type="presParOf" srcId="{7BE32705-1440-EE4B-B955-4884A536C668}" destId="{1AA85868-2F67-EF41-91E4-296103DE24BE}" srcOrd="5" destOrd="0" presId="urn:microsoft.com/office/officeart/2005/8/layout/orgChart1"/>
    <dgm:cxn modelId="{E0CEAAC6-3DBC-4E45-AB35-09854BA8C870}" type="presParOf" srcId="{1AA85868-2F67-EF41-91E4-296103DE24BE}" destId="{9B16C50F-C810-7E4F-A20C-F1276F64E7F2}" srcOrd="0" destOrd="0" presId="urn:microsoft.com/office/officeart/2005/8/layout/orgChart1"/>
    <dgm:cxn modelId="{53270100-8177-EB44-8356-11960E3315C9}" type="presParOf" srcId="{9B16C50F-C810-7E4F-A20C-F1276F64E7F2}" destId="{2C8489E8-7C9B-8B40-8C51-ADBDADDE6F95}" srcOrd="0" destOrd="0" presId="urn:microsoft.com/office/officeart/2005/8/layout/orgChart1"/>
    <dgm:cxn modelId="{3403E5AF-49E3-8749-A879-386316CFB8E5}" type="presParOf" srcId="{9B16C50F-C810-7E4F-A20C-F1276F64E7F2}" destId="{915C88EA-F44F-BF43-9B29-1E70AAEB4720}" srcOrd="1" destOrd="0" presId="urn:microsoft.com/office/officeart/2005/8/layout/orgChart1"/>
    <dgm:cxn modelId="{73E73C21-EB4A-A34E-A47C-B0A028B9B700}" type="presParOf" srcId="{1AA85868-2F67-EF41-91E4-296103DE24BE}" destId="{B50271EA-E6CD-E14D-B212-6ECD4593901F}" srcOrd="1" destOrd="0" presId="urn:microsoft.com/office/officeart/2005/8/layout/orgChart1"/>
    <dgm:cxn modelId="{9D160479-4205-FD4A-83FF-CD4AF186A4B9}" type="presParOf" srcId="{1AA85868-2F67-EF41-91E4-296103DE24BE}" destId="{52B10A65-3AA7-6643-8526-0A2C9D1F5626}" srcOrd="2" destOrd="0" presId="urn:microsoft.com/office/officeart/2005/8/layout/orgChart1"/>
    <dgm:cxn modelId="{F5A4860B-0FAF-4640-B805-A34C56AFEE1D}" type="presParOf" srcId="{7BE32705-1440-EE4B-B955-4884A536C668}" destId="{110AA594-8225-5041-9430-84096D0077CD}" srcOrd="6" destOrd="0" presId="urn:microsoft.com/office/officeart/2005/8/layout/orgChart1"/>
    <dgm:cxn modelId="{2E5BD670-1F5C-694C-9396-BFA7B0A55197}" type="presParOf" srcId="{7BE32705-1440-EE4B-B955-4884A536C668}" destId="{F3D30544-8F88-F748-924F-9CF7A0DFABCB}" srcOrd="7" destOrd="0" presId="urn:microsoft.com/office/officeart/2005/8/layout/orgChart1"/>
    <dgm:cxn modelId="{F579DE74-E3AE-1A4D-ACBD-DFE4782F60FF}" type="presParOf" srcId="{F3D30544-8F88-F748-924F-9CF7A0DFABCB}" destId="{249DE683-C5D0-074F-B22D-623E91BD36F2}" srcOrd="0" destOrd="0" presId="urn:microsoft.com/office/officeart/2005/8/layout/orgChart1"/>
    <dgm:cxn modelId="{CF05E61F-AA4C-DF45-AE42-1806C7535B7E}" type="presParOf" srcId="{249DE683-C5D0-074F-B22D-623E91BD36F2}" destId="{C97497F6-4896-B94B-A038-E2FDE701193D}" srcOrd="0" destOrd="0" presId="urn:microsoft.com/office/officeart/2005/8/layout/orgChart1"/>
    <dgm:cxn modelId="{0D9BDB9C-DA0F-164F-BC3F-4C82D6BD3B80}" type="presParOf" srcId="{249DE683-C5D0-074F-B22D-623E91BD36F2}" destId="{EA34928A-B042-5241-8B83-2D328E3AB89E}" srcOrd="1" destOrd="0" presId="urn:microsoft.com/office/officeart/2005/8/layout/orgChart1"/>
    <dgm:cxn modelId="{D942E244-7CA2-6340-8DAB-6C1F281A0150}" type="presParOf" srcId="{F3D30544-8F88-F748-924F-9CF7A0DFABCB}" destId="{B169B2DB-816F-0943-8BD8-A01FD8846751}" srcOrd="1" destOrd="0" presId="urn:microsoft.com/office/officeart/2005/8/layout/orgChart1"/>
    <dgm:cxn modelId="{EF1E2741-D5DF-194C-8FDD-4D4A814595B9}" type="presParOf" srcId="{F3D30544-8F88-F748-924F-9CF7A0DFABCB}" destId="{7A8495A9-815B-1648-B751-1088DE3F0971}" srcOrd="2" destOrd="0" presId="urn:microsoft.com/office/officeart/2005/8/layout/orgChart1"/>
    <dgm:cxn modelId="{2EB03C4B-4DD4-A347-A580-E312FEB1C69B}" type="presParOf" srcId="{F92F0CFE-905A-6940-9947-89B605059C16}" destId="{02327A7D-DE88-1C45-BD03-565DBB61E72A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0AA594-8225-5041-9430-84096D0077CD}">
      <dsp:nvSpPr>
        <dsp:cNvPr id="0" name=""/>
        <dsp:cNvSpPr/>
      </dsp:nvSpPr>
      <dsp:spPr>
        <a:xfrm>
          <a:off x="1563542" y="955963"/>
          <a:ext cx="860944" cy="14462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6237"/>
              </a:lnTo>
              <a:lnTo>
                <a:pt x="860944" y="144623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53B55C-4F8B-6248-9B4D-3962A04AC869}">
      <dsp:nvSpPr>
        <dsp:cNvPr id="0" name=""/>
        <dsp:cNvSpPr/>
      </dsp:nvSpPr>
      <dsp:spPr>
        <a:xfrm>
          <a:off x="1563542" y="955963"/>
          <a:ext cx="850394" cy="94404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44047"/>
              </a:lnTo>
              <a:lnTo>
                <a:pt x="850394" y="94404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ACAE18-B97A-854D-8016-3527B479807F}">
      <dsp:nvSpPr>
        <dsp:cNvPr id="0" name=""/>
        <dsp:cNvSpPr/>
      </dsp:nvSpPr>
      <dsp:spPr>
        <a:xfrm>
          <a:off x="1563542" y="955963"/>
          <a:ext cx="850394" cy="57487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74875"/>
              </a:lnTo>
              <a:lnTo>
                <a:pt x="850394" y="574875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1100AC-9FD2-CF44-8D64-8F2173E89E52}">
      <dsp:nvSpPr>
        <dsp:cNvPr id="0" name=""/>
        <dsp:cNvSpPr/>
      </dsp:nvSpPr>
      <dsp:spPr>
        <a:xfrm>
          <a:off x="1563542" y="955963"/>
          <a:ext cx="850394" cy="2057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05704"/>
              </a:lnTo>
              <a:lnTo>
                <a:pt x="850394" y="20570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34B52C-DE50-924A-99AA-1F87496AF7D9}">
      <dsp:nvSpPr>
        <dsp:cNvPr id="0" name=""/>
        <dsp:cNvSpPr/>
      </dsp:nvSpPr>
      <dsp:spPr>
        <a:xfrm>
          <a:off x="1823522" y="260031"/>
          <a:ext cx="2060461" cy="565942"/>
        </a:xfrm>
        <a:custGeom>
          <a:avLst/>
          <a:gdLst/>
          <a:ahLst/>
          <a:cxnLst/>
          <a:rect l="0" t="0" r="0" b="0"/>
          <a:pathLst>
            <a:path>
              <a:moveTo>
                <a:pt x="2060461" y="0"/>
              </a:moveTo>
              <a:lnTo>
                <a:pt x="2060461" y="565942"/>
              </a:lnTo>
              <a:lnTo>
                <a:pt x="0" y="565942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92DF72-7126-2C40-89D7-98EED2FD9947}">
      <dsp:nvSpPr>
        <dsp:cNvPr id="0" name=""/>
        <dsp:cNvSpPr/>
      </dsp:nvSpPr>
      <dsp:spPr>
        <a:xfrm>
          <a:off x="3883984" y="260031"/>
          <a:ext cx="3261028" cy="2951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0512"/>
              </a:lnTo>
              <a:lnTo>
                <a:pt x="3261028" y="240512"/>
              </a:lnTo>
              <a:lnTo>
                <a:pt x="3261028" y="29510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78517A-1018-4645-B659-45F5FD6AD2B7}">
      <dsp:nvSpPr>
        <dsp:cNvPr id="0" name=""/>
        <dsp:cNvSpPr/>
      </dsp:nvSpPr>
      <dsp:spPr>
        <a:xfrm>
          <a:off x="5830803" y="884799"/>
          <a:ext cx="569522" cy="154548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5480"/>
              </a:lnTo>
              <a:lnTo>
                <a:pt x="569522" y="1545480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80D89-F8B8-8D4E-8450-81BD3998FCBA}">
      <dsp:nvSpPr>
        <dsp:cNvPr id="0" name=""/>
        <dsp:cNvSpPr/>
      </dsp:nvSpPr>
      <dsp:spPr>
        <a:xfrm>
          <a:off x="5830803" y="884799"/>
          <a:ext cx="569522" cy="96957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9574"/>
              </a:lnTo>
              <a:lnTo>
                <a:pt x="569522" y="96957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F1626A-2A1E-294A-9996-4098954FD4F0}">
      <dsp:nvSpPr>
        <dsp:cNvPr id="0" name=""/>
        <dsp:cNvSpPr/>
      </dsp:nvSpPr>
      <dsp:spPr>
        <a:xfrm>
          <a:off x="5830803" y="884799"/>
          <a:ext cx="569522" cy="6441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44113"/>
              </a:lnTo>
              <a:lnTo>
                <a:pt x="569522" y="64411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390DFE0-126F-D44B-B343-487EE18CEC5B}">
      <dsp:nvSpPr>
        <dsp:cNvPr id="0" name=""/>
        <dsp:cNvSpPr/>
      </dsp:nvSpPr>
      <dsp:spPr>
        <a:xfrm>
          <a:off x="5830803" y="884799"/>
          <a:ext cx="569522" cy="30065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00656"/>
              </a:lnTo>
              <a:lnTo>
                <a:pt x="569522" y="300656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7BA5385-AF9B-5A4D-9E8F-1759EEF9D527}">
      <dsp:nvSpPr>
        <dsp:cNvPr id="0" name=""/>
        <dsp:cNvSpPr/>
      </dsp:nvSpPr>
      <dsp:spPr>
        <a:xfrm>
          <a:off x="3883984" y="260031"/>
          <a:ext cx="2154803" cy="36478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0192"/>
              </a:lnTo>
              <a:lnTo>
                <a:pt x="2154803" y="310192"/>
              </a:lnTo>
              <a:lnTo>
                <a:pt x="2154803" y="36478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AB6E05-151F-3049-8BC2-546863A6F2C9}">
      <dsp:nvSpPr>
        <dsp:cNvPr id="0" name=""/>
        <dsp:cNvSpPr/>
      </dsp:nvSpPr>
      <dsp:spPr>
        <a:xfrm>
          <a:off x="4564819" y="968008"/>
          <a:ext cx="495282" cy="144336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43367"/>
              </a:lnTo>
              <a:lnTo>
                <a:pt x="495282" y="1443367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B61A4C-DB5B-4D40-A52A-BC55FACEE9E2}">
      <dsp:nvSpPr>
        <dsp:cNvPr id="0" name=""/>
        <dsp:cNvSpPr/>
      </dsp:nvSpPr>
      <dsp:spPr>
        <a:xfrm>
          <a:off x="4564819" y="968008"/>
          <a:ext cx="564094" cy="899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99694"/>
              </a:lnTo>
              <a:lnTo>
                <a:pt x="564094" y="899694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465617D-D529-DF4A-9855-D162FF413A5A}">
      <dsp:nvSpPr>
        <dsp:cNvPr id="0" name=""/>
        <dsp:cNvSpPr/>
      </dsp:nvSpPr>
      <dsp:spPr>
        <a:xfrm>
          <a:off x="4564819" y="968008"/>
          <a:ext cx="564094" cy="5305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30523"/>
              </a:lnTo>
              <a:lnTo>
                <a:pt x="564094" y="530523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E93242-62AE-F04B-8546-8C799125848B}">
      <dsp:nvSpPr>
        <dsp:cNvPr id="0" name=""/>
        <dsp:cNvSpPr/>
      </dsp:nvSpPr>
      <dsp:spPr>
        <a:xfrm>
          <a:off x="4564819" y="968008"/>
          <a:ext cx="564094" cy="1613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1351"/>
              </a:lnTo>
              <a:lnTo>
                <a:pt x="564094" y="161351"/>
              </a:lnTo>
            </a:path>
          </a:pathLst>
        </a:custGeom>
        <a:noFill/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AF03C0-A211-C542-B5CB-23887E3445B6}">
      <dsp:nvSpPr>
        <dsp:cNvPr id="0" name=""/>
        <dsp:cNvSpPr/>
      </dsp:nvSpPr>
      <dsp:spPr>
        <a:xfrm>
          <a:off x="3883984" y="260031"/>
          <a:ext cx="888819" cy="44799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93401"/>
              </a:lnTo>
              <a:lnTo>
                <a:pt x="888819" y="393401"/>
              </a:lnTo>
              <a:lnTo>
                <a:pt x="888819" y="447997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F05A4A-3F8B-0A4A-BC34-C79C8B89757D}">
      <dsp:nvSpPr>
        <dsp:cNvPr id="0" name=""/>
        <dsp:cNvSpPr/>
      </dsp:nvSpPr>
      <dsp:spPr>
        <a:xfrm>
          <a:off x="3624004" y="50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𝛆</a:t>
          </a:r>
        </a:p>
      </dsp:txBody>
      <dsp:txXfrm>
        <a:off x="3624004" y="50"/>
        <a:ext cx="519960" cy="259980"/>
      </dsp:txXfrm>
    </dsp:sp>
    <dsp:sp modelId="{C63E5DAE-9C6F-AC4A-A6A3-8BB79781722D}">
      <dsp:nvSpPr>
        <dsp:cNvPr id="0" name=""/>
        <dsp:cNvSpPr/>
      </dsp:nvSpPr>
      <dsp:spPr>
        <a:xfrm>
          <a:off x="4512823" y="708028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[4]</a:t>
          </a:r>
        </a:p>
      </dsp:txBody>
      <dsp:txXfrm>
        <a:off x="4512823" y="708028"/>
        <a:ext cx="519960" cy="259980"/>
      </dsp:txXfrm>
    </dsp:sp>
    <dsp:sp modelId="{C8141E52-A13D-1E4F-9883-802DB5FFD3CE}">
      <dsp:nvSpPr>
        <dsp:cNvPr id="0" name=""/>
        <dsp:cNvSpPr/>
      </dsp:nvSpPr>
      <dsp:spPr>
        <a:xfrm>
          <a:off x="5128914" y="999370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[4][1]</a:t>
          </a:r>
        </a:p>
      </dsp:txBody>
      <dsp:txXfrm>
        <a:off x="5128914" y="999370"/>
        <a:ext cx="519960" cy="259980"/>
      </dsp:txXfrm>
    </dsp:sp>
    <dsp:sp modelId="{98CE9A16-DF29-2247-AA6F-3EBAFF1FECF4}">
      <dsp:nvSpPr>
        <dsp:cNvPr id="0" name=""/>
        <dsp:cNvSpPr/>
      </dsp:nvSpPr>
      <dsp:spPr>
        <a:xfrm>
          <a:off x="5128914" y="1368541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[4][3]</a:t>
          </a:r>
        </a:p>
      </dsp:txBody>
      <dsp:txXfrm>
        <a:off x="5128914" y="1368541"/>
        <a:ext cx="519960" cy="259980"/>
      </dsp:txXfrm>
    </dsp:sp>
    <dsp:sp modelId="{0E7C27A3-CA6F-3845-8533-4AB8DDB7B4B4}">
      <dsp:nvSpPr>
        <dsp:cNvPr id="0" name=""/>
        <dsp:cNvSpPr/>
      </dsp:nvSpPr>
      <dsp:spPr>
        <a:xfrm>
          <a:off x="5128914" y="1737713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[4][5]</a:t>
          </a:r>
        </a:p>
      </dsp:txBody>
      <dsp:txXfrm>
        <a:off x="5128914" y="1737713"/>
        <a:ext cx="519960" cy="259980"/>
      </dsp:txXfrm>
    </dsp:sp>
    <dsp:sp modelId="{775D63E6-9238-CA41-8318-D2A5EFA98C7D}">
      <dsp:nvSpPr>
        <dsp:cNvPr id="0" name=""/>
        <dsp:cNvSpPr/>
      </dsp:nvSpPr>
      <dsp:spPr>
        <a:xfrm>
          <a:off x="5060102" y="2281386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...</a:t>
          </a:r>
        </a:p>
      </dsp:txBody>
      <dsp:txXfrm>
        <a:off x="5060102" y="2281386"/>
        <a:ext cx="519960" cy="259980"/>
      </dsp:txXfrm>
    </dsp:sp>
    <dsp:sp modelId="{0F144BBB-97E0-814D-9D78-FB551C0458A1}">
      <dsp:nvSpPr>
        <dsp:cNvPr id="0" name=""/>
        <dsp:cNvSpPr/>
      </dsp:nvSpPr>
      <dsp:spPr>
        <a:xfrm>
          <a:off x="5778807" y="624819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[20]</a:t>
          </a:r>
        </a:p>
      </dsp:txBody>
      <dsp:txXfrm>
        <a:off x="5778807" y="624819"/>
        <a:ext cx="519960" cy="259980"/>
      </dsp:txXfrm>
    </dsp:sp>
    <dsp:sp modelId="{5475B8C3-9F2A-5F49-9DC3-FC9EBDF7C617}">
      <dsp:nvSpPr>
        <dsp:cNvPr id="0" name=""/>
        <dsp:cNvSpPr/>
      </dsp:nvSpPr>
      <dsp:spPr>
        <a:xfrm>
          <a:off x="6400326" y="1055466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[20][1]</a:t>
          </a:r>
        </a:p>
      </dsp:txBody>
      <dsp:txXfrm>
        <a:off x="6400326" y="1055466"/>
        <a:ext cx="519960" cy="259980"/>
      </dsp:txXfrm>
    </dsp:sp>
    <dsp:sp modelId="{9CF669F3-AC69-CA48-82AE-912A199BAD1B}">
      <dsp:nvSpPr>
        <dsp:cNvPr id="0" name=""/>
        <dsp:cNvSpPr/>
      </dsp:nvSpPr>
      <dsp:spPr>
        <a:xfrm>
          <a:off x="6400326" y="1398923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[20][3]</a:t>
          </a:r>
        </a:p>
      </dsp:txBody>
      <dsp:txXfrm>
        <a:off x="6400326" y="1398923"/>
        <a:ext cx="519960" cy="259980"/>
      </dsp:txXfrm>
    </dsp:sp>
    <dsp:sp modelId="{52A804AE-ABC5-7D45-B4C6-43874B15C19D}">
      <dsp:nvSpPr>
        <dsp:cNvPr id="0" name=""/>
        <dsp:cNvSpPr/>
      </dsp:nvSpPr>
      <dsp:spPr>
        <a:xfrm>
          <a:off x="6400326" y="1724384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[20][5]</a:t>
          </a:r>
        </a:p>
      </dsp:txBody>
      <dsp:txXfrm>
        <a:off x="6400326" y="1724384"/>
        <a:ext cx="519960" cy="259980"/>
      </dsp:txXfrm>
    </dsp:sp>
    <dsp:sp modelId="{48132FA9-0640-4845-9731-CB880B8A4F23}">
      <dsp:nvSpPr>
        <dsp:cNvPr id="0" name=""/>
        <dsp:cNvSpPr/>
      </dsp:nvSpPr>
      <dsp:spPr>
        <a:xfrm>
          <a:off x="6400326" y="2300289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...</a:t>
          </a:r>
        </a:p>
      </dsp:txBody>
      <dsp:txXfrm>
        <a:off x="6400326" y="2300289"/>
        <a:ext cx="519960" cy="259980"/>
      </dsp:txXfrm>
    </dsp:sp>
    <dsp:sp modelId="{3139F6B1-0ADA-1644-91CB-8F1730E2A453}">
      <dsp:nvSpPr>
        <dsp:cNvPr id="0" name=""/>
        <dsp:cNvSpPr/>
      </dsp:nvSpPr>
      <dsp:spPr>
        <a:xfrm>
          <a:off x="6885032" y="555139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...</a:t>
          </a:r>
        </a:p>
      </dsp:txBody>
      <dsp:txXfrm>
        <a:off x="6885032" y="555139"/>
        <a:ext cx="519960" cy="259980"/>
      </dsp:txXfrm>
    </dsp:sp>
    <dsp:sp modelId="{0ACE60D4-3A8B-8A4C-B400-32056CD8E459}">
      <dsp:nvSpPr>
        <dsp:cNvPr id="0" name=""/>
        <dsp:cNvSpPr/>
      </dsp:nvSpPr>
      <dsp:spPr>
        <a:xfrm>
          <a:off x="1303562" y="695983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[2]</a:t>
          </a:r>
        </a:p>
      </dsp:txBody>
      <dsp:txXfrm>
        <a:off x="1303562" y="695983"/>
        <a:ext cx="519960" cy="259980"/>
      </dsp:txXfrm>
    </dsp:sp>
    <dsp:sp modelId="{F82A7982-593A-B846-A67A-13ED82AE308A}">
      <dsp:nvSpPr>
        <dsp:cNvPr id="0" name=""/>
        <dsp:cNvSpPr/>
      </dsp:nvSpPr>
      <dsp:spPr>
        <a:xfrm>
          <a:off x="2413937" y="1031677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[2][1]</a:t>
          </a:r>
        </a:p>
      </dsp:txBody>
      <dsp:txXfrm>
        <a:off x="2413937" y="1031677"/>
        <a:ext cx="519960" cy="259980"/>
      </dsp:txXfrm>
    </dsp:sp>
    <dsp:sp modelId="{48EDB0E2-86E8-2F4C-9396-AF9A48F7BF55}">
      <dsp:nvSpPr>
        <dsp:cNvPr id="0" name=""/>
        <dsp:cNvSpPr/>
      </dsp:nvSpPr>
      <dsp:spPr>
        <a:xfrm>
          <a:off x="2413937" y="1400849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[2][3]</a:t>
          </a:r>
        </a:p>
      </dsp:txBody>
      <dsp:txXfrm>
        <a:off x="2413937" y="1400849"/>
        <a:ext cx="519960" cy="259980"/>
      </dsp:txXfrm>
    </dsp:sp>
    <dsp:sp modelId="{2C8489E8-7C9B-8B40-8C51-ADBDADDE6F95}">
      <dsp:nvSpPr>
        <dsp:cNvPr id="0" name=""/>
        <dsp:cNvSpPr/>
      </dsp:nvSpPr>
      <dsp:spPr>
        <a:xfrm>
          <a:off x="2413937" y="1770021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[2][5]</a:t>
          </a:r>
        </a:p>
      </dsp:txBody>
      <dsp:txXfrm>
        <a:off x="2413937" y="1770021"/>
        <a:ext cx="519960" cy="259980"/>
      </dsp:txXfrm>
    </dsp:sp>
    <dsp:sp modelId="{C97497F6-4896-B94B-A038-E2FDE701193D}">
      <dsp:nvSpPr>
        <dsp:cNvPr id="0" name=""/>
        <dsp:cNvSpPr/>
      </dsp:nvSpPr>
      <dsp:spPr>
        <a:xfrm>
          <a:off x="2424487" y="2272211"/>
          <a:ext cx="519960" cy="2599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400" kern="1200" dirty="0"/>
            <a:t>...</a:t>
          </a:r>
        </a:p>
      </dsp:txBody>
      <dsp:txXfrm>
        <a:off x="2424487" y="2272211"/>
        <a:ext cx="519960" cy="259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184E245-B5A0-47D5-87CC-147578DADA4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BE7327-C872-472C-88D2-681BC8B0B8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C790A485-6416-43AD-8EA8-9AB4021210E8}" type="datetimeFigureOut">
              <a:rPr lang="en-US" altLang="it-IT"/>
              <a:pPr>
                <a:defRPr/>
              </a:pPr>
              <a:t>8/15/25</a:t>
            </a:fld>
            <a:endParaRPr lang="en-US" alt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062B19-2075-46D4-90D4-88B66BAEC41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50A42C-D4BA-4B57-8810-2714EF7E80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4743EB-F053-4EB0-B667-D66F0FE415E3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5244690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E71CFC63-76EE-4C9F-A897-82314CDCE8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A9A7D3CE-DD5A-4884-90F5-F968DA0A728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6628" name="Rectangle 4">
            <a:extLst>
              <a:ext uri="{FF2B5EF4-FFF2-40B4-BE49-F238E27FC236}">
                <a16:creationId xmlns:a16="http://schemas.microsoft.com/office/drawing/2014/main" id="{4804E0D8-8B5E-4615-B9C4-D99DA5FC313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926CD4B-EA52-4A35-ACD1-53E31ED8E8E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noProof="0"/>
              <a:t>Click to edit Master text styles</a:t>
            </a:r>
          </a:p>
          <a:p>
            <a:pPr lvl="1"/>
            <a:r>
              <a:rPr lang="nl-NL" noProof="0"/>
              <a:t>Second level</a:t>
            </a:r>
          </a:p>
          <a:p>
            <a:pPr lvl="2"/>
            <a:r>
              <a:rPr lang="nl-NL" noProof="0"/>
              <a:t>Third level</a:t>
            </a:r>
          </a:p>
          <a:p>
            <a:pPr lvl="3"/>
            <a:r>
              <a:rPr lang="nl-NL" noProof="0"/>
              <a:t>Fourth level</a:t>
            </a:r>
          </a:p>
          <a:p>
            <a:pPr lvl="4"/>
            <a:r>
              <a:rPr lang="nl-NL" noProof="0"/>
              <a:t>Fifth level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C34C6D3B-D2DB-4D5F-B47B-BAC5A6830E3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A0687926-11A6-4219-AC1F-0E059A65D5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15E51E3-9A27-4F9D-92A0-CC2B6D7DC9D8}" type="slidenum">
              <a:rPr lang="nl-NL" altLang="it-IT"/>
              <a:pPr>
                <a:defRPr/>
              </a:pPr>
              <a:t>‹N›</a:t>
            </a:fld>
            <a:endParaRPr lang="nl-NL" altLang="it-IT"/>
          </a:p>
        </p:txBody>
      </p:sp>
    </p:spTree>
    <p:extLst>
      <p:ext uri="{BB962C8B-B14F-4D97-AF65-F5344CB8AC3E}">
        <p14:creationId xmlns:p14="http://schemas.microsoft.com/office/powerpoint/2010/main" val="393876535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7C57EF8F-8361-448B-B33D-B27F754A85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DD545CD-AACE-464A-8873-AFDA579DE3B8}" type="slidenum">
              <a:rPr lang="nl-NL" altLang="it-IT">
                <a:latin typeface="Arial" panose="020B0604020202020204" pitchFamily="34" charset="0"/>
              </a:rPr>
              <a:pPr/>
              <a:t>1</a:t>
            </a:fld>
            <a:endParaRPr lang="nl-NL" altLang="it-IT">
              <a:latin typeface="Arial" panose="020B0604020202020204" pitchFamily="34" charset="0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7461A36A-26A4-442B-A193-C48F58FB7F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09575" y="703263"/>
            <a:ext cx="6046788" cy="3402012"/>
          </a:xfrm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393DB840-CA14-4E5B-BB44-138D926D3B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5988" y="4340225"/>
            <a:ext cx="5026025" cy="41163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7047" tIns="38524" rIns="77047" bIns="38524"/>
          <a:lstStyle/>
          <a:p>
            <a:pPr eaLnBrk="1" hangingPunct="1"/>
            <a:endParaRPr lang="en-US" altLang="it-IT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3AEB9717-CB40-7F9C-A12E-CD1862DCB07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521A1611-7B09-A7DA-B684-3F8FCF175B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MY" altLang="it-IT">
              <a:cs typeface="Arial" panose="020B0604020202020204" pitchFamily="34" charset="0"/>
            </a:endParaRPr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6DFD6B69-9391-0D15-6C99-8C0B9C6D16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A45A4DC-EF7F-2C4B-BA2A-F61C9E197FBB}" type="slidenum">
              <a:rPr lang="en-US" altLang="it-IT" sz="1200"/>
              <a:pPr/>
              <a:t>16</a:t>
            </a:fld>
            <a:endParaRPr lang="en-US" altLang="it-IT" sz="1200"/>
          </a:p>
        </p:txBody>
      </p:sp>
      <p:sp>
        <p:nvSpPr>
          <p:cNvPr id="56325" name="Footer Placeholder 4">
            <a:extLst>
              <a:ext uri="{FF2B5EF4-FFF2-40B4-BE49-F238E27FC236}">
                <a16:creationId xmlns:a16="http://schemas.microsoft.com/office/drawing/2014/main" id="{12E6DC9E-C6BF-AB25-3950-771A2014758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CHAPTER 5</a:t>
            </a:r>
          </a:p>
        </p:txBody>
      </p:sp>
      <p:sp>
        <p:nvSpPr>
          <p:cNvPr id="56326" name="Header Placeholder 5">
            <a:extLst>
              <a:ext uri="{FF2B5EF4-FFF2-40B4-BE49-F238E27FC236}">
                <a16:creationId xmlns:a16="http://schemas.microsoft.com/office/drawing/2014/main" id="{8CBCB3C8-618A-C077-3259-CA7806DE32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BCT2083 DISCRETE STRUCTURE &amp; APPLICATIONS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D116F75F-532A-50DC-1CE0-0A082E97B19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FE21A828-7A10-F1AF-EE4A-0A959E31D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MY" altLang="it-IT">
              <a:cs typeface="Arial" panose="020B0604020202020204" pitchFamily="34" charset="0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1B0E17FD-53A9-C25D-8809-46AACE4C25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48DA189-E5FB-D241-BB45-E3297BC1800E}" type="slidenum">
              <a:rPr lang="en-US" altLang="it-IT" sz="1200"/>
              <a:pPr/>
              <a:t>18</a:t>
            </a:fld>
            <a:endParaRPr lang="en-US" altLang="it-IT" sz="1200"/>
          </a:p>
        </p:txBody>
      </p:sp>
      <p:sp>
        <p:nvSpPr>
          <p:cNvPr id="57349" name="Footer Placeholder 4">
            <a:extLst>
              <a:ext uri="{FF2B5EF4-FFF2-40B4-BE49-F238E27FC236}">
                <a16:creationId xmlns:a16="http://schemas.microsoft.com/office/drawing/2014/main" id="{53CAE84D-9244-72DE-CF83-36B00457C69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CHAPTER 5</a:t>
            </a:r>
          </a:p>
        </p:txBody>
      </p:sp>
      <p:sp>
        <p:nvSpPr>
          <p:cNvPr id="57350" name="Header Placeholder 5">
            <a:extLst>
              <a:ext uri="{FF2B5EF4-FFF2-40B4-BE49-F238E27FC236}">
                <a16:creationId xmlns:a16="http://schemas.microsoft.com/office/drawing/2014/main" id="{05666ADD-0173-2060-01D1-1C63851C4E6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BCT2083 DISCRETE STRUCTURE &amp; APPLICATIONS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2570C28D-127B-B409-438B-99A500C950C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75905E8E-77D2-A19E-54AA-E2E08A0368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MY" altLang="it-IT">
              <a:cs typeface="Arial" panose="020B0604020202020204" pitchFamily="34" charset="0"/>
            </a:endParaRPr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BB9D11F5-8BB1-47E9-C397-9E23AEC78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4F93ED8-ABCF-5A49-AEC9-A041FC0F7340}" type="slidenum">
              <a:rPr lang="en-US" altLang="it-IT" sz="1200"/>
              <a:pPr/>
              <a:t>21</a:t>
            </a:fld>
            <a:endParaRPr lang="en-US" altLang="it-IT" sz="1200"/>
          </a:p>
        </p:txBody>
      </p:sp>
      <p:sp>
        <p:nvSpPr>
          <p:cNvPr id="58373" name="Footer Placeholder 4">
            <a:extLst>
              <a:ext uri="{FF2B5EF4-FFF2-40B4-BE49-F238E27FC236}">
                <a16:creationId xmlns:a16="http://schemas.microsoft.com/office/drawing/2014/main" id="{AF25D2D4-3D84-53C7-B235-604613DD72F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CHAPTER 5</a:t>
            </a:r>
          </a:p>
        </p:txBody>
      </p:sp>
      <p:sp>
        <p:nvSpPr>
          <p:cNvPr id="58374" name="Header Placeholder 5">
            <a:extLst>
              <a:ext uri="{FF2B5EF4-FFF2-40B4-BE49-F238E27FC236}">
                <a16:creationId xmlns:a16="http://schemas.microsoft.com/office/drawing/2014/main" id="{0472222A-4A74-6B10-EDB4-8028B3BB64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BCT2083 DISCRETE STRUCTURE &amp; APPLICATIONS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70F4E86D-FCF7-E7F0-78A7-CA89AF999F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09AE6F82-E30B-174C-61AB-75D06C2EB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MY" altLang="it-IT">
              <a:cs typeface="Arial" panose="020B0604020202020204" pitchFamily="34" charset="0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31DB991B-D4EF-C7C6-E6A9-AAB4DEA874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F8F4495-D40D-C34A-9F90-FC14B4A7B546}" type="slidenum">
              <a:rPr lang="en-US" altLang="it-IT" sz="1200"/>
              <a:pPr/>
              <a:t>27</a:t>
            </a:fld>
            <a:endParaRPr lang="en-US" altLang="it-IT" sz="1200"/>
          </a:p>
        </p:txBody>
      </p:sp>
      <p:sp>
        <p:nvSpPr>
          <p:cNvPr id="59397" name="Footer Placeholder 4">
            <a:extLst>
              <a:ext uri="{FF2B5EF4-FFF2-40B4-BE49-F238E27FC236}">
                <a16:creationId xmlns:a16="http://schemas.microsoft.com/office/drawing/2014/main" id="{8574891C-4EE7-495A-3EC6-4E1645B2E63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CHAPTER 5</a:t>
            </a:r>
          </a:p>
        </p:txBody>
      </p:sp>
      <p:sp>
        <p:nvSpPr>
          <p:cNvPr id="59398" name="Header Placeholder 5">
            <a:extLst>
              <a:ext uri="{FF2B5EF4-FFF2-40B4-BE49-F238E27FC236}">
                <a16:creationId xmlns:a16="http://schemas.microsoft.com/office/drawing/2014/main" id="{7FF89C3B-FF66-73F6-8E79-3F6990C29E1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BCT2083 DISCRETE STRUCTURE &amp; APPLICATIONS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>
            <a:extLst>
              <a:ext uri="{FF2B5EF4-FFF2-40B4-BE49-F238E27FC236}">
                <a16:creationId xmlns:a16="http://schemas.microsoft.com/office/drawing/2014/main" id="{6C761B59-8DCD-1BC9-61A1-451E053C6E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0419" name="Notes Placeholder 2">
            <a:extLst>
              <a:ext uri="{FF2B5EF4-FFF2-40B4-BE49-F238E27FC236}">
                <a16:creationId xmlns:a16="http://schemas.microsoft.com/office/drawing/2014/main" id="{FC1A0CA1-5C29-83F7-49EF-FA046EB87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MY" altLang="it-IT">
              <a:cs typeface="Arial" panose="020B0604020202020204" pitchFamily="34" charset="0"/>
            </a:endParaRPr>
          </a:p>
        </p:txBody>
      </p:sp>
      <p:sp>
        <p:nvSpPr>
          <p:cNvPr id="60420" name="Slide Number Placeholder 3">
            <a:extLst>
              <a:ext uri="{FF2B5EF4-FFF2-40B4-BE49-F238E27FC236}">
                <a16:creationId xmlns:a16="http://schemas.microsoft.com/office/drawing/2014/main" id="{12634CE4-2C54-6310-2647-7A0F301CE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7C4B8C2-0A9C-9042-9AE1-76BB93CC4595}" type="slidenum">
              <a:rPr lang="en-US" altLang="it-IT" sz="1200"/>
              <a:pPr/>
              <a:t>29</a:t>
            </a:fld>
            <a:endParaRPr lang="en-US" altLang="it-IT" sz="1200"/>
          </a:p>
        </p:txBody>
      </p:sp>
      <p:sp>
        <p:nvSpPr>
          <p:cNvPr id="60421" name="Footer Placeholder 4">
            <a:extLst>
              <a:ext uri="{FF2B5EF4-FFF2-40B4-BE49-F238E27FC236}">
                <a16:creationId xmlns:a16="http://schemas.microsoft.com/office/drawing/2014/main" id="{067E313B-38AE-9757-F52B-C471FEB4167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CHAPTER 5</a:t>
            </a:r>
          </a:p>
        </p:txBody>
      </p:sp>
      <p:sp>
        <p:nvSpPr>
          <p:cNvPr id="60422" name="Header Placeholder 5">
            <a:extLst>
              <a:ext uri="{FF2B5EF4-FFF2-40B4-BE49-F238E27FC236}">
                <a16:creationId xmlns:a16="http://schemas.microsoft.com/office/drawing/2014/main" id="{C5288436-74D3-D273-FE36-ECF770481C8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it-IT" sz="1200"/>
              <a:t>BCT2083 DISCRETE STRUCTURE &amp; APPLICATIONS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8F5CD9-6EAF-4B8B-9A4D-446D9D822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5EC06-D9EF-421D-B636-55F4AACA0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BED50A0-78C5-42A3-8B38-E1A9DBE8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EE87F2A-AB2C-4D87-BCA6-9B3A24192F3A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7103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Modifica gli stili del testo dello schema
Secondo livello
Terzo livello
Quarto livello
Quinto livello</a:t>
            </a:r>
            <a:endParaRPr lang="en-US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EF3F9C-540B-468D-B525-7A1FFFBD55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495550" cy="274637"/>
          </a:xfrm>
        </p:spPr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FAC2101-7C3D-43D9-B409-B7ABFD750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E01E8D0-7250-4243-89B8-07E48DFA9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85856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200" b="1" cap="small" baseline="0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1FC1CC5-72B4-4175-96AC-0AAB76C5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FD2EC85-D444-4CAE-8A7C-2318EECBC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7C0FDD-1C9E-4F9B-802B-D0D0B256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6FA0980B-2DE9-40AD-8A4E-40673DB95E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2689803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BDFE60E-FCA5-4468-A238-A20DBCFC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0C1C83E-6933-48CB-81DB-2D6C24A0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580F37-86A5-4A66-88A3-29B44267A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754FAF7-AB3B-4F7E-9E4D-EFD1BDE13684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4396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9C22FEF5-9EB2-453F-A5FE-EAB3C53E9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58A33CE7-8F18-4DB0-B6A3-7B697BF4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F4923DE-6083-4153-995D-8F0374F86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1D30E12C-3274-4FAB-BA9C-E68E77B0C14D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1857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5501FED8-2700-48C7-87EB-F70A68172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C9426F0B-8BC6-4ADE-A8A8-5385F517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7582239-C1BB-485A-9FEE-F41A21AB9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ADF7909B-0F24-4DCB-B54E-6ED0CFB1C01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331824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FE9452-6A85-432A-9499-56CE62AA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40F88F0-4AAD-4067-8504-06A96A4C4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800000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10A01D4-5A85-4F93-84CF-2B84CC80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800000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2D64222-F0E5-4BFA-B141-DC6F71D62566}" type="slidenum">
              <a:rPr lang="it-IT" altLang="it-IT" smtClean="0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666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6507EE9-0CDC-4148-8A28-DB77BBCD05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722D2B5-089D-434E-80AE-5C832BCCC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72FBC73-D206-45C1-96E4-53614CD92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476B2D-B94D-4307-9644-89F667858B3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61996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it-IT" noProof="0"/>
              <a:t>Fare clic sull'icona per inserire un'immagine</a:t>
            </a:r>
            <a:endParaRPr lang="en-US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
Secondo livello
Terzo livello
Quarto livello
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0E7B81-0415-45FD-AB81-D333AF2D0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3E77243-2F71-42BE-B622-2FC4DE67B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516188A-68ED-4AC6-B692-6ABAE89F0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6B338B3-9BD9-4219-AABA-FCF7A675F8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8081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836C99A-F6EA-44E5-B86D-8086FD21B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3AB2F-0E00-4C92-A508-186E6FD6C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2268B54-0662-4EE2-B3E9-264D1DF0D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9F91C6E6-09D2-40BD-91F2-E474F31023E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355725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>
            <a:lvl1pPr>
              <a:defRPr>
                <a:solidFill>
                  <a:srgbClr val="800000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
Secondo livello
Terzo livello
Quarto livello
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144EC7-064D-4629-A13E-BC17C0C7C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it-IT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DBA2179-2FC3-4FAD-8BB0-1E9D316AF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defTabSz="457200" eaLnBrk="1" fontAlgn="auto" hangingPunct="1">
              <a:spcBef>
                <a:spcPts val="0"/>
              </a:spcBef>
              <a:spcAft>
                <a:spcPts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AA0186A-B7F0-4F3A-A07F-0F1394DB0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defTabSz="457200" eaLnBrk="1" hangingPunct="1">
              <a:defRPr smtClean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87B9D4D-E2B4-4C02-A143-BFB5949180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591095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-Up: 1 Top, 2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7F325DF5-C9AF-2F1F-59B6-0EE2CC3C8A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EDCA3DB2-B7A8-F94A-8D4B-584FC94706EC}" type="slidenum">
              <a:rPr lang="en-US" altLang="it-IT"/>
              <a:pPr/>
              <a:t>‹N›</a:t>
            </a:fld>
            <a:endParaRPr lang="en-US" altLang="it-IT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5B6230F1-4F78-6985-F44F-3F9384DA0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05100" y="4857750"/>
            <a:ext cx="3733800" cy="2286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KR</a:t>
            </a:r>
          </a:p>
        </p:txBody>
      </p:sp>
    </p:spTree>
    <p:extLst>
      <p:ext uri="{BB962C8B-B14F-4D97-AF65-F5344CB8AC3E}">
        <p14:creationId xmlns:p14="http://schemas.microsoft.com/office/powerpoint/2010/main" val="2134604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nettore 1 8">
            <a:extLst>
              <a:ext uri="{FF2B5EF4-FFF2-40B4-BE49-F238E27FC236}">
                <a16:creationId xmlns:a16="http://schemas.microsoft.com/office/drawing/2014/main" id="{3E4D53D9-0413-4E98-B30A-0911779B1CD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0" y="136525"/>
            <a:ext cx="7924800" cy="0"/>
          </a:xfrm>
          <a:prstGeom prst="line">
            <a:avLst/>
          </a:prstGeom>
          <a:noFill/>
          <a:ln w="25400">
            <a:solidFill>
              <a:srgbClr val="953735"/>
            </a:solidFill>
            <a:round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51" name="Segnaposto titolo 1">
            <a:extLst>
              <a:ext uri="{FF2B5EF4-FFF2-40B4-BE49-F238E27FC236}">
                <a16:creationId xmlns:a16="http://schemas.microsoft.com/office/drawing/2014/main" id="{AA9ADE31-466F-4A6E-B2C5-67CEBCE01D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9525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stile</a:t>
            </a:r>
            <a:endParaRPr lang="en-US" altLang="it-IT"/>
          </a:p>
        </p:txBody>
      </p:sp>
      <p:sp>
        <p:nvSpPr>
          <p:cNvPr id="2052" name="Segnaposto testo 2">
            <a:extLst>
              <a:ext uri="{FF2B5EF4-FFF2-40B4-BE49-F238E27FC236}">
                <a16:creationId xmlns:a16="http://schemas.microsoft.com/office/drawing/2014/main" id="{11430D93-9A39-4E38-B62A-1CFA666B51B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866775"/>
            <a:ext cx="8229600" cy="372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 dirty="0"/>
              <a:t>Fare clic per modificare gli stili del testo dello schema</a:t>
            </a:r>
          </a:p>
          <a:p>
            <a:pPr lvl="1"/>
            <a:r>
              <a:rPr lang="it-IT" altLang="it-IT" dirty="0"/>
              <a:t>Secondo livello</a:t>
            </a:r>
          </a:p>
          <a:p>
            <a:pPr lvl="2"/>
            <a:r>
              <a:rPr lang="it-IT" altLang="it-IT" dirty="0"/>
              <a:t>Terzo livello</a:t>
            </a:r>
          </a:p>
          <a:p>
            <a:pPr lvl="3"/>
            <a:r>
              <a:rPr lang="it-IT" altLang="it-IT" dirty="0"/>
              <a:t>Quarto livello</a:t>
            </a:r>
          </a:p>
          <a:p>
            <a:pPr lvl="4"/>
            <a:r>
              <a:rPr lang="it-IT" altLang="it-IT" dirty="0"/>
              <a:t>Quinto livello</a:t>
            </a:r>
            <a:endParaRPr lang="en-US" alt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9039C1-3D31-4618-812B-62486E9A9C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it-IT" altLang="it-IT"/>
              <a:t>2ATA</a:t>
            </a:r>
            <a:endParaRPr lang="en-US" alt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9C481AF-DC48-4A15-B780-A6FE13CE1F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ahoma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915BA29-28F1-45BD-95D4-7D70F8E1C1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463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07703C53-5324-49A8-8F9E-1D23D9472D20}" type="slidenum">
              <a:rPr lang="en-US" altLang="it-IT"/>
              <a:pPr>
                <a:defRPr/>
              </a:pPr>
              <a:t>‹N›</a:t>
            </a:fld>
            <a:endParaRPr lang="en-US" altLang="it-IT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9943039F-1152-7640-A8B6-3592FA14B47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035975" y="18703"/>
            <a:ext cx="1108025" cy="39204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036" r:id="rId1"/>
    <p:sldLayoutId id="2147484037" r:id="rId2"/>
    <p:sldLayoutId id="2147484038" r:id="rId3"/>
    <p:sldLayoutId id="2147484039" r:id="rId4"/>
    <p:sldLayoutId id="2147484040" r:id="rId5"/>
    <p:sldLayoutId id="2147484041" r:id="rId6"/>
    <p:sldLayoutId id="2147484042" r:id="rId7"/>
    <p:sldLayoutId id="2147484043" r:id="rId8"/>
    <p:sldLayoutId id="2147484044" r:id="rId9"/>
    <p:sldLayoutId id="2147484045" r:id="rId10"/>
    <p:sldLayoutId id="2147484046" r:id="rId11"/>
    <p:sldLayoutId id="214748404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hf hdr="0" dt="0"/>
  <p:txStyles>
    <p:titleStyle>
      <a:lvl1pPr algn="ctr" defTabSz="457200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800000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2pPr>
      <a:lvl3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3pPr>
      <a:lvl4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4pPr>
      <a:lvl5pPr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MS PGothic" panose="020B0600070205080204" pitchFamily="34" charset="-128"/>
          <a:cs typeface="ＭＳ Ｐゴシック" charset="0"/>
        </a:defRPr>
      </a:lvl5pPr>
      <a:lvl6pPr marL="4572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6pPr>
      <a:lvl7pPr marL="9144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7pPr>
      <a:lvl8pPr marL="13716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8pPr>
      <a:lvl9pPr marL="1828800" algn="ctr" defTabSz="457200" rtl="0" eaLnBrk="1" fontAlgn="base" hangingPunct="1">
        <a:spcBef>
          <a:spcPct val="0"/>
        </a:spcBef>
        <a:spcAft>
          <a:spcPct val="0"/>
        </a:spcAft>
        <a:defRPr sz="4400">
          <a:solidFill>
            <a:srgbClr val="800000"/>
          </a:solidFill>
          <a:latin typeface="Calibri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6.bin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95ECE64-F2A7-4B42-9294-67E7C03112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8128" y="4092351"/>
            <a:ext cx="3348038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7866" tIns="33338" rIns="67866" bIns="33338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Computer Science Department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it-IT" sz="1800" dirty="0">
                <a:latin typeface="Tahoma" panose="020B0604030504040204" pitchFamily="34" charset="0"/>
              </a:rPr>
              <a:t>University of Verona - Italy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B34E587E-09E1-4E74-AE2B-B98A4906150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93216" y="843558"/>
            <a:ext cx="7772400" cy="2088232"/>
          </a:xfrm>
          <a:effectLst>
            <a:outerShdw blurRad="63500" dist="81320" dir="2319588" algn="ctr" rotWithShape="0">
              <a:schemeClr val="bg2">
                <a:alpha val="74997"/>
              </a:schemeClr>
            </a:outerShdw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b="1" dirty="0">
                <a:ea typeface="+mj-ea"/>
                <a:cs typeface="+mj-cs"/>
              </a:rPr>
              <a:t>KNOWLEDGE REPRESENTATION</a:t>
            </a:r>
            <a:endParaRPr lang="en-US" sz="3600" dirty="0">
              <a:ea typeface="+mj-ea"/>
              <a:cs typeface="+mj-cs"/>
            </a:endParaRPr>
          </a:p>
        </p:txBody>
      </p:sp>
      <p:pic>
        <p:nvPicPr>
          <p:cNvPr id="28677" name="Immagine 25" descr="univr-color.gif">
            <a:extLst>
              <a:ext uri="{FF2B5EF4-FFF2-40B4-BE49-F238E27FC236}">
                <a16:creationId xmlns:a16="http://schemas.microsoft.com/office/drawing/2014/main" id="{0F2A3EAB-47C4-4463-9952-A31D235A5E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7141" y="3805014"/>
            <a:ext cx="10985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8" name="CasellaDiTesto 1">
            <a:extLst>
              <a:ext uri="{FF2B5EF4-FFF2-40B4-BE49-F238E27FC236}">
                <a16:creationId xmlns:a16="http://schemas.microsoft.com/office/drawing/2014/main" id="{7FE76117-C115-45E9-82F7-562E82BF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4213" y="2008188"/>
            <a:ext cx="18415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it-IT" sz="18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695A689-5F5C-804A-9943-AD4ABE49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UNIT 3 – L1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BC5CACE8-2E8A-0C4B-A565-46435E77B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RECALL ON FORMAL LANGUAGES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73FFDE-035C-CD4A-8BA7-E5AF64FFD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7D628BD-BA8C-661E-5C1B-988E023F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A0980B-2DE9-40AD-8A4E-40673DB95E95}" type="slidenum">
              <a:rPr lang="it-IT" altLang="it-IT" smtClean="0"/>
              <a:pPr>
                <a:defRPr/>
              </a:pPr>
              <a:t>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891172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F82B45DA-B716-72F2-AF09-DA25842FF2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/>
              <a:t>Modeling Computation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B307D2C-BA54-D82C-9702-AF62CB7F54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sz="1800" dirty="0"/>
              <a:t>Given a task:</a:t>
            </a:r>
          </a:p>
          <a:p>
            <a:pPr lvl="1"/>
            <a:r>
              <a:rPr lang="en-US" altLang="it-IT" sz="1800" dirty="0"/>
              <a:t>Can it be performed by a computer?</a:t>
            </a:r>
          </a:p>
          <a:p>
            <a:pPr lvl="1"/>
            <a:r>
              <a:rPr lang="en-US" altLang="it-IT" sz="1800" dirty="0"/>
              <a:t>We learned that some tasks are unsolvable.</a:t>
            </a:r>
          </a:p>
          <a:p>
            <a:r>
              <a:rPr lang="en-US" altLang="it-IT" sz="1800" dirty="0">
                <a:solidFill>
                  <a:srgbClr val="FF0000"/>
                </a:solidFill>
              </a:rPr>
              <a:t>For the tasks that can be performed by a computer,</a:t>
            </a:r>
            <a:r>
              <a:rPr lang="en-US" altLang="it-IT" sz="1800" dirty="0"/>
              <a:t> </a:t>
            </a:r>
            <a:r>
              <a:rPr lang="en-US" altLang="it-IT" sz="1800" dirty="0">
                <a:solidFill>
                  <a:srgbClr val="FF0000"/>
                </a:solidFill>
              </a:rPr>
              <a:t>how can they be carried out?</a:t>
            </a:r>
          </a:p>
          <a:p>
            <a:pPr lvl="1"/>
            <a:r>
              <a:rPr lang="en-US" altLang="it-IT" sz="1800" dirty="0"/>
              <a:t>We learned the concept of an algorithm (A description of a computational procedure)</a:t>
            </a:r>
            <a:endParaRPr lang="en-US" altLang="it-IT" sz="1800" dirty="0">
              <a:sym typeface="Wingdings" pitchFamily="2" charset="2"/>
            </a:endParaRPr>
          </a:p>
          <a:p>
            <a:r>
              <a:rPr lang="en-US" altLang="it-IT" sz="1800" dirty="0"/>
              <a:t>How can we model the computer itself, and what it is doing when it carries out an algorithm?</a:t>
            </a:r>
          </a:p>
          <a:p>
            <a:r>
              <a:rPr lang="en-US" altLang="it-IT" sz="1800" dirty="0">
                <a:solidFill>
                  <a:srgbClr val="FF0000"/>
                </a:solidFill>
                <a:sym typeface="Wingdings" pitchFamily="2" charset="2"/>
              </a:rPr>
              <a:t>Models of Computation</a:t>
            </a:r>
          </a:p>
          <a:p>
            <a:pPr lvl="1"/>
            <a:r>
              <a:rPr lang="en-US" altLang="it-IT" sz="1800" dirty="0"/>
              <a:t>we want to model the </a:t>
            </a:r>
            <a:r>
              <a:rPr lang="en-US" altLang="it-IT" sz="1800" dirty="0">
                <a:solidFill>
                  <a:srgbClr val="FF0000"/>
                </a:solidFill>
              </a:rPr>
              <a:t>abstract process of </a:t>
            </a:r>
            <a:r>
              <a:rPr lang="en-US" altLang="it-IT" sz="1800" i="1" dirty="0">
                <a:solidFill>
                  <a:srgbClr val="FF0000"/>
                </a:solidFill>
              </a:rPr>
              <a:t>computation</a:t>
            </a:r>
            <a:r>
              <a:rPr lang="en-US" altLang="it-IT" sz="1800" dirty="0">
                <a:solidFill>
                  <a:srgbClr val="FF0000"/>
                </a:solidFill>
              </a:rPr>
              <a:t> itself.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8B3FD74E-4556-48C3-4D0F-F64434F4C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KR</a:t>
            </a:r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52A2929-F5B0-450F-F481-19F4EA601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B4B898C6-F9BA-BA14-3062-C7E7040A4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dirty="0"/>
              <a:t>Modeling Computation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9A2B9-C4D4-B394-A5C0-A2029289C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1800" dirty="0"/>
              <a:t>We’ll cover </a:t>
            </a:r>
            <a:r>
              <a:rPr lang="en-US" sz="1800" dirty="0">
                <a:solidFill>
                  <a:srgbClr val="FF0000"/>
                </a:solidFill>
              </a:rPr>
              <a:t>three types of structures </a:t>
            </a:r>
            <a:r>
              <a:rPr lang="en-US" sz="1800" dirty="0"/>
              <a:t>used in modeling computation:</a:t>
            </a:r>
          </a:p>
          <a:p>
            <a:pPr>
              <a:defRPr/>
            </a:pPr>
            <a:r>
              <a:rPr lang="en-US" sz="1800" dirty="0">
                <a:solidFill>
                  <a:srgbClr val="FF0000"/>
                </a:solidFill>
              </a:rPr>
              <a:t>Grammars</a:t>
            </a:r>
          </a:p>
          <a:p>
            <a:pPr marL="642938" lvl="1" indent="-342900">
              <a:buFont typeface="Arial" pitchFamily="34" charset="0"/>
              <a:buChar char="•"/>
              <a:defRPr/>
            </a:pPr>
            <a:r>
              <a:rPr lang="en-US" sz="1600" dirty="0"/>
              <a:t>Used to </a:t>
            </a:r>
            <a:r>
              <a:rPr lang="en-US" sz="1600" dirty="0">
                <a:solidFill>
                  <a:srgbClr val="FF00FF"/>
                </a:solidFill>
              </a:rPr>
              <a:t>generate sentences </a:t>
            </a:r>
            <a:r>
              <a:rPr lang="en-US" sz="1600" dirty="0"/>
              <a:t>of a language and to </a:t>
            </a:r>
            <a:r>
              <a:rPr lang="en-US" sz="1600" dirty="0">
                <a:solidFill>
                  <a:srgbClr val="FF00FF"/>
                </a:solidFill>
              </a:rPr>
              <a:t>determine if a given sentence is in a language</a:t>
            </a:r>
          </a:p>
          <a:p>
            <a:pPr marL="642938" lvl="1" indent="-342900">
              <a:buFont typeface="Arial" pitchFamily="34" charset="0"/>
              <a:buChar char="•"/>
              <a:defRPr/>
            </a:pPr>
            <a:r>
              <a:rPr lang="en-US" sz="1600" dirty="0"/>
              <a:t>Formal languages, generated by grammars, provide models for programming languages (Java, C, etc) as well as natural language  --- important for constructing compilers</a:t>
            </a:r>
          </a:p>
          <a:p>
            <a:pPr>
              <a:defRPr/>
            </a:pPr>
            <a:r>
              <a:rPr lang="en-US" sz="1800" dirty="0">
                <a:solidFill>
                  <a:srgbClr val="FF0000"/>
                </a:solidFill>
              </a:rPr>
              <a:t>Finite-state machines (FSM)</a:t>
            </a:r>
          </a:p>
          <a:p>
            <a:pPr marL="642938" lvl="1" indent="-342900">
              <a:buFont typeface="Arial" pitchFamily="34" charset="0"/>
              <a:buChar char="•"/>
              <a:defRPr/>
            </a:pPr>
            <a:r>
              <a:rPr lang="en-US" sz="1600" dirty="0"/>
              <a:t>FSM are characterized by </a:t>
            </a:r>
            <a:r>
              <a:rPr lang="en-US" sz="1600" dirty="0">
                <a:solidFill>
                  <a:srgbClr val="FF00FF"/>
                </a:solidFill>
              </a:rPr>
              <a:t>a set of states</a:t>
            </a:r>
            <a:r>
              <a:rPr lang="en-US" sz="1600" dirty="0"/>
              <a:t>, </a:t>
            </a:r>
            <a:r>
              <a:rPr lang="en-US" sz="1600" dirty="0">
                <a:solidFill>
                  <a:srgbClr val="FF00FF"/>
                </a:solidFill>
              </a:rPr>
              <a:t>an input alphabet</a:t>
            </a:r>
            <a:r>
              <a:rPr lang="en-US" sz="1600" dirty="0"/>
              <a:t>, and </a:t>
            </a:r>
            <a:r>
              <a:rPr lang="en-US" sz="1600" dirty="0">
                <a:solidFill>
                  <a:srgbClr val="FF00FF"/>
                </a:solidFill>
              </a:rPr>
              <a:t>transitions that assigns a next state to a pair of state and an input</a:t>
            </a:r>
            <a:r>
              <a:rPr lang="en-US" sz="1600" dirty="0"/>
              <a:t>. We’ll study FSM with and without output. They are used in </a:t>
            </a:r>
            <a:r>
              <a:rPr lang="en-US" sz="1600" dirty="0">
                <a:solidFill>
                  <a:srgbClr val="FF00FF"/>
                </a:solidFill>
              </a:rPr>
              <a:t>language recognition</a:t>
            </a:r>
            <a:r>
              <a:rPr lang="en-US" sz="1600" dirty="0"/>
              <a:t> (equivalent to certain grammar)but also for other tasks such as controlling vending machines</a:t>
            </a:r>
          </a:p>
          <a:p>
            <a:pPr>
              <a:defRPr/>
            </a:pPr>
            <a:r>
              <a:rPr lang="en-US" sz="1800" dirty="0">
                <a:solidFill>
                  <a:srgbClr val="FF0000"/>
                </a:solidFill>
              </a:rPr>
              <a:t>Turing Machine </a:t>
            </a:r>
            <a:r>
              <a:rPr lang="en-US" sz="1800" dirty="0"/>
              <a:t>– they are an abstraction of a computer; used to compute number theoretic functions</a:t>
            </a:r>
          </a:p>
        </p:txBody>
      </p:sp>
      <p:sp>
        <p:nvSpPr>
          <p:cNvPr id="15364" name="Slide Number Placeholder 3">
            <a:extLst>
              <a:ext uri="{FF2B5EF4-FFF2-40B4-BE49-F238E27FC236}">
                <a16:creationId xmlns:a16="http://schemas.microsoft.com/office/drawing/2014/main" id="{37187089-E670-8318-06F7-4F0F7D724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5D13DE-3EE8-2B48-913D-5AFB638DBF3E}" type="slidenum">
              <a:rPr lang="en-US" altLang="it-IT" sz="1050"/>
              <a:pPr/>
              <a:t>4</a:t>
            </a:fld>
            <a:endParaRPr lang="en-US" altLang="it-IT" sz="105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B77C626-A2A0-3603-8E82-E2590B53A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4">
            <a:extLst>
              <a:ext uri="{FF2B5EF4-FFF2-40B4-BE49-F238E27FC236}">
                <a16:creationId xmlns:a16="http://schemas.microsoft.com/office/drawing/2014/main" id="{96F25DBB-F0E4-C873-A661-5A7E86427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Early Models of Computation</a:t>
            </a:r>
          </a:p>
        </p:txBody>
      </p:sp>
      <p:sp>
        <p:nvSpPr>
          <p:cNvPr id="16387" name="Rectangle 7">
            <a:extLst>
              <a:ext uri="{FF2B5EF4-FFF2-40B4-BE49-F238E27FC236}">
                <a16:creationId xmlns:a16="http://schemas.microsoft.com/office/drawing/2014/main" id="{380782C8-6D5B-6C0B-0262-76C20EF745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it-IT" sz="2100"/>
              <a:t>Recursive Function Theory</a:t>
            </a:r>
          </a:p>
          <a:p>
            <a:pPr lvl="1">
              <a:lnSpc>
                <a:spcPct val="80000"/>
              </a:lnSpc>
            </a:pPr>
            <a:r>
              <a:rPr lang="en-US" altLang="it-IT" sz="1800"/>
              <a:t>Kleene, Church, Turing, Post, 1930’s  </a:t>
            </a:r>
            <a:r>
              <a:rPr lang="en-US" altLang="it-IT" sz="1800">
                <a:solidFill>
                  <a:srgbClr val="FF0000"/>
                </a:solidFill>
              </a:rPr>
              <a:t>(before computers!!)</a:t>
            </a:r>
          </a:p>
          <a:p>
            <a:pPr>
              <a:lnSpc>
                <a:spcPct val="80000"/>
              </a:lnSpc>
            </a:pPr>
            <a:r>
              <a:rPr lang="en-US" altLang="it-IT" sz="2100"/>
              <a:t>Turing Machines </a:t>
            </a:r>
            <a:r>
              <a:rPr lang="en-US" altLang="it-IT" sz="2100">
                <a:solidFill>
                  <a:schemeClr val="accent2"/>
                </a:solidFill>
              </a:rPr>
              <a:t>– Turing, 1940’s </a:t>
            </a:r>
            <a:r>
              <a:rPr lang="en-US" altLang="it-IT" sz="1800">
                <a:solidFill>
                  <a:srgbClr val="FF0000"/>
                </a:solidFill>
              </a:rPr>
              <a:t>(defined: computable) </a:t>
            </a:r>
            <a:endParaRPr lang="en-US" altLang="it-IT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it-IT" sz="2100"/>
              <a:t>RAM Machines </a:t>
            </a:r>
            <a:r>
              <a:rPr lang="en-US" altLang="it-IT" sz="2100">
                <a:solidFill>
                  <a:schemeClr val="accent2"/>
                </a:solidFill>
              </a:rPr>
              <a:t>– von Neumann, 1940’s </a:t>
            </a:r>
            <a:r>
              <a:rPr lang="en-US" altLang="it-IT" sz="1800">
                <a:solidFill>
                  <a:srgbClr val="FF0000"/>
                </a:solidFill>
              </a:rPr>
              <a:t>(“real computer”)</a:t>
            </a:r>
            <a:endParaRPr lang="en-US" altLang="it-IT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it-IT" sz="2100"/>
              <a:t>Cellular Automata </a:t>
            </a:r>
            <a:r>
              <a:rPr lang="en-US" altLang="it-IT" sz="2100">
                <a:solidFill>
                  <a:schemeClr val="accent2"/>
                </a:solidFill>
              </a:rPr>
              <a:t>– von Neumann, 1950’s </a:t>
            </a:r>
          </a:p>
          <a:p>
            <a:pPr>
              <a:lnSpc>
                <a:spcPct val="80000"/>
              </a:lnSpc>
            </a:pPr>
            <a:r>
              <a:rPr lang="en-US" altLang="it-IT" sz="2100">
                <a:solidFill>
                  <a:schemeClr val="accent2"/>
                </a:solidFill>
              </a:rPr>
              <a:t>                                     </a:t>
            </a:r>
            <a:r>
              <a:rPr lang="en-US" altLang="it-IT" sz="1800">
                <a:solidFill>
                  <a:srgbClr val="FF0000"/>
                </a:solidFill>
              </a:rPr>
              <a:t>(Wolfram 2005; physics of our world?)</a:t>
            </a:r>
            <a:endParaRPr lang="en-US" altLang="it-IT" sz="2100">
              <a:solidFill>
                <a:srgbClr val="FF0000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it-IT" sz="2100"/>
              <a:t>Finite-state machines, pushdown automata</a:t>
            </a:r>
          </a:p>
          <a:p>
            <a:pPr lvl="1">
              <a:lnSpc>
                <a:spcPct val="80000"/>
              </a:lnSpc>
            </a:pPr>
            <a:r>
              <a:rPr lang="en-US" altLang="it-IT" sz="1800"/>
              <a:t>various people, 1950’s</a:t>
            </a:r>
          </a:p>
          <a:p>
            <a:pPr>
              <a:lnSpc>
                <a:spcPct val="80000"/>
              </a:lnSpc>
            </a:pPr>
            <a:r>
              <a:rPr lang="en-US" altLang="it-IT" sz="2100"/>
              <a:t>VLSI models </a:t>
            </a:r>
            <a:r>
              <a:rPr lang="en-US" altLang="it-IT" sz="2100">
                <a:solidFill>
                  <a:schemeClr val="accent2"/>
                </a:solidFill>
              </a:rPr>
              <a:t>– 1970s (</a:t>
            </a:r>
            <a:r>
              <a:rPr lang="en-US" altLang="it-IT" sz="2100"/>
              <a:t> </a:t>
            </a:r>
            <a:r>
              <a:rPr lang="en-US" altLang="it-IT" sz="1050"/>
              <a:t>integrated circuits made of thousands of transistors form a single chip)</a:t>
            </a:r>
            <a:endParaRPr lang="en-US" altLang="it-IT" sz="2100">
              <a:solidFill>
                <a:schemeClr val="accent2"/>
              </a:solidFill>
            </a:endParaRPr>
          </a:p>
          <a:p>
            <a:pPr>
              <a:lnSpc>
                <a:spcPct val="80000"/>
              </a:lnSpc>
            </a:pPr>
            <a:r>
              <a:rPr lang="en-US" altLang="it-IT" sz="2100"/>
              <a:t>Parallel RAMs, etc. </a:t>
            </a:r>
            <a:r>
              <a:rPr lang="en-US" altLang="it-IT" sz="2100">
                <a:solidFill>
                  <a:schemeClr val="accent2"/>
                </a:solidFill>
              </a:rPr>
              <a:t>– 1980’s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D86F97FF-F61C-6CE9-0A3B-9A6B0D1C71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BDE756E-F199-0C83-B4F6-A69BB04FC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5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F26467E-91E3-5AD5-9C42-9C4A60B82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sz="3000"/>
              <a:t>Computers as Transition Functions</a:t>
            </a:r>
          </a:p>
        </p:txBody>
      </p:sp>
      <p:sp>
        <p:nvSpPr>
          <p:cNvPr id="909315" name="Rectangle 3">
            <a:extLst>
              <a:ext uri="{FF2B5EF4-FFF2-40B4-BE49-F238E27FC236}">
                <a16:creationId xmlns:a16="http://schemas.microsoft.com/office/drawing/2014/main" id="{CE24B7AD-D132-E3A1-32F9-5D6499FD47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it-IT" sz="2100"/>
              <a:t>A computer (or really any physical system) can be modeled as having, at any given time, a specific state </a:t>
            </a:r>
            <a:r>
              <a:rPr lang="en-US" altLang="it-IT" sz="2100" i="1">
                <a:solidFill>
                  <a:srgbClr val="FF0000"/>
                </a:solidFill>
              </a:rPr>
              <a:t>s</a:t>
            </a:r>
            <a:r>
              <a:rPr lang="en-US" altLang="it-IT" sz="2100">
                <a:solidFill>
                  <a:srgbClr val="FF0000"/>
                </a:solidFill>
                <a:sym typeface="Symbol" pitchFamily="2" charset="2"/>
              </a:rPr>
              <a:t></a:t>
            </a:r>
            <a:r>
              <a:rPr lang="en-US" altLang="it-IT" sz="2100" i="1">
                <a:solidFill>
                  <a:srgbClr val="FF0000"/>
                </a:solidFill>
                <a:sym typeface="Symbol" pitchFamily="2" charset="2"/>
              </a:rPr>
              <a:t>S</a:t>
            </a:r>
            <a:r>
              <a:rPr lang="en-US" altLang="it-IT" sz="2100">
                <a:sym typeface="Symbol" pitchFamily="2" charset="2"/>
              </a:rPr>
              <a:t> from some (finite or infinite) </a:t>
            </a:r>
            <a:r>
              <a:rPr lang="en-US" altLang="it-IT" sz="2100" i="1">
                <a:sym typeface="Symbol" pitchFamily="2" charset="2"/>
              </a:rPr>
              <a:t>state space </a:t>
            </a:r>
            <a:r>
              <a:rPr lang="en-US" altLang="it-IT" sz="2100" i="1">
                <a:solidFill>
                  <a:srgbClr val="FF0000"/>
                </a:solidFill>
                <a:sym typeface="Symbol" pitchFamily="2" charset="2"/>
              </a:rPr>
              <a:t>S</a:t>
            </a:r>
            <a:r>
              <a:rPr lang="en-US" altLang="it-IT" sz="2100">
                <a:sym typeface="Symbol" pitchFamily="2" charset="2"/>
              </a:rPr>
              <a:t>.</a:t>
            </a:r>
          </a:p>
          <a:p>
            <a:pPr>
              <a:lnSpc>
                <a:spcPct val="80000"/>
              </a:lnSpc>
            </a:pPr>
            <a:r>
              <a:rPr lang="en-US" altLang="it-IT" sz="2100">
                <a:sym typeface="Symbol" pitchFamily="2" charset="2"/>
              </a:rPr>
              <a:t>Also, at any time, the computer receives an </a:t>
            </a:r>
            <a:r>
              <a:rPr lang="en-US" altLang="it-IT" sz="2100" i="1">
                <a:sym typeface="Symbol" pitchFamily="2" charset="2"/>
              </a:rPr>
              <a:t>input symbol</a:t>
            </a:r>
            <a:r>
              <a:rPr lang="en-US" altLang="it-IT" sz="2100">
                <a:sym typeface="Symbol" pitchFamily="2" charset="2"/>
              </a:rPr>
              <a:t> </a:t>
            </a:r>
            <a:r>
              <a:rPr lang="en-US" altLang="it-IT" sz="2100" i="1">
                <a:solidFill>
                  <a:srgbClr val="FF0000"/>
                </a:solidFill>
                <a:sym typeface="Symbol" pitchFamily="2" charset="2"/>
              </a:rPr>
              <a:t>i</a:t>
            </a:r>
            <a:r>
              <a:rPr lang="en-US" altLang="it-IT" sz="2100">
                <a:solidFill>
                  <a:srgbClr val="FF0000"/>
                </a:solidFill>
                <a:sym typeface="Symbol" pitchFamily="2" charset="2"/>
              </a:rPr>
              <a:t></a:t>
            </a:r>
            <a:r>
              <a:rPr lang="en-US" altLang="it-IT" sz="2100" i="1">
                <a:solidFill>
                  <a:srgbClr val="FF0000"/>
                </a:solidFill>
                <a:sym typeface="Symbol" pitchFamily="2" charset="2"/>
              </a:rPr>
              <a:t>I</a:t>
            </a:r>
            <a:r>
              <a:rPr lang="en-US" altLang="it-IT" sz="2100">
                <a:sym typeface="Symbol" pitchFamily="2" charset="2"/>
              </a:rPr>
              <a:t> and produces an </a:t>
            </a:r>
            <a:r>
              <a:rPr lang="en-US" altLang="it-IT" sz="2100" i="1">
                <a:sym typeface="Symbol" pitchFamily="2" charset="2"/>
              </a:rPr>
              <a:t>output symbol</a:t>
            </a:r>
            <a:r>
              <a:rPr lang="en-US" altLang="it-IT" sz="2100">
                <a:sym typeface="Symbol" pitchFamily="2" charset="2"/>
              </a:rPr>
              <a:t> </a:t>
            </a:r>
            <a:r>
              <a:rPr lang="en-US" altLang="it-IT" sz="2100" i="1">
                <a:solidFill>
                  <a:srgbClr val="FF0000"/>
                </a:solidFill>
                <a:sym typeface="Symbol" pitchFamily="2" charset="2"/>
              </a:rPr>
              <a:t>o</a:t>
            </a:r>
            <a:r>
              <a:rPr lang="en-US" altLang="it-IT" sz="2100">
                <a:solidFill>
                  <a:srgbClr val="FF0000"/>
                </a:solidFill>
                <a:sym typeface="Symbol" pitchFamily="2" charset="2"/>
              </a:rPr>
              <a:t></a:t>
            </a:r>
            <a:r>
              <a:rPr lang="en-US" altLang="it-IT" sz="2100" i="1">
                <a:solidFill>
                  <a:srgbClr val="FF0000"/>
                </a:solidFill>
                <a:sym typeface="Symbol" pitchFamily="2" charset="2"/>
              </a:rPr>
              <a:t>O</a:t>
            </a:r>
            <a:r>
              <a:rPr lang="en-US" altLang="it-IT" sz="2100">
                <a:sym typeface="Symbol" pitchFamily="2" charset="2"/>
              </a:rPr>
              <a:t>.  </a:t>
            </a:r>
          </a:p>
          <a:p>
            <a:pPr lvl="1">
              <a:lnSpc>
                <a:spcPct val="80000"/>
              </a:lnSpc>
            </a:pPr>
            <a:r>
              <a:rPr lang="en-US" altLang="it-IT" sz="1800">
                <a:sym typeface="Symbol" pitchFamily="2" charset="2"/>
              </a:rPr>
              <a:t>Where </a:t>
            </a:r>
            <a:r>
              <a:rPr lang="en-US" altLang="it-IT" sz="1800" i="1">
                <a:solidFill>
                  <a:srgbClr val="FF0000"/>
                </a:solidFill>
                <a:sym typeface="Symbol" pitchFamily="2" charset="2"/>
              </a:rPr>
              <a:t>I</a:t>
            </a:r>
            <a:r>
              <a:rPr lang="en-US" altLang="it-IT" sz="1800">
                <a:sym typeface="Symbol" pitchFamily="2" charset="2"/>
              </a:rPr>
              <a:t> and </a:t>
            </a:r>
            <a:r>
              <a:rPr lang="en-US" altLang="it-IT" sz="1800" i="1">
                <a:solidFill>
                  <a:srgbClr val="FF0000"/>
                </a:solidFill>
                <a:sym typeface="Symbol" pitchFamily="2" charset="2"/>
              </a:rPr>
              <a:t>O</a:t>
            </a:r>
            <a:r>
              <a:rPr lang="en-US" altLang="it-IT" sz="1800">
                <a:sym typeface="Symbol" pitchFamily="2" charset="2"/>
              </a:rPr>
              <a:t> are sets of symbols.</a:t>
            </a:r>
          </a:p>
          <a:p>
            <a:pPr lvl="2">
              <a:lnSpc>
                <a:spcPct val="80000"/>
              </a:lnSpc>
            </a:pPr>
            <a:r>
              <a:rPr lang="en-US" altLang="it-IT" sz="1500">
                <a:sym typeface="Symbol" pitchFamily="2" charset="2"/>
              </a:rPr>
              <a:t>Each “symbol” can encode an arbitrary amount of data.</a:t>
            </a:r>
          </a:p>
          <a:p>
            <a:pPr>
              <a:lnSpc>
                <a:spcPct val="80000"/>
              </a:lnSpc>
            </a:pPr>
            <a:r>
              <a:rPr lang="en-US" altLang="it-IT" sz="2100">
                <a:sym typeface="Symbol" pitchFamily="2" charset="2"/>
              </a:rPr>
              <a:t>A computer can then be modeled as simply being a </a:t>
            </a:r>
            <a:r>
              <a:rPr lang="en-US" altLang="it-IT" sz="2100" i="1">
                <a:sym typeface="Symbol" pitchFamily="2" charset="2"/>
              </a:rPr>
              <a:t>transition function </a:t>
            </a:r>
            <a:r>
              <a:rPr lang="en-US" altLang="it-IT" sz="2100" i="1">
                <a:solidFill>
                  <a:srgbClr val="FF0000"/>
                </a:solidFill>
                <a:sym typeface="Symbol" pitchFamily="2" charset="2"/>
              </a:rPr>
              <a:t>T</a:t>
            </a:r>
            <a:r>
              <a:rPr lang="en-US" altLang="it-IT" sz="2100">
                <a:solidFill>
                  <a:srgbClr val="FF0000"/>
                </a:solidFill>
                <a:sym typeface="Symbol" pitchFamily="2" charset="2"/>
              </a:rPr>
              <a:t>:</a:t>
            </a:r>
            <a:r>
              <a:rPr lang="en-US" altLang="it-IT" sz="2100" i="1">
                <a:solidFill>
                  <a:srgbClr val="FF0000"/>
                </a:solidFill>
                <a:sym typeface="Symbol" pitchFamily="2" charset="2"/>
              </a:rPr>
              <a:t>S</a:t>
            </a:r>
            <a:r>
              <a:rPr lang="en-US" altLang="it-IT" sz="210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×</a:t>
            </a:r>
            <a:r>
              <a:rPr lang="en-US" altLang="it-IT" sz="2100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I</a:t>
            </a:r>
            <a:r>
              <a:rPr lang="en-US" altLang="it-IT" sz="210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 → </a:t>
            </a:r>
            <a:r>
              <a:rPr lang="en-US" altLang="it-IT" sz="2100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it-IT" sz="210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×</a:t>
            </a:r>
            <a:r>
              <a:rPr lang="en-US" altLang="it-IT" sz="2100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O</a:t>
            </a:r>
            <a:r>
              <a:rPr lang="en-US" altLang="it-IT" sz="2100">
                <a:cs typeface="Times New Roman" panose="02020603050405020304" pitchFamily="18" charset="0"/>
                <a:sym typeface="Symbol" pitchFamily="2" charset="2"/>
              </a:rPr>
              <a:t>.</a:t>
            </a:r>
          </a:p>
          <a:p>
            <a:pPr lvl="1">
              <a:lnSpc>
                <a:spcPct val="80000"/>
              </a:lnSpc>
            </a:pPr>
            <a:r>
              <a:rPr lang="en-US" altLang="it-IT" sz="1800">
                <a:cs typeface="Times New Roman" panose="02020603050405020304" pitchFamily="18" charset="0"/>
                <a:sym typeface="Symbol" pitchFamily="2" charset="2"/>
              </a:rPr>
              <a:t>Given the old state, and the input, this tells us what the computer’s new state and its output will be a moment later.</a:t>
            </a:r>
          </a:p>
          <a:p>
            <a:pPr>
              <a:lnSpc>
                <a:spcPct val="80000"/>
              </a:lnSpc>
            </a:pPr>
            <a:r>
              <a:rPr lang="en-US" altLang="it-IT" sz="2100">
                <a:cs typeface="Times New Roman" panose="02020603050405020304" pitchFamily="18" charset="0"/>
                <a:sym typeface="Symbol" pitchFamily="2" charset="2"/>
              </a:rPr>
              <a:t>Every model of computing we’ll discuss can be viewed as just being some special case of this general picture.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DA230EA4-D681-349F-A2AB-343C25C0B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805129D9-90AB-87A9-AA1C-13BBC22B4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6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0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093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0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093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0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093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0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093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0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093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09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093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B7F7EA8-4B33-3054-D0BF-C480FE53E1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Language Recognition Problem</a:t>
            </a:r>
          </a:p>
        </p:txBody>
      </p:sp>
      <p:sp>
        <p:nvSpPr>
          <p:cNvPr id="910339" name="Rectangle 3">
            <a:extLst>
              <a:ext uri="{FF2B5EF4-FFF2-40B4-BE49-F238E27FC236}">
                <a16:creationId xmlns:a16="http://schemas.microsoft.com/office/drawing/2014/main" id="{C7A5EB80-CF58-6BA9-72BB-A0A1F5E55D0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sz="2100" dirty="0"/>
              <a:t>Let a </a:t>
            </a:r>
            <a:r>
              <a:rPr lang="en-US" sz="2100" i="1" dirty="0"/>
              <a:t>language </a:t>
            </a:r>
            <a:r>
              <a:rPr lang="en-US" sz="2100" i="1" dirty="0">
                <a:solidFill>
                  <a:srgbClr val="FF0000"/>
                </a:solidFill>
              </a:rPr>
              <a:t>L</a:t>
            </a:r>
            <a:r>
              <a:rPr lang="en-US" sz="2100" dirty="0"/>
              <a:t> be any set of some arbitrary objects </a:t>
            </a:r>
            <a:r>
              <a:rPr lang="en-US" sz="2100" i="1" dirty="0">
                <a:solidFill>
                  <a:srgbClr val="FF0000"/>
                </a:solidFill>
              </a:rPr>
              <a:t>s</a:t>
            </a:r>
            <a:r>
              <a:rPr lang="en-US" sz="2100" dirty="0"/>
              <a:t> which will be dubbed “sentences.”</a:t>
            </a:r>
          </a:p>
          <a:p>
            <a:pPr lvl="1">
              <a:defRPr/>
            </a:pPr>
            <a:r>
              <a:rPr lang="en-US" sz="1800" dirty="0"/>
              <a:t>“legal” or “grammatically correct” sentences of the language.</a:t>
            </a:r>
          </a:p>
          <a:p>
            <a:pPr>
              <a:defRPr/>
            </a:pPr>
            <a:r>
              <a:rPr lang="en-US" sz="2100" dirty="0"/>
              <a:t>Let the </a:t>
            </a:r>
            <a:r>
              <a:rPr lang="en-US" sz="2100" i="1" dirty="0"/>
              <a:t>language recognition problem</a:t>
            </a:r>
            <a:r>
              <a:rPr lang="en-US" sz="2100" dirty="0"/>
              <a:t> for </a:t>
            </a:r>
            <a:r>
              <a:rPr lang="en-US" sz="2100" i="1" dirty="0"/>
              <a:t>L</a:t>
            </a:r>
            <a:r>
              <a:rPr lang="en-US" sz="2100" dirty="0"/>
              <a:t> be:</a:t>
            </a:r>
          </a:p>
          <a:p>
            <a:pPr lvl="1">
              <a:defRPr/>
            </a:pPr>
            <a:r>
              <a:rPr lang="en-US" sz="1800" dirty="0"/>
              <a:t>Given a sentence </a:t>
            </a:r>
            <a:r>
              <a:rPr lang="en-US" sz="1800" i="1" dirty="0">
                <a:solidFill>
                  <a:srgbClr val="FF0000"/>
                </a:solidFill>
              </a:rPr>
              <a:t>s</a:t>
            </a:r>
            <a:r>
              <a:rPr lang="en-US" sz="1800" dirty="0"/>
              <a:t>, is it a legal sentence of the language </a:t>
            </a:r>
            <a:r>
              <a:rPr lang="en-US" sz="1800" i="1" dirty="0"/>
              <a:t>L</a:t>
            </a:r>
            <a:r>
              <a:rPr lang="en-US" sz="1800" dirty="0"/>
              <a:t>? </a:t>
            </a:r>
          </a:p>
          <a:p>
            <a:pPr lvl="2">
              <a:defRPr/>
            </a:pPr>
            <a:r>
              <a:rPr lang="en-US" sz="1500" dirty="0"/>
              <a:t>That is, is </a:t>
            </a:r>
            <a:r>
              <a:rPr lang="en-US" sz="1500" i="1" dirty="0" err="1">
                <a:solidFill>
                  <a:srgbClr val="FF0000"/>
                </a:solidFill>
              </a:rPr>
              <a:t>s</a:t>
            </a:r>
            <a:r>
              <a:rPr lang="en-US" sz="1500" dirty="0" err="1">
                <a:solidFill>
                  <a:srgbClr val="FF0000"/>
                </a:solidFill>
                <a:sym typeface="Symbol" pitchFamily="18" charset="2"/>
              </a:rPr>
              <a:t></a:t>
            </a:r>
            <a:r>
              <a:rPr lang="en-US" sz="1500" i="1" dirty="0" err="1">
                <a:solidFill>
                  <a:srgbClr val="FF0000"/>
                </a:solidFill>
                <a:sym typeface="Symbol" pitchFamily="18" charset="2"/>
              </a:rPr>
              <a:t>L</a:t>
            </a:r>
            <a:r>
              <a:rPr lang="en-US" sz="1500" dirty="0">
                <a:sym typeface="Symbol" pitchFamily="18" charset="2"/>
              </a:rPr>
              <a:t>?</a:t>
            </a:r>
          </a:p>
          <a:p>
            <a:pPr>
              <a:defRPr/>
            </a:pPr>
            <a:r>
              <a:rPr lang="en-US" sz="2100" dirty="0">
                <a:solidFill>
                  <a:srgbClr val="FF0000"/>
                </a:solidFill>
                <a:sym typeface="Symbol" pitchFamily="18" charset="2"/>
              </a:rPr>
              <a:t>Surprisingly, this simple problem is as general as our very notion of computation itself!  Hmm…</a:t>
            </a:r>
          </a:p>
          <a:p>
            <a:pPr>
              <a:defRPr/>
            </a:pPr>
            <a:r>
              <a:rPr lang="en-US" sz="2100" dirty="0">
                <a:solidFill>
                  <a:srgbClr val="FF0000"/>
                </a:solidFill>
                <a:sym typeface="Symbol" pitchFamily="18" charset="2"/>
              </a:rPr>
              <a:t>Ex: addition ‘language’  </a:t>
            </a:r>
            <a:r>
              <a:rPr lang="en-US" sz="2100" dirty="0">
                <a:solidFill>
                  <a:schemeClr val="accent6">
                    <a:lumMod val="75000"/>
                  </a:schemeClr>
                </a:solidFill>
                <a:sym typeface="Symbol" pitchFamily="18" charset="2"/>
              </a:rPr>
              <a:t>“num1-num2-(num1+num2)”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846ADC1D-1769-F96D-C15A-DC624991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06DCB8F-924C-07D2-B8E7-ED1CEA645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7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03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E20E667F-7D65-5971-7AAD-EE5BAB3EB1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>
                <a:cs typeface="Times New Roman" panose="02020603050405020304" pitchFamily="18" charset="0"/>
              </a:rPr>
              <a:t>Languages &amp; Grammars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EA84D1CC-EC14-FC05-AD78-2D2F7D874E2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sz="2700"/>
              <a:t>Phrase-Structure Grammars</a:t>
            </a:r>
          </a:p>
          <a:p>
            <a:r>
              <a:rPr lang="en-US" altLang="it-IT" sz="2700"/>
              <a:t>Types of Phrase-Structure Grammars</a:t>
            </a:r>
          </a:p>
          <a:p>
            <a:r>
              <a:rPr lang="en-US" altLang="it-IT" sz="2700"/>
              <a:t>Derivation Trees</a:t>
            </a:r>
          </a:p>
          <a:p>
            <a:r>
              <a:rPr lang="en-US" altLang="it-IT" sz="2700"/>
              <a:t>Backus-Naur Form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36DDD892-B9FD-A763-E1DB-77C314F21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DF63259-EE07-9BF4-1294-6CDBC067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8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FD1BB37A-EDA4-31E9-EBD2-D37569A4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Formal Language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4AB98CCB-D96B-764F-6F5D-73963CD59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sz="1800" dirty="0">
                <a:solidFill>
                  <a:srgbClr val="FF0000"/>
                </a:solidFill>
              </a:rPr>
              <a:t>Formal language </a:t>
            </a:r>
            <a:r>
              <a:rPr lang="en-US" altLang="it-IT" sz="1800" dirty="0"/>
              <a:t>– is specified by </a:t>
            </a:r>
            <a:r>
              <a:rPr lang="en-US" altLang="it-IT" sz="1800" dirty="0">
                <a:solidFill>
                  <a:srgbClr val="FF0000"/>
                </a:solidFill>
              </a:rPr>
              <a:t>well-defined set of rules of syntax</a:t>
            </a:r>
          </a:p>
          <a:p>
            <a:endParaRPr lang="en-US" altLang="it-IT" sz="1800" dirty="0"/>
          </a:p>
          <a:p>
            <a:r>
              <a:rPr lang="en-US" altLang="it-IT" sz="1800" dirty="0"/>
              <a:t>We describe the sentences of a </a:t>
            </a:r>
            <a:r>
              <a:rPr lang="en-US" altLang="it-IT" sz="1800" dirty="0">
                <a:solidFill>
                  <a:srgbClr val="FF0000"/>
                </a:solidFill>
              </a:rPr>
              <a:t>formal language </a:t>
            </a:r>
            <a:r>
              <a:rPr lang="en-US" altLang="it-IT" sz="1800" dirty="0"/>
              <a:t>using a </a:t>
            </a:r>
            <a:r>
              <a:rPr lang="en-US" altLang="it-IT" sz="1800" dirty="0">
                <a:solidFill>
                  <a:srgbClr val="FF0000"/>
                </a:solidFill>
              </a:rPr>
              <a:t>grammar.</a:t>
            </a:r>
          </a:p>
          <a:p>
            <a:endParaRPr lang="en-US" altLang="it-IT" sz="1800" dirty="0"/>
          </a:p>
          <a:p>
            <a:r>
              <a:rPr lang="en-US" altLang="it-IT" sz="1800" dirty="0"/>
              <a:t>Two key questions:</a:t>
            </a:r>
          </a:p>
          <a:p>
            <a:r>
              <a:rPr lang="en-US" altLang="it-IT" sz="1800" dirty="0"/>
              <a:t>	1 - Is a combination of words a </a:t>
            </a:r>
            <a:r>
              <a:rPr lang="en-US" altLang="it-IT" sz="1800" dirty="0">
                <a:solidFill>
                  <a:srgbClr val="FF00FF"/>
                </a:solidFill>
              </a:rPr>
              <a:t>valid sentence </a:t>
            </a:r>
            <a:r>
              <a:rPr lang="en-US" altLang="it-IT" sz="1800" dirty="0"/>
              <a:t>in a formal language?</a:t>
            </a:r>
          </a:p>
          <a:p>
            <a:r>
              <a:rPr lang="en-US" altLang="it-IT" sz="1800" dirty="0"/>
              <a:t>	2 – How can we </a:t>
            </a:r>
            <a:r>
              <a:rPr lang="en-US" altLang="it-IT" sz="1800" dirty="0">
                <a:solidFill>
                  <a:srgbClr val="FF00FF"/>
                </a:solidFill>
              </a:rPr>
              <a:t>generate the valid sentences </a:t>
            </a:r>
            <a:r>
              <a:rPr lang="en-US" altLang="it-IT" sz="1800" dirty="0"/>
              <a:t>of a formal language?</a:t>
            </a:r>
          </a:p>
          <a:p>
            <a:endParaRPr lang="en-US" altLang="it-IT" sz="1800" dirty="0"/>
          </a:p>
          <a:p>
            <a:pPr algn="ctr"/>
            <a:r>
              <a:rPr lang="en-US" altLang="it-IT" sz="1800" dirty="0">
                <a:solidFill>
                  <a:srgbClr val="FF0000"/>
                </a:solidFill>
              </a:rPr>
              <a:t>Formal languages </a:t>
            </a:r>
            <a:r>
              <a:rPr lang="en-US" altLang="it-IT" sz="1800" dirty="0"/>
              <a:t>provide models for both </a:t>
            </a:r>
            <a:r>
              <a:rPr lang="en-US" altLang="it-IT" sz="1800" dirty="0">
                <a:solidFill>
                  <a:srgbClr val="FF00FF"/>
                </a:solidFill>
              </a:rPr>
              <a:t>natural languages </a:t>
            </a:r>
            <a:r>
              <a:rPr lang="en-US" altLang="it-IT" sz="1800" dirty="0"/>
              <a:t>and </a:t>
            </a:r>
            <a:r>
              <a:rPr lang="en-US" altLang="it-IT" sz="1800" dirty="0">
                <a:solidFill>
                  <a:srgbClr val="FF00FF"/>
                </a:solidFill>
              </a:rPr>
              <a:t>programming languages</a:t>
            </a:r>
            <a:r>
              <a:rPr lang="en-US" altLang="it-IT" sz="1800" dirty="0"/>
              <a:t>.</a:t>
            </a:r>
          </a:p>
          <a:p>
            <a:endParaRPr lang="en-US" altLang="it-IT" sz="1800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5731DF4A-D2FE-6CC8-8847-5696343E95A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767263"/>
            <a:ext cx="249555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21EC190-FD63-624F-B9A5-8E830D6139A1}" type="slidenum">
              <a:rPr lang="en-US" altLang="it-IT" sz="1050"/>
              <a:pPr/>
              <a:t>9</a:t>
            </a:fld>
            <a:endParaRPr lang="en-US" altLang="it-IT" sz="105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19BCEA67-E6DD-2A87-69DC-A62BAC468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D7CF0431-9E8E-5AB0-4C53-99CAF2E5B8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Grammars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B83980ED-6778-4489-E908-5D60980DE5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sz="2100"/>
              <a:t>A formal </a:t>
            </a:r>
            <a:r>
              <a:rPr lang="en-US" altLang="it-IT" sz="2100" i="1">
                <a:solidFill>
                  <a:srgbClr val="C00000"/>
                </a:solidFill>
              </a:rPr>
              <a:t>grammar</a:t>
            </a:r>
            <a:r>
              <a:rPr lang="en-US" altLang="it-IT" sz="2100">
                <a:solidFill>
                  <a:srgbClr val="C00000"/>
                </a:solidFill>
              </a:rPr>
              <a:t> </a:t>
            </a:r>
            <a:r>
              <a:rPr lang="en-US" altLang="it-IT" sz="2100" i="1">
                <a:solidFill>
                  <a:srgbClr val="C00000"/>
                </a:solidFill>
              </a:rPr>
              <a:t>G</a:t>
            </a:r>
            <a:r>
              <a:rPr lang="en-US" altLang="it-IT" sz="2100">
                <a:solidFill>
                  <a:srgbClr val="C00000"/>
                </a:solidFill>
              </a:rPr>
              <a:t> is any compact, precise mathematical definition of a language </a:t>
            </a:r>
            <a:r>
              <a:rPr lang="en-US" altLang="it-IT" sz="2100" i="1">
                <a:solidFill>
                  <a:srgbClr val="C00000"/>
                </a:solidFill>
              </a:rPr>
              <a:t>L</a:t>
            </a:r>
            <a:r>
              <a:rPr lang="en-US" altLang="it-IT" sz="2100">
                <a:solidFill>
                  <a:srgbClr val="C00000"/>
                </a:solidFill>
              </a:rPr>
              <a:t>.</a:t>
            </a:r>
          </a:p>
          <a:p>
            <a:pPr lvl="1">
              <a:lnSpc>
                <a:spcPct val="90000"/>
              </a:lnSpc>
            </a:pPr>
            <a:r>
              <a:rPr lang="en-US" altLang="it-IT" sz="1800"/>
              <a:t>As opposed to just a raw listing of all of the language’s legal sentences, or just examples of them.</a:t>
            </a:r>
          </a:p>
          <a:p>
            <a:pPr>
              <a:lnSpc>
                <a:spcPct val="90000"/>
              </a:lnSpc>
            </a:pPr>
            <a:r>
              <a:rPr lang="en-US" altLang="it-IT" sz="2100"/>
              <a:t>A grammar implies an </a:t>
            </a:r>
            <a:r>
              <a:rPr lang="en-US" altLang="it-IT" sz="2100">
                <a:solidFill>
                  <a:srgbClr val="FF00FF"/>
                </a:solidFill>
              </a:rPr>
              <a:t>algorithm that would generate all legal sentences of the language.</a:t>
            </a:r>
          </a:p>
          <a:p>
            <a:pPr lvl="1">
              <a:lnSpc>
                <a:spcPct val="90000"/>
              </a:lnSpc>
            </a:pPr>
            <a:r>
              <a:rPr lang="en-US" altLang="it-IT" sz="1800"/>
              <a:t>Often, it takes the form of a set of recursive definitions.</a:t>
            </a:r>
          </a:p>
          <a:p>
            <a:pPr>
              <a:lnSpc>
                <a:spcPct val="90000"/>
              </a:lnSpc>
            </a:pPr>
            <a:r>
              <a:rPr lang="en-US" altLang="it-IT" sz="2100"/>
              <a:t>A popular way to </a:t>
            </a:r>
            <a:r>
              <a:rPr lang="en-US" altLang="it-IT" sz="2100">
                <a:solidFill>
                  <a:srgbClr val="FF00FF"/>
                </a:solidFill>
              </a:rPr>
              <a:t>specify a grammar recursively </a:t>
            </a:r>
            <a:r>
              <a:rPr lang="en-US" altLang="it-IT" sz="2100"/>
              <a:t>is to specify it as a </a:t>
            </a:r>
            <a:r>
              <a:rPr lang="en-US" altLang="it-IT" sz="2100" i="1">
                <a:solidFill>
                  <a:srgbClr val="C00000"/>
                </a:solidFill>
              </a:rPr>
              <a:t>phrase-structure grammar</a:t>
            </a:r>
            <a:r>
              <a:rPr lang="en-US" altLang="it-IT" sz="2100" i="1"/>
              <a:t>.</a:t>
            </a:r>
            <a:endParaRPr lang="en-US" altLang="it-IT" sz="210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67B4E4D2-2F54-133A-2E6E-CD144D2E1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05F7561-F612-61A9-6BF8-985272644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10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>
            <a:extLst>
              <a:ext uri="{FF2B5EF4-FFF2-40B4-BE49-F238E27FC236}">
                <a16:creationId xmlns:a16="http://schemas.microsoft.com/office/drawing/2014/main" id="{846A7503-0778-46F6-6DB4-73CE12EFB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Grammars (Semi-formal)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659F3B02-FEB0-6DF0-E2FF-E20767E5683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sz="2000" dirty="0"/>
              <a:t>Example:    A grammar that generates a </a:t>
            </a:r>
            <a:r>
              <a:rPr lang="en-US" altLang="it-IT" sz="2000" dirty="0">
                <a:solidFill>
                  <a:srgbClr val="FF0000"/>
                </a:solidFill>
              </a:rPr>
              <a:t>subset of the English language</a:t>
            </a:r>
          </a:p>
          <a:p>
            <a:endParaRPr lang="en-US" altLang="it-IT" sz="2000" dirty="0"/>
          </a:p>
          <a:p>
            <a:endParaRPr lang="en-US" altLang="it-IT" sz="2000" dirty="0"/>
          </a:p>
        </p:txBody>
      </p:sp>
      <p:sp>
        <p:nvSpPr>
          <p:cNvPr id="1027" name="Slide Number Placeholder 5">
            <a:extLst>
              <a:ext uri="{FF2B5EF4-FFF2-40B4-BE49-F238E27FC236}">
                <a16:creationId xmlns:a16="http://schemas.microsoft.com/office/drawing/2014/main" id="{2B033A0D-AA81-3207-46C9-AA8897A22B3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15250" y="4800600"/>
            <a:ext cx="142875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D225C50-7CEE-214C-954C-EA3D0934FE71}" type="slidenum">
              <a:rPr lang="en-US" altLang="it-IT" sz="1050"/>
              <a:pPr/>
              <a:t>11</a:t>
            </a:fld>
            <a:endParaRPr lang="en-US" altLang="it-IT" sz="1050"/>
          </a:p>
        </p:txBody>
      </p:sp>
      <p:graphicFrame>
        <p:nvGraphicFramePr>
          <p:cNvPr id="1026" name="Object 2">
            <a:extLst>
              <a:ext uri="{FF2B5EF4-FFF2-40B4-BE49-F238E27FC236}">
                <a16:creationId xmlns:a16="http://schemas.microsoft.com/office/drawing/2014/main" id="{E6EED3F8-EFE3-FE80-F784-1AB476E6C2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212958"/>
              </p:ext>
            </p:extLst>
          </p:nvPr>
        </p:nvGraphicFramePr>
        <p:xfrm>
          <a:off x="1332309" y="1433513"/>
          <a:ext cx="6382941" cy="280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880000" imgH="80251300" progId="Equation.3">
                  <p:embed/>
                </p:oleObj>
              </mc:Choice>
              <mc:Fallback>
                <p:oleObj name="Equation" r:id="rId2" imgW="182880000" imgH="80251300" progId="Equation.3">
                  <p:embed/>
                  <p:pic>
                    <p:nvPicPr>
                      <p:cNvPr id="1026" name="Object 2">
                        <a:extLst>
                          <a:ext uri="{FF2B5EF4-FFF2-40B4-BE49-F238E27FC236}">
                            <a16:creationId xmlns:a16="http://schemas.microsoft.com/office/drawing/2014/main" id="{E6EED3F8-EFE3-FE80-F784-1AB476E6C27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2309" y="1433513"/>
                        <a:ext cx="6382941" cy="280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B45E3368-244B-6172-3DE1-2245D541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D53152-1625-5C1B-7335-37E1082602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Formal</a:t>
            </a:r>
            <a:r>
              <a:rPr lang="it-IT" dirty="0"/>
              <a:t> </a:t>
            </a:r>
            <a:r>
              <a:rPr lang="it-IT" dirty="0" err="1"/>
              <a:t>languages</a:t>
            </a:r>
            <a:endParaRPr lang="it-IT" dirty="0"/>
          </a:p>
        </p:txBody>
      </p:sp>
      <p:sp>
        <p:nvSpPr>
          <p:cNvPr id="2051" name="Slide Number Placeholder 5">
            <a:extLst>
              <a:ext uri="{FF2B5EF4-FFF2-40B4-BE49-F238E27FC236}">
                <a16:creationId xmlns:a16="http://schemas.microsoft.com/office/drawing/2014/main" id="{75572D35-7EAB-784C-DFC7-864E4DA659C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15250" y="4800600"/>
            <a:ext cx="142875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A9F8166-0B55-E248-ACC8-B27E0F394A4A}" type="slidenum">
              <a:rPr lang="en-US" altLang="it-IT" sz="1050"/>
              <a:pPr/>
              <a:t>12</a:t>
            </a:fld>
            <a:endParaRPr lang="en-US" altLang="it-IT" sz="1050"/>
          </a:p>
        </p:txBody>
      </p:sp>
      <p:graphicFrame>
        <p:nvGraphicFramePr>
          <p:cNvPr id="2050" name="Object 2">
            <a:extLst>
              <a:ext uri="{FF2B5EF4-FFF2-40B4-BE49-F238E27FC236}">
                <a16:creationId xmlns:a16="http://schemas.microsoft.com/office/drawing/2014/main" id="{DE9E0829-3AC5-2544-DA68-683F5A2B41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7174757"/>
              </p:ext>
            </p:extLst>
          </p:nvPr>
        </p:nvGraphicFramePr>
        <p:xfrm>
          <a:off x="3371850" y="1331860"/>
          <a:ext cx="1643495" cy="32460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406100" imgH="46228000" progId="Equation.3">
                  <p:embed/>
                </p:oleObj>
              </mc:Choice>
              <mc:Fallback>
                <p:oleObj name="Equation" r:id="rId2" imgW="23406100" imgH="46228000" progId="Equation.3">
                  <p:embed/>
                  <p:pic>
                    <p:nvPicPr>
                      <p:cNvPr id="2050" name="Object 2">
                        <a:extLst>
                          <a:ext uri="{FF2B5EF4-FFF2-40B4-BE49-F238E27FC236}">
                            <a16:creationId xmlns:a16="http://schemas.microsoft.com/office/drawing/2014/main" id="{DE9E0829-3AC5-2544-DA68-683F5A2B41C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71850" y="1331860"/>
                        <a:ext cx="1643495" cy="32460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B1C6981-2915-BABE-723F-923A293FD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14377A-6CAB-60A1-6FBC-9F5B854FF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Formal</a:t>
            </a:r>
            <a:r>
              <a:rPr lang="it-IT" dirty="0"/>
              <a:t> </a:t>
            </a:r>
            <a:r>
              <a:rPr lang="it-IT" dirty="0" err="1"/>
              <a:t>languages</a:t>
            </a:r>
            <a:endParaRPr lang="it-IT" dirty="0"/>
          </a:p>
        </p:txBody>
      </p:sp>
      <p:sp>
        <p:nvSpPr>
          <p:cNvPr id="3077" name="Rectangle 3">
            <a:extLst>
              <a:ext uri="{FF2B5EF4-FFF2-40B4-BE49-F238E27FC236}">
                <a16:creationId xmlns:a16="http://schemas.microsoft.com/office/drawing/2014/main" id="{7A1D187E-DEF6-3E6B-8822-FEC6E28501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A derivation of “</a:t>
            </a:r>
            <a:r>
              <a:rPr lang="en-US" altLang="it-IT">
                <a:solidFill>
                  <a:srgbClr val="FF3300"/>
                </a:solidFill>
              </a:rPr>
              <a:t>the boy sleeps</a:t>
            </a:r>
            <a:r>
              <a:rPr lang="en-US" altLang="it-IT"/>
              <a:t>”:</a:t>
            </a:r>
          </a:p>
          <a:p>
            <a:endParaRPr lang="en-US" altLang="it-IT"/>
          </a:p>
          <a:p>
            <a:endParaRPr lang="en-US" altLang="it-IT"/>
          </a:p>
        </p:txBody>
      </p:sp>
      <p:sp>
        <p:nvSpPr>
          <p:cNvPr id="3075" name="Slide Number Placeholder 5">
            <a:extLst>
              <a:ext uri="{FF2B5EF4-FFF2-40B4-BE49-F238E27FC236}">
                <a16:creationId xmlns:a16="http://schemas.microsoft.com/office/drawing/2014/main" id="{8C098EAF-9F4B-A788-D46B-D841F5CC981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15250" y="4800600"/>
            <a:ext cx="142875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784FC37-5575-F74B-8A0C-32C774DB906F}" type="slidenum">
              <a:rPr lang="en-US" altLang="it-IT" sz="1050"/>
              <a:pPr/>
              <a:t>13</a:t>
            </a:fld>
            <a:endParaRPr lang="en-US" altLang="it-IT" sz="1050"/>
          </a:p>
        </p:txBody>
      </p:sp>
      <p:graphicFrame>
        <p:nvGraphicFramePr>
          <p:cNvPr id="3074" name="Object 2">
            <a:extLst>
              <a:ext uri="{FF2B5EF4-FFF2-40B4-BE49-F238E27FC236}">
                <a16:creationId xmlns:a16="http://schemas.microsoft.com/office/drawing/2014/main" id="{447916CA-AFC2-F412-845D-D59C1610444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28850" y="1485900"/>
          <a:ext cx="5037535" cy="285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0858400" imgH="34518600" progId="Equation.3">
                  <p:embed/>
                </p:oleObj>
              </mc:Choice>
              <mc:Fallback>
                <p:oleObj name="Equation" r:id="rId2" imgW="60858400" imgH="34518600" progId="Equation.3">
                  <p:embed/>
                  <p:pic>
                    <p:nvPicPr>
                      <p:cNvPr id="3074" name="Object 2">
                        <a:extLst>
                          <a:ext uri="{FF2B5EF4-FFF2-40B4-BE49-F238E27FC236}">
                            <a16:creationId xmlns:a16="http://schemas.microsoft.com/office/drawing/2014/main" id="{447916CA-AFC2-F412-845D-D59C1610444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8850" y="1485900"/>
                        <a:ext cx="5037535" cy="285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D2E2319-12B0-EE4B-5162-6359454E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3E2A6A-5F49-9BAF-BF78-6DC4AC3E9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Generated</a:t>
            </a:r>
            <a:r>
              <a:rPr lang="it-IT" dirty="0"/>
              <a:t> </a:t>
            </a:r>
            <a:r>
              <a:rPr lang="it-IT" dirty="0" err="1"/>
              <a:t>language</a:t>
            </a:r>
            <a:endParaRPr lang="it-IT" dirty="0"/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5768E823-54C7-00CE-96D7-0ED03410C8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Language of the grammar:</a:t>
            </a:r>
          </a:p>
          <a:p>
            <a:endParaRPr lang="en-US" altLang="it-IT"/>
          </a:p>
          <a:p>
            <a:endParaRPr lang="en-US" altLang="it-IT"/>
          </a:p>
        </p:txBody>
      </p:sp>
      <p:sp>
        <p:nvSpPr>
          <p:cNvPr id="24578" name="Slide Number Placeholder 5">
            <a:extLst>
              <a:ext uri="{FF2B5EF4-FFF2-40B4-BE49-F238E27FC236}">
                <a16:creationId xmlns:a16="http://schemas.microsoft.com/office/drawing/2014/main" id="{57131C42-0008-B8A6-72B8-D68CED450EC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15250" y="4800600"/>
            <a:ext cx="142875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F591E4-3FAF-C741-92F6-3832191B9097}" type="slidenum">
              <a:rPr lang="en-US" altLang="it-IT" sz="1050"/>
              <a:pPr/>
              <a:t>14</a:t>
            </a:fld>
            <a:endParaRPr lang="en-US" altLang="it-IT" sz="1050"/>
          </a:p>
        </p:txBody>
      </p:sp>
      <p:sp>
        <p:nvSpPr>
          <p:cNvPr id="24581" name="Text Box 5">
            <a:extLst>
              <a:ext uri="{FF2B5EF4-FFF2-40B4-BE49-F238E27FC236}">
                <a16:creationId xmlns:a16="http://schemas.microsoft.com/office/drawing/2014/main" id="{B02CB272-EAD5-DB8C-C800-D072E98ECA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00350" y="1885950"/>
            <a:ext cx="2327881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/>
              <a:t>L = { “</a:t>
            </a:r>
            <a:r>
              <a:rPr lang="en-US" altLang="it-IT" sz="1800">
                <a:solidFill>
                  <a:srgbClr val="FF3300"/>
                </a:solidFill>
              </a:rPr>
              <a:t>a boy runs</a:t>
            </a:r>
            <a:r>
              <a:rPr lang="en-US" altLang="it-IT" sz="1800"/>
              <a:t>”,</a:t>
            </a:r>
          </a:p>
          <a:p>
            <a:pPr eaLnBrk="1" hangingPunct="1"/>
            <a:r>
              <a:rPr lang="en-US" altLang="it-IT" sz="1800"/>
              <a:t>        “</a:t>
            </a:r>
            <a:r>
              <a:rPr lang="en-US" altLang="it-IT" sz="1800">
                <a:solidFill>
                  <a:srgbClr val="FF3300"/>
                </a:solidFill>
              </a:rPr>
              <a:t>a boy sleeps</a:t>
            </a:r>
            <a:r>
              <a:rPr lang="en-US" altLang="it-IT" sz="1800"/>
              <a:t>”,</a:t>
            </a:r>
          </a:p>
          <a:p>
            <a:pPr eaLnBrk="1" hangingPunct="1"/>
            <a:r>
              <a:rPr lang="en-US" altLang="it-IT" sz="1800"/>
              <a:t>        “</a:t>
            </a:r>
            <a:r>
              <a:rPr lang="en-US" altLang="it-IT" sz="1800">
                <a:solidFill>
                  <a:srgbClr val="FF3300"/>
                </a:solidFill>
              </a:rPr>
              <a:t>the boy runs</a:t>
            </a:r>
            <a:r>
              <a:rPr lang="en-US" altLang="it-IT" sz="1800"/>
              <a:t>”,</a:t>
            </a:r>
          </a:p>
          <a:p>
            <a:pPr eaLnBrk="1" hangingPunct="1"/>
            <a:r>
              <a:rPr lang="en-US" altLang="it-IT" sz="1800"/>
              <a:t>        “</a:t>
            </a:r>
            <a:r>
              <a:rPr lang="en-US" altLang="it-IT" sz="1800">
                <a:solidFill>
                  <a:srgbClr val="FF3300"/>
                </a:solidFill>
              </a:rPr>
              <a:t>the boy sleeps</a:t>
            </a:r>
            <a:r>
              <a:rPr lang="en-US" altLang="it-IT" sz="1800"/>
              <a:t>”,</a:t>
            </a:r>
          </a:p>
          <a:p>
            <a:pPr eaLnBrk="1" hangingPunct="1"/>
            <a:r>
              <a:rPr lang="en-US" altLang="it-IT" sz="1800"/>
              <a:t>        “</a:t>
            </a:r>
            <a:r>
              <a:rPr lang="en-US" altLang="it-IT" sz="1800">
                <a:solidFill>
                  <a:srgbClr val="FF3300"/>
                </a:solidFill>
              </a:rPr>
              <a:t>a dog runs</a:t>
            </a:r>
            <a:r>
              <a:rPr lang="en-US" altLang="it-IT" sz="1800"/>
              <a:t>”,</a:t>
            </a:r>
          </a:p>
          <a:p>
            <a:pPr eaLnBrk="1" hangingPunct="1"/>
            <a:r>
              <a:rPr lang="en-US" altLang="it-IT" sz="1800"/>
              <a:t>        “</a:t>
            </a:r>
            <a:r>
              <a:rPr lang="en-US" altLang="it-IT" sz="1800">
                <a:solidFill>
                  <a:srgbClr val="FF3300"/>
                </a:solidFill>
              </a:rPr>
              <a:t>a dog sleeps</a:t>
            </a:r>
            <a:r>
              <a:rPr lang="en-US" altLang="it-IT" sz="1800"/>
              <a:t>”,</a:t>
            </a:r>
          </a:p>
          <a:p>
            <a:pPr eaLnBrk="1" hangingPunct="1"/>
            <a:r>
              <a:rPr lang="en-US" altLang="it-IT" sz="1800"/>
              <a:t>        “</a:t>
            </a:r>
            <a:r>
              <a:rPr lang="en-US" altLang="it-IT" sz="1800">
                <a:solidFill>
                  <a:srgbClr val="FF3300"/>
                </a:solidFill>
              </a:rPr>
              <a:t>the dog runs</a:t>
            </a:r>
            <a:r>
              <a:rPr lang="en-US" altLang="it-IT" sz="1800"/>
              <a:t>”,</a:t>
            </a:r>
          </a:p>
          <a:p>
            <a:pPr eaLnBrk="1" hangingPunct="1"/>
            <a:r>
              <a:rPr lang="en-US" altLang="it-IT" sz="1800"/>
              <a:t>        “</a:t>
            </a:r>
            <a:r>
              <a:rPr lang="en-US" altLang="it-IT" sz="1800">
                <a:solidFill>
                  <a:srgbClr val="FF3300"/>
                </a:solidFill>
              </a:rPr>
              <a:t>the dog sleeps</a:t>
            </a:r>
            <a:r>
              <a:rPr lang="en-US" altLang="it-IT" sz="1800"/>
              <a:t>” }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C81DE81B-C648-7A96-4E90-584FE3F2A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>
            <a:extLst>
              <a:ext uri="{FF2B5EF4-FFF2-40B4-BE49-F238E27FC236}">
                <a16:creationId xmlns:a16="http://schemas.microsoft.com/office/drawing/2014/main" id="{586A4ECB-25DF-2516-A299-4D44A8117B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Notation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602AF159-5A3B-8889-DD2F-0A8ECF2EFA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 </a:t>
            </a:r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C3299C7C-67C0-B9BD-2271-2984D0CBBFC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7715250" y="4800600"/>
            <a:ext cx="1428750" cy="2286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7934AFE-2518-854E-801D-654EFC15A383}" type="slidenum">
              <a:rPr lang="en-US" altLang="it-IT" sz="1050"/>
              <a:pPr/>
              <a:t>15</a:t>
            </a:fld>
            <a:endParaRPr lang="en-US" altLang="it-IT" sz="1050"/>
          </a:p>
        </p:txBody>
      </p:sp>
      <p:graphicFrame>
        <p:nvGraphicFramePr>
          <p:cNvPr id="5122" name="Object 2">
            <a:extLst>
              <a:ext uri="{FF2B5EF4-FFF2-40B4-BE49-F238E27FC236}">
                <a16:creationId xmlns:a16="http://schemas.microsoft.com/office/drawing/2014/main" id="{E7BA1393-1433-B3BA-CC3A-237B561710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38525" y="1152525"/>
          <a:ext cx="2143125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5824100" imgH="32766000" progId="Equation.3">
                  <p:embed/>
                </p:oleObj>
              </mc:Choice>
              <mc:Fallback>
                <p:oleObj name="Equation" r:id="rId2" imgW="65824100" imgH="32766000" progId="Equation.3">
                  <p:embed/>
                  <p:pic>
                    <p:nvPicPr>
                      <p:cNvPr id="5122" name="Object 2">
                        <a:extLst>
                          <a:ext uri="{FF2B5EF4-FFF2-40B4-BE49-F238E27FC236}">
                            <a16:creationId xmlns:a16="http://schemas.microsoft.com/office/drawing/2014/main" id="{E7BA1393-1433-B3BA-CC3A-237B561710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8525" y="1152525"/>
                        <a:ext cx="2143125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" name="Line 5">
            <a:extLst>
              <a:ext uri="{FF2B5EF4-FFF2-40B4-BE49-F238E27FC236}">
                <a16:creationId xmlns:a16="http://schemas.microsoft.com/office/drawing/2014/main" id="{C917584B-C19D-DB9A-553F-B3B51DFF89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71750" y="2228850"/>
            <a:ext cx="120015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127" name="Text Box 6">
            <a:extLst>
              <a:ext uri="{FF2B5EF4-FFF2-40B4-BE49-F238E27FC236}">
                <a16:creationId xmlns:a16="http://schemas.microsoft.com/office/drawing/2014/main" id="{45C7D0CA-167C-EB14-DCE7-685BE166B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2971800"/>
            <a:ext cx="1550424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/>
              <a:t>   Variable</a:t>
            </a:r>
          </a:p>
          <a:p>
            <a:pPr eaLnBrk="1" hangingPunct="1"/>
            <a:r>
              <a:rPr lang="en-US" altLang="it-IT" sz="1800"/>
              <a:t>        or</a:t>
            </a:r>
          </a:p>
          <a:p>
            <a:pPr eaLnBrk="1" hangingPunct="1"/>
            <a:r>
              <a:rPr lang="en-US" altLang="it-IT" sz="1800"/>
              <a:t>Non-terminal</a:t>
            </a:r>
          </a:p>
          <a:p>
            <a:pPr eaLnBrk="1" hangingPunct="1"/>
            <a:endParaRPr lang="en-US" altLang="it-IT" sz="1800"/>
          </a:p>
          <a:p>
            <a:pPr eaLnBrk="1" hangingPunct="1"/>
            <a:r>
              <a:rPr lang="en-US" altLang="it-IT" sz="1800"/>
              <a:t>Symbols of </a:t>
            </a:r>
          </a:p>
          <a:p>
            <a:pPr eaLnBrk="1" hangingPunct="1"/>
            <a:r>
              <a:rPr lang="en-US" altLang="it-IT" sz="1800"/>
              <a:t>the vocabulary</a:t>
            </a:r>
          </a:p>
        </p:txBody>
      </p:sp>
      <p:sp>
        <p:nvSpPr>
          <p:cNvPr id="5128" name="Line 7">
            <a:extLst>
              <a:ext uri="{FF2B5EF4-FFF2-40B4-BE49-F238E27FC236}">
                <a16:creationId xmlns:a16="http://schemas.microsoft.com/office/drawing/2014/main" id="{E8B77F49-D17C-506A-C8DB-F6146E2397E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57800" y="2228850"/>
            <a:ext cx="1314450" cy="685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5129" name="Text Box 8">
            <a:extLst>
              <a:ext uri="{FF2B5EF4-FFF2-40B4-BE49-F238E27FC236}">
                <a16:creationId xmlns:a16="http://schemas.microsoft.com/office/drawing/2014/main" id="{6FEAD70C-9336-7F86-220C-21D0388DC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028950"/>
            <a:ext cx="1550424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/>
              <a:t>Terminal</a:t>
            </a:r>
          </a:p>
          <a:p>
            <a:pPr eaLnBrk="1" hangingPunct="1"/>
            <a:r>
              <a:rPr lang="en-US" altLang="it-IT" sz="1800"/>
              <a:t>Symbols of </a:t>
            </a:r>
          </a:p>
          <a:p>
            <a:pPr eaLnBrk="1" hangingPunct="1"/>
            <a:r>
              <a:rPr lang="en-US" altLang="it-IT" sz="1800"/>
              <a:t>the vocabulary</a:t>
            </a:r>
          </a:p>
          <a:p>
            <a:pPr eaLnBrk="1" hangingPunct="1"/>
            <a:endParaRPr lang="en-US" altLang="it-IT" sz="1800"/>
          </a:p>
        </p:txBody>
      </p:sp>
      <p:sp>
        <p:nvSpPr>
          <p:cNvPr id="5130" name="Text Box 9">
            <a:extLst>
              <a:ext uri="{FF2B5EF4-FFF2-40B4-BE49-F238E27FC236}">
                <a16:creationId xmlns:a16="http://schemas.microsoft.com/office/drawing/2014/main" id="{2A1E2550-4B01-2AF7-461C-8647214711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50" y="3143251"/>
            <a:ext cx="119776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/>
              <a:t>Production</a:t>
            </a:r>
          </a:p>
          <a:p>
            <a:pPr eaLnBrk="1" hangingPunct="1"/>
            <a:r>
              <a:rPr lang="en-US" altLang="it-IT" sz="1800"/>
              <a:t>rule</a:t>
            </a:r>
          </a:p>
        </p:txBody>
      </p:sp>
      <p:sp>
        <p:nvSpPr>
          <p:cNvPr id="5131" name="Line 10">
            <a:extLst>
              <a:ext uri="{FF2B5EF4-FFF2-40B4-BE49-F238E27FC236}">
                <a16:creationId xmlns:a16="http://schemas.microsoft.com/office/drawing/2014/main" id="{1CA29F6D-30F9-FF2A-24FC-67CF04594C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86300" y="2171700"/>
            <a:ext cx="0" cy="85725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arrow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423E0281-98B2-6FA2-5D3A-F33690433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Title 4">
            <a:extLst>
              <a:ext uri="{FF2B5EF4-FFF2-40B4-BE49-F238E27FC236}">
                <a16:creationId xmlns:a16="http://schemas.microsoft.com/office/drawing/2014/main" id="{BDFBB06E-7DE0-DFD9-65EC-E7B0FED71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Basic Terminology</a:t>
            </a:r>
          </a:p>
        </p:txBody>
      </p:sp>
      <p:sp>
        <p:nvSpPr>
          <p:cNvPr id="25602" name="Rectangle 3">
            <a:extLst>
              <a:ext uri="{FF2B5EF4-FFF2-40B4-BE49-F238E27FC236}">
                <a16:creationId xmlns:a16="http://schemas.microsoft.com/office/drawing/2014/main" id="{411CDE0E-AB10-BD54-59B4-48B11928EF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663" lvl="1" indent="-261938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650"/>
              <a:t>A </a:t>
            </a:r>
            <a:r>
              <a:rPr lang="en-US" altLang="it-IT" sz="1650" b="1" i="1">
                <a:solidFill>
                  <a:srgbClr val="FF0000"/>
                </a:solidFill>
              </a:rPr>
              <a:t>vocabulary</a:t>
            </a:r>
            <a:r>
              <a:rPr lang="en-US" altLang="it-IT" sz="1650"/>
              <a:t>/</a:t>
            </a:r>
            <a:r>
              <a:rPr lang="en-US" altLang="it-IT" sz="1650" b="1" i="1">
                <a:solidFill>
                  <a:srgbClr val="FF0000"/>
                </a:solidFill>
              </a:rPr>
              <a:t>alphabet</a:t>
            </a:r>
            <a:r>
              <a:rPr lang="en-US" altLang="it-IT" sz="1650"/>
              <a:t>, </a:t>
            </a:r>
            <a:r>
              <a:rPr lang="en-US" altLang="it-IT" sz="1650" i="1"/>
              <a:t>V</a:t>
            </a:r>
            <a:r>
              <a:rPr lang="en-US" altLang="it-IT" sz="1650"/>
              <a:t> is a finite nonempty set of elements called symbols.</a:t>
            </a:r>
          </a:p>
          <a:p>
            <a:pPr lvl="2" eaLnBrk="1" hangingPunct="1">
              <a:lnSpc>
                <a:spcPct val="90000"/>
              </a:lnSpc>
              <a:buClr>
                <a:srgbClr val="19BD29"/>
              </a:buClr>
            </a:pPr>
            <a:r>
              <a:rPr lang="en-US" altLang="it-IT" sz="1650"/>
              <a:t> Example: V = {</a:t>
            </a:r>
            <a:r>
              <a:rPr lang="en-US" altLang="it-IT" sz="1650" i="1"/>
              <a:t>a</a:t>
            </a:r>
            <a:r>
              <a:rPr lang="en-US" altLang="it-IT" sz="1650"/>
              <a:t>, </a:t>
            </a:r>
            <a:r>
              <a:rPr lang="en-US" altLang="it-IT" sz="1650" i="1"/>
              <a:t>b</a:t>
            </a:r>
            <a:r>
              <a:rPr lang="en-US" altLang="it-IT" sz="1650"/>
              <a:t>, </a:t>
            </a:r>
            <a:r>
              <a:rPr lang="en-US" altLang="it-IT" sz="1650" i="1"/>
              <a:t>c</a:t>
            </a:r>
            <a:r>
              <a:rPr lang="en-US" altLang="it-IT" sz="1650"/>
              <a:t>, </a:t>
            </a:r>
            <a:r>
              <a:rPr lang="en-US" altLang="it-IT" sz="1650" i="1"/>
              <a:t>A</a:t>
            </a:r>
            <a:r>
              <a:rPr lang="en-US" altLang="it-IT" sz="1650"/>
              <a:t>, </a:t>
            </a:r>
            <a:r>
              <a:rPr lang="en-US" altLang="it-IT" sz="1650" i="1"/>
              <a:t>B</a:t>
            </a:r>
            <a:r>
              <a:rPr lang="en-US" altLang="it-IT" sz="1650"/>
              <a:t>, </a:t>
            </a:r>
            <a:r>
              <a:rPr lang="en-US" altLang="it-IT" sz="1650" i="1"/>
              <a:t>C</a:t>
            </a:r>
            <a:r>
              <a:rPr lang="en-US" altLang="it-IT" sz="1650"/>
              <a:t>, </a:t>
            </a:r>
            <a:r>
              <a:rPr lang="en-US" altLang="it-IT" sz="1650" i="1"/>
              <a:t>S</a:t>
            </a:r>
            <a:r>
              <a:rPr lang="en-US" altLang="it-IT" sz="1650"/>
              <a:t>} </a:t>
            </a:r>
          </a:p>
          <a:p>
            <a:pPr lvl="2" eaLnBrk="1" hangingPunct="1">
              <a:lnSpc>
                <a:spcPct val="90000"/>
              </a:lnSpc>
              <a:buClr>
                <a:srgbClr val="19BD29"/>
              </a:buClr>
            </a:pPr>
            <a:endParaRPr lang="en-US" altLang="it-IT" sz="600"/>
          </a:p>
          <a:p>
            <a:pPr marL="347663" lvl="1" indent="-261938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650"/>
              <a:t>A </a:t>
            </a:r>
            <a:r>
              <a:rPr lang="en-US" altLang="it-IT" sz="1650" b="1" i="1">
                <a:solidFill>
                  <a:srgbClr val="FF0000"/>
                </a:solidFill>
              </a:rPr>
              <a:t>word</a:t>
            </a:r>
            <a:r>
              <a:rPr lang="en-US" altLang="it-IT" sz="1650"/>
              <a:t>/</a:t>
            </a:r>
            <a:r>
              <a:rPr lang="en-US" altLang="it-IT" sz="1650" b="1" i="1">
                <a:solidFill>
                  <a:srgbClr val="FF0000"/>
                </a:solidFill>
              </a:rPr>
              <a:t>sentence</a:t>
            </a:r>
            <a:r>
              <a:rPr lang="en-US" altLang="it-IT" sz="1650"/>
              <a:t> over </a:t>
            </a:r>
            <a:r>
              <a:rPr lang="en-US" altLang="it-IT" sz="1650" i="1"/>
              <a:t>V</a:t>
            </a:r>
            <a:r>
              <a:rPr lang="en-US" altLang="it-IT" sz="1650"/>
              <a:t> is a string of finite length of elements of </a:t>
            </a:r>
            <a:r>
              <a:rPr lang="en-US" altLang="it-IT" sz="1650" i="1"/>
              <a:t>V</a:t>
            </a:r>
            <a:r>
              <a:rPr lang="en-US" altLang="it-IT" sz="1650"/>
              <a:t>.</a:t>
            </a:r>
          </a:p>
          <a:p>
            <a:pPr lvl="2" eaLnBrk="1" hangingPunct="1">
              <a:lnSpc>
                <a:spcPct val="90000"/>
              </a:lnSpc>
              <a:buClr>
                <a:srgbClr val="19BD29"/>
              </a:buClr>
            </a:pPr>
            <a:r>
              <a:rPr lang="en-US" altLang="it-IT" sz="1650"/>
              <a:t>Example: </a:t>
            </a:r>
            <a:r>
              <a:rPr lang="en-US" altLang="it-IT" sz="1650" i="1"/>
              <a:t>Aba</a:t>
            </a:r>
          </a:p>
          <a:p>
            <a:pPr lvl="2" eaLnBrk="1" hangingPunct="1">
              <a:lnSpc>
                <a:spcPct val="90000"/>
              </a:lnSpc>
              <a:buClr>
                <a:srgbClr val="19BD29"/>
              </a:buClr>
            </a:pPr>
            <a:endParaRPr lang="en-US" altLang="it-IT" sz="600"/>
          </a:p>
          <a:p>
            <a:pPr marL="347663" lvl="1" indent="-261938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650"/>
              <a:t>The </a:t>
            </a:r>
            <a:r>
              <a:rPr lang="en-US" altLang="it-IT" sz="1650" b="1" i="1">
                <a:solidFill>
                  <a:srgbClr val="FF0000"/>
                </a:solidFill>
              </a:rPr>
              <a:t>empty</a:t>
            </a:r>
            <a:r>
              <a:rPr lang="en-US" altLang="it-IT" sz="1650"/>
              <a:t>/</a:t>
            </a:r>
            <a:r>
              <a:rPr lang="en-US" altLang="it-IT" sz="1650" b="1" i="1">
                <a:solidFill>
                  <a:srgbClr val="FF0000"/>
                </a:solidFill>
              </a:rPr>
              <a:t>null string</a:t>
            </a:r>
            <a:r>
              <a:rPr lang="en-US" altLang="it-IT" sz="1650"/>
              <a:t>, </a:t>
            </a:r>
            <a:r>
              <a:rPr lang="el-GR" altLang="it-IT" sz="1650" i="1"/>
              <a:t>λ</a:t>
            </a:r>
            <a:r>
              <a:rPr lang="en-US" altLang="it-IT" sz="1650" i="1"/>
              <a:t> </a:t>
            </a:r>
            <a:r>
              <a:rPr lang="en-US" altLang="it-IT" sz="1650"/>
              <a:t>is the string with no symbols.</a:t>
            </a:r>
          </a:p>
          <a:p>
            <a:pPr marL="347663" lvl="1" indent="-261938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►"/>
            </a:pPr>
            <a:endParaRPr lang="en-US" altLang="it-IT" sz="600"/>
          </a:p>
          <a:p>
            <a:pPr marL="347663" lvl="1" indent="-261938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650" i="1"/>
              <a:t>V*</a:t>
            </a:r>
            <a:r>
              <a:rPr lang="en-US" altLang="it-IT" sz="1650"/>
              <a:t> is the set of all words over </a:t>
            </a:r>
            <a:r>
              <a:rPr lang="en-US" altLang="it-IT" sz="1650" i="1"/>
              <a:t>V</a:t>
            </a:r>
            <a:r>
              <a:rPr lang="en-US" altLang="it-IT" sz="1650"/>
              <a:t>.</a:t>
            </a:r>
          </a:p>
          <a:p>
            <a:pPr lvl="2" eaLnBrk="1" hangingPunct="1">
              <a:lnSpc>
                <a:spcPct val="90000"/>
              </a:lnSpc>
              <a:buClr>
                <a:srgbClr val="19BD29"/>
              </a:buClr>
            </a:pPr>
            <a:r>
              <a:rPr lang="en-US" altLang="it-IT" sz="1650"/>
              <a:t>Example: </a:t>
            </a:r>
            <a:r>
              <a:rPr lang="en-US" altLang="it-IT" sz="1650" i="1"/>
              <a:t>V*</a:t>
            </a:r>
            <a:r>
              <a:rPr lang="en-US" altLang="it-IT" sz="1650"/>
              <a:t> = {</a:t>
            </a:r>
            <a:r>
              <a:rPr lang="en-US" altLang="it-IT" sz="1650" i="1"/>
              <a:t>Aba, BBa, bAA, cab …</a:t>
            </a:r>
            <a:r>
              <a:rPr lang="en-US" altLang="it-IT" sz="1650"/>
              <a:t>}</a:t>
            </a:r>
          </a:p>
          <a:p>
            <a:pPr marL="347663" lvl="1" indent="-261938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►"/>
            </a:pPr>
            <a:endParaRPr lang="en-US" altLang="it-IT" sz="600"/>
          </a:p>
          <a:p>
            <a:pPr marL="347663" lvl="1" indent="-261938">
              <a:lnSpc>
                <a:spcPct val="90000"/>
              </a:lnSpc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650"/>
              <a:t>A </a:t>
            </a:r>
            <a:r>
              <a:rPr lang="en-US" altLang="it-IT" sz="1650" b="1" i="1">
                <a:solidFill>
                  <a:srgbClr val="FF0000"/>
                </a:solidFill>
              </a:rPr>
              <a:t>language</a:t>
            </a:r>
            <a:r>
              <a:rPr lang="en-US" altLang="it-IT" sz="1650"/>
              <a:t> over </a:t>
            </a:r>
            <a:r>
              <a:rPr lang="en-US" altLang="it-IT" sz="1650" i="1"/>
              <a:t>V</a:t>
            </a:r>
            <a:r>
              <a:rPr lang="en-US" altLang="it-IT" sz="1650"/>
              <a:t> is a subset of </a:t>
            </a:r>
            <a:r>
              <a:rPr lang="en-US" altLang="it-IT" sz="1650" i="1"/>
              <a:t>V*</a:t>
            </a:r>
            <a:r>
              <a:rPr lang="en-US" altLang="it-IT" sz="1650"/>
              <a:t>.</a:t>
            </a:r>
          </a:p>
          <a:p>
            <a:pPr lvl="2" eaLnBrk="1" hangingPunct="1">
              <a:lnSpc>
                <a:spcPct val="90000"/>
              </a:lnSpc>
              <a:buClr>
                <a:srgbClr val="19BD29"/>
              </a:buClr>
            </a:pPr>
            <a:r>
              <a:rPr lang="en-US" altLang="it-IT" sz="1650"/>
              <a:t>We can give some criteria for a word to be in a language.</a:t>
            </a:r>
          </a:p>
          <a:p>
            <a:pPr marL="347663" lvl="1" indent="-261938">
              <a:lnSpc>
                <a:spcPct val="90000"/>
              </a:lnSpc>
              <a:buClr>
                <a:schemeClr val="hlink"/>
              </a:buClr>
              <a:buFont typeface="Arial" panose="020B0604020202020204" pitchFamily="34" charset="0"/>
              <a:buChar char="►"/>
            </a:pPr>
            <a:endParaRPr lang="en-US" altLang="it-IT" sz="975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0436D17F-DDB1-D4CE-367A-15DF19AB7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4E53791D-E9E7-D38E-635C-40F2B7EFB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16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50C08056-77E2-5696-0577-EE3BC5121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Phrase-Structure Grammars</a:t>
            </a:r>
          </a:p>
        </p:txBody>
      </p:sp>
      <p:sp>
        <p:nvSpPr>
          <p:cNvPr id="913411" name="Rectangle 3">
            <a:extLst>
              <a:ext uri="{FF2B5EF4-FFF2-40B4-BE49-F238E27FC236}">
                <a16:creationId xmlns:a16="http://schemas.microsoft.com/office/drawing/2014/main" id="{B1FB86EE-9494-89F9-3C9E-A2E046BC76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it-IT" sz="2100"/>
              <a:t>A </a:t>
            </a:r>
            <a:r>
              <a:rPr lang="en-US" altLang="it-IT" sz="2100" i="1"/>
              <a:t>phrase-structure grammar</a:t>
            </a:r>
            <a:r>
              <a:rPr lang="en-US" altLang="it-IT" sz="2100"/>
              <a:t> (abbr. PSG)  </a:t>
            </a:r>
            <a:br>
              <a:rPr lang="en-US" altLang="it-IT" sz="2100"/>
            </a:br>
            <a:r>
              <a:rPr lang="en-US" altLang="it-IT" sz="2100" i="1">
                <a:solidFill>
                  <a:srgbClr val="FF0000"/>
                </a:solidFill>
              </a:rPr>
              <a:t>G</a:t>
            </a:r>
            <a:r>
              <a:rPr lang="en-US" altLang="it-IT" sz="2100">
                <a:solidFill>
                  <a:srgbClr val="FF0000"/>
                </a:solidFill>
              </a:rPr>
              <a:t> = (</a:t>
            </a:r>
            <a:r>
              <a:rPr lang="en-US" altLang="it-IT" sz="2100" i="1">
                <a:solidFill>
                  <a:srgbClr val="FF0000"/>
                </a:solidFill>
              </a:rPr>
              <a:t>V</a:t>
            </a:r>
            <a:r>
              <a:rPr lang="en-US" altLang="it-IT" sz="2100">
                <a:solidFill>
                  <a:srgbClr val="FF0000"/>
                </a:solidFill>
              </a:rPr>
              <a:t>,</a:t>
            </a:r>
            <a:r>
              <a:rPr lang="en-US" altLang="it-IT" sz="2100" i="1">
                <a:solidFill>
                  <a:srgbClr val="FF0000"/>
                </a:solidFill>
              </a:rPr>
              <a:t>T</a:t>
            </a:r>
            <a:r>
              <a:rPr lang="en-US" altLang="it-IT" sz="2100">
                <a:solidFill>
                  <a:srgbClr val="FF0000"/>
                </a:solidFill>
              </a:rPr>
              <a:t>,</a:t>
            </a:r>
            <a:r>
              <a:rPr lang="en-US" altLang="it-IT" sz="2100" i="1">
                <a:solidFill>
                  <a:srgbClr val="FF0000"/>
                </a:solidFill>
              </a:rPr>
              <a:t>S</a:t>
            </a:r>
            <a:r>
              <a:rPr lang="en-US" altLang="it-IT" sz="2100">
                <a:solidFill>
                  <a:srgbClr val="FF0000"/>
                </a:solidFill>
              </a:rPr>
              <a:t>,</a:t>
            </a:r>
            <a:r>
              <a:rPr lang="en-US" altLang="it-IT" sz="2100" i="1">
                <a:solidFill>
                  <a:srgbClr val="FF0000"/>
                </a:solidFill>
              </a:rPr>
              <a:t>P</a:t>
            </a:r>
            <a:r>
              <a:rPr lang="en-US" altLang="it-IT" sz="2100">
                <a:solidFill>
                  <a:srgbClr val="FF0000"/>
                </a:solidFill>
              </a:rPr>
              <a:t>)</a:t>
            </a:r>
            <a:r>
              <a:rPr lang="en-US" altLang="it-IT" sz="2100"/>
              <a:t> is a 4-tuple, in which:</a:t>
            </a:r>
          </a:p>
          <a:p>
            <a:pPr lvl="1">
              <a:lnSpc>
                <a:spcPct val="80000"/>
              </a:lnSpc>
            </a:pPr>
            <a:r>
              <a:rPr lang="en-US" altLang="it-IT" sz="1800" i="1">
                <a:solidFill>
                  <a:srgbClr val="FF0000"/>
                </a:solidFill>
              </a:rPr>
              <a:t>V</a:t>
            </a:r>
            <a:r>
              <a:rPr lang="en-US" altLang="it-IT" sz="1800"/>
              <a:t> is a vocabulary (set of symbols)</a:t>
            </a:r>
          </a:p>
          <a:p>
            <a:pPr lvl="2">
              <a:lnSpc>
                <a:spcPct val="80000"/>
              </a:lnSpc>
            </a:pPr>
            <a:r>
              <a:rPr lang="en-US" altLang="it-IT" sz="1500"/>
              <a:t>The “template vocabulary” of the language.</a:t>
            </a:r>
          </a:p>
          <a:p>
            <a:pPr lvl="1">
              <a:lnSpc>
                <a:spcPct val="80000"/>
              </a:lnSpc>
            </a:pPr>
            <a:r>
              <a:rPr lang="en-US" altLang="it-IT" sz="1800" i="1">
                <a:solidFill>
                  <a:srgbClr val="FF0000"/>
                </a:solidFill>
              </a:rPr>
              <a:t>T</a:t>
            </a:r>
            <a:r>
              <a:rPr lang="en-US" altLang="it-IT" sz="1800">
                <a:solidFill>
                  <a:srgbClr val="FF0000"/>
                </a:solidFill>
              </a:rPr>
              <a:t> </a:t>
            </a:r>
            <a:r>
              <a:rPr lang="en-US" altLang="it-IT" sz="1800">
                <a:solidFill>
                  <a:srgbClr val="FF0000"/>
                </a:solidFill>
                <a:sym typeface="Symbol" pitchFamily="2" charset="2"/>
              </a:rPr>
              <a:t> </a:t>
            </a:r>
            <a:r>
              <a:rPr lang="en-US" altLang="it-IT" sz="1800" i="1">
                <a:solidFill>
                  <a:srgbClr val="FF0000"/>
                </a:solidFill>
                <a:sym typeface="Symbol" pitchFamily="2" charset="2"/>
              </a:rPr>
              <a:t>V</a:t>
            </a:r>
            <a:r>
              <a:rPr lang="en-US" altLang="it-IT" sz="1800">
                <a:sym typeface="Symbol" pitchFamily="2" charset="2"/>
              </a:rPr>
              <a:t> is a set of symbols called </a:t>
            </a:r>
            <a:r>
              <a:rPr lang="en-US" altLang="it-IT" sz="1800" i="1">
                <a:sym typeface="Symbol" pitchFamily="2" charset="2"/>
              </a:rPr>
              <a:t>terminals</a:t>
            </a:r>
            <a:r>
              <a:rPr lang="en-US" altLang="it-IT" sz="1800">
                <a:sym typeface="Symbol" pitchFamily="2" charset="2"/>
              </a:rPr>
              <a:t> </a:t>
            </a:r>
          </a:p>
          <a:p>
            <a:pPr lvl="2">
              <a:lnSpc>
                <a:spcPct val="80000"/>
              </a:lnSpc>
            </a:pPr>
            <a:r>
              <a:rPr lang="en-US" altLang="it-IT" sz="1500">
                <a:sym typeface="Symbol" pitchFamily="2" charset="2"/>
              </a:rPr>
              <a:t>Actual symbols of the language.</a:t>
            </a:r>
          </a:p>
          <a:p>
            <a:pPr lvl="2">
              <a:lnSpc>
                <a:spcPct val="80000"/>
              </a:lnSpc>
            </a:pPr>
            <a:r>
              <a:rPr lang="en-US" altLang="it-IT" sz="1500">
                <a:sym typeface="Symbol" pitchFamily="2" charset="2"/>
              </a:rPr>
              <a:t>Also, </a:t>
            </a:r>
            <a:r>
              <a:rPr lang="en-US" altLang="it-IT" sz="1500" i="1">
                <a:solidFill>
                  <a:srgbClr val="FF0000"/>
                </a:solidFill>
                <a:sym typeface="Symbol" pitchFamily="2" charset="2"/>
              </a:rPr>
              <a:t>N</a:t>
            </a:r>
            <a:r>
              <a:rPr lang="en-US" altLang="it-IT" sz="1500">
                <a:solidFill>
                  <a:srgbClr val="FF0000"/>
                </a:solidFill>
                <a:sym typeface="Symbol" pitchFamily="2" charset="2"/>
              </a:rPr>
              <a:t> :</a:t>
            </a:r>
            <a:r>
              <a:rPr lang="en-US" altLang="it-IT" sz="150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≡ </a:t>
            </a:r>
            <a:r>
              <a:rPr lang="en-US" altLang="it-IT" sz="1500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V</a:t>
            </a:r>
            <a:r>
              <a:rPr lang="en-US" altLang="it-IT" sz="150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 − </a:t>
            </a:r>
            <a:r>
              <a:rPr lang="en-US" altLang="it-IT" sz="1500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T</a:t>
            </a:r>
            <a:r>
              <a:rPr lang="en-US" altLang="it-IT" sz="1500">
                <a:cs typeface="Times New Roman" panose="02020603050405020304" pitchFamily="18" charset="0"/>
                <a:sym typeface="Symbol" pitchFamily="2" charset="2"/>
              </a:rPr>
              <a:t> is a set of special “symbols” called </a:t>
            </a:r>
            <a:r>
              <a:rPr lang="en-US" altLang="it-IT" sz="1500" i="1">
                <a:cs typeface="Times New Roman" panose="02020603050405020304" pitchFamily="18" charset="0"/>
                <a:sym typeface="Symbol" pitchFamily="2" charset="2"/>
              </a:rPr>
              <a:t>nonterminals</a:t>
            </a:r>
            <a:r>
              <a:rPr lang="en-US" altLang="it-IT" sz="1500">
                <a:cs typeface="Times New Roman" panose="02020603050405020304" pitchFamily="18" charset="0"/>
                <a:sym typeface="Symbol" pitchFamily="2" charset="2"/>
              </a:rPr>
              <a:t>.  (Representing concepts like “noun”)</a:t>
            </a:r>
          </a:p>
          <a:p>
            <a:pPr lvl="1">
              <a:lnSpc>
                <a:spcPct val="80000"/>
              </a:lnSpc>
            </a:pPr>
            <a:r>
              <a:rPr lang="en-US" altLang="it-IT" sz="1800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it-IT" sz="180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</a:t>
            </a:r>
            <a:r>
              <a:rPr lang="en-US" altLang="it-IT" sz="1800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N</a:t>
            </a:r>
            <a:r>
              <a:rPr lang="en-US" altLang="it-IT" sz="1800">
                <a:cs typeface="Times New Roman" panose="02020603050405020304" pitchFamily="18" charset="0"/>
                <a:sym typeface="Symbol" pitchFamily="2" charset="2"/>
              </a:rPr>
              <a:t> is a special nonterminal, the </a:t>
            </a:r>
            <a:r>
              <a:rPr lang="en-US" altLang="it-IT" sz="1800" i="1">
                <a:cs typeface="Times New Roman" panose="02020603050405020304" pitchFamily="18" charset="0"/>
                <a:sym typeface="Symbol" pitchFamily="2" charset="2"/>
              </a:rPr>
              <a:t>start symbol.</a:t>
            </a:r>
          </a:p>
          <a:p>
            <a:pPr lvl="2">
              <a:lnSpc>
                <a:spcPct val="80000"/>
              </a:lnSpc>
            </a:pPr>
            <a:r>
              <a:rPr lang="en-US" altLang="it-IT" sz="1500">
                <a:cs typeface="Times New Roman" panose="02020603050405020304" pitchFamily="18" charset="0"/>
                <a:sym typeface="Symbol" pitchFamily="2" charset="2"/>
              </a:rPr>
              <a:t>in our example the start symbol was “sentence”.</a:t>
            </a:r>
          </a:p>
          <a:p>
            <a:pPr lvl="1">
              <a:lnSpc>
                <a:spcPct val="80000"/>
              </a:lnSpc>
            </a:pPr>
            <a:r>
              <a:rPr lang="en-US" altLang="it-IT" sz="1800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P</a:t>
            </a:r>
            <a:r>
              <a:rPr lang="en-US" altLang="it-IT" sz="1800">
                <a:cs typeface="Times New Roman" panose="02020603050405020304" pitchFamily="18" charset="0"/>
                <a:sym typeface="Symbol" pitchFamily="2" charset="2"/>
              </a:rPr>
              <a:t> is a set of </a:t>
            </a:r>
            <a:r>
              <a:rPr lang="en-US" altLang="it-IT" sz="1800" i="1">
                <a:cs typeface="Times New Roman" panose="02020603050405020304" pitchFamily="18" charset="0"/>
                <a:sym typeface="Symbol" pitchFamily="2" charset="2"/>
              </a:rPr>
              <a:t>productions</a:t>
            </a:r>
            <a:r>
              <a:rPr lang="en-US" altLang="it-IT" sz="1800">
                <a:cs typeface="Times New Roman" panose="02020603050405020304" pitchFamily="18" charset="0"/>
                <a:sym typeface="Symbol" pitchFamily="2" charset="2"/>
              </a:rPr>
              <a:t> (to be defined).</a:t>
            </a:r>
          </a:p>
          <a:p>
            <a:pPr lvl="2">
              <a:lnSpc>
                <a:spcPct val="80000"/>
              </a:lnSpc>
            </a:pPr>
            <a:r>
              <a:rPr lang="en-US" altLang="it-IT" sz="1500">
                <a:cs typeface="Times New Roman" panose="02020603050405020304" pitchFamily="18" charset="0"/>
                <a:sym typeface="Symbol" pitchFamily="2" charset="2"/>
              </a:rPr>
              <a:t>Rules for substituting one sentence fragment for another</a:t>
            </a:r>
          </a:p>
          <a:p>
            <a:pPr lvl="2">
              <a:lnSpc>
                <a:spcPct val="80000"/>
              </a:lnSpc>
            </a:pPr>
            <a:r>
              <a:rPr lang="en-US" altLang="it-IT" sz="1500">
                <a:cs typeface="Times New Roman" panose="02020603050405020304" pitchFamily="18" charset="0"/>
                <a:sym typeface="Symbol" pitchFamily="2" charset="2"/>
              </a:rPr>
              <a:t>Every production rule must contain at </a:t>
            </a:r>
            <a:r>
              <a:rPr lang="en-US" altLang="it-IT" sz="150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least one nonterminal </a:t>
            </a:r>
            <a:r>
              <a:rPr lang="en-US" altLang="it-IT" sz="1500">
                <a:cs typeface="Times New Roman" panose="02020603050405020304" pitchFamily="18" charset="0"/>
                <a:sym typeface="Symbol" pitchFamily="2" charset="2"/>
              </a:rPr>
              <a:t>on its left side.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0B225F22-CF59-1EE2-D41C-E67785EA9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1C4E2E9-13B8-A9DB-0FAC-3E8975200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17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1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13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1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13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1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913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1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13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1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13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1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13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1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13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1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134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91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9134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913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9134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Title 4">
            <a:extLst>
              <a:ext uri="{FF2B5EF4-FFF2-40B4-BE49-F238E27FC236}">
                <a16:creationId xmlns:a16="http://schemas.microsoft.com/office/drawing/2014/main" id="{3CF2AAE5-2C45-CAE5-5DC1-55FD94F2E9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Phrase-structure Grammar</a:t>
            </a:r>
          </a:p>
        </p:txBody>
      </p:sp>
      <p:sp>
        <p:nvSpPr>
          <p:cNvPr id="27650" name="Rectangle 3">
            <a:extLst>
              <a:ext uri="{FF2B5EF4-FFF2-40B4-BE49-F238E27FC236}">
                <a16:creationId xmlns:a16="http://schemas.microsoft.com/office/drawing/2014/main" id="{1EEDF07F-EFAA-79C3-F165-621020B33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663" lvl="1" indent="-261938">
              <a:buClr>
                <a:schemeClr val="hlink"/>
              </a:buClr>
              <a:buFont typeface="Arial" panose="020B0604020202020204" pitchFamily="34" charset="0"/>
              <a:buChar char="►"/>
            </a:pPr>
            <a:endParaRPr lang="en-US" altLang="it-IT" sz="600" dirty="0"/>
          </a:p>
          <a:p>
            <a:pPr marL="347663" lvl="1" indent="-261938">
              <a:buClr>
                <a:schemeClr val="hlink"/>
              </a:buClr>
              <a:buFont typeface="Arial" panose="020B0604020202020204" pitchFamily="34" charset="0"/>
              <a:buChar char="►"/>
            </a:pPr>
            <a:r>
              <a:rPr lang="en-US" altLang="it-IT" sz="1575" b="1" u="sng" dirty="0">
                <a:solidFill>
                  <a:srgbClr val="FF0000"/>
                </a:solidFill>
              </a:rPr>
              <a:t>EXAMPLE:</a:t>
            </a:r>
          </a:p>
          <a:p>
            <a:pPr marL="347663" lvl="1" indent="-261938">
              <a:buClr>
                <a:schemeClr val="hlink"/>
              </a:buClr>
              <a:buFont typeface="Arial" panose="020B0604020202020204" pitchFamily="34" charset="0"/>
              <a:buChar char="►"/>
            </a:pPr>
            <a:endParaRPr lang="en-US" altLang="it-IT" sz="600" b="1" u="sng" dirty="0">
              <a:solidFill>
                <a:srgbClr val="FF0000"/>
              </a:solidFill>
            </a:endParaRPr>
          </a:p>
          <a:p>
            <a:pPr marL="339329" indent="-253604">
              <a:buClr>
                <a:srgbClr val="19BD29"/>
              </a:buClr>
              <a:buFont typeface="Wingdings" pitchFamily="2" charset="2"/>
              <a:buChar char="q"/>
            </a:pPr>
            <a:r>
              <a:rPr lang="en-US" altLang="it-IT" sz="1875" dirty="0"/>
              <a:t>Let </a:t>
            </a:r>
            <a:r>
              <a:rPr lang="en-US" altLang="it-IT" sz="1875" i="1" dirty="0"/>
              <a:t>G</a:t>
            </a:r>
            <a:r>
              <a:rPr lang="en-US" altLang="it-IT" sz="1875" dirty="0"/>
              <a:t> = (</a:t>
            </a:r>
            <a:r>
              <a:rPr lang="en-US" altLang="it-IT" sz="1875" i="1" dirty="0"/>
              <a:t>V</a:t>
            </a:r>
            <a:r>
              <a:rPr lang="en-US" altLang="it-IT" sz="1875" dirty="0"/>
              <a:t>, </a:t>
            </a:r>
            <a:r>
              <a:rPr lang="en-US" altLang="it-IT" sz="1875" i="1" dirty="0"/>
              <a:t>T</a:t>
            </a:r>
            <a:r>
              <a:rPr lang="en-US" altLang="it-IT" sz="1875" dirty="0"/>
              <a:t>, </a:t>
            </a:r>
            <a:r>
              <a:rPr lang="en-US" altLang="it-IT" sz="1875" i="1" dirty="0"/>
              <a:t>S</a:t>
            </a:r>
            <a:r>
              <a:rPr lang="en-US" altLang="it-IT" sz="1875" dirty="0"/>
              <a:t>, </a:t>
            </a:r>
            <a:r>
              <a:rPr lang="en-US" altLang="it-IT" sz="1875" i="1" dirty="0"/>
              <a:t>P</a:t>
            </a:r>
            <a:r>
              <a:rPr lang="en-US" altLang="it-IT" sz="1875" dirty="0"/>
              <a:t>), </a:t>
            </a:r>
          </a:p>
          <a:p>
            <a:pPr marL="939404" lvl="2" indent="-253604">
              <a:buClr>
                <a:srgbClr val="19BD29"/>
              </a:buClr>
              <a:buFont typeface="Wingdings" pitchFamily="2" charset="2"/>
              <a:buChar char="q"/>
            </a:pPr>
            <a:endParaRPr lang="en-US" altLang="it-IT" sz="1575" dirty="0"/>
          </a:p>
          <a:p>
            <a:pPr marL="339329" indent="-253604">
              <a:buClr>
                <a:srgbClr val="19BD29"/>
              </a:buClr>
              <a:buFont typeface="Wingdings" pitchFamily="2" charset="2"/>
              <a:buChar char="q"/>
            </a:pPr>
            <a:r>
              <a:rPr lang="en-US" altLang="it-IT" sz="1875" dirty="0"/>
              <a:t>where </a:t>
            </a:r>
            <a:r>
              <a:rPr lang="en-US" altLang="it-IT" sz="1875" i="1" dirty="0"/>
              <a:t>V</a:t>
            </a:r>
            <a:r>
              <a:rPr lang="en-US" altLang="it-IT" sz="1875" dirty="0"/>
              <a:t> = {</a:t>
            </a:r>
            <a:r>
              <a:rPr lang="en-US" altLang="it-IT" sz="1875" i="1" dirty="0"/>
              <a:t>a</a:t>
            </a:r>
            <a:r>
              <a:rPr lang="en-US" altLang="it-IT" sz="1875" dirty="0"/>
              <a:t>, </a:t>
            </a:r>
            <a:r>
              <a:rPr lang="en-US" altLang="it-IT" sz="1875" i="1" dirty="0"/>
              <a:t>b</a:t>
            </a:r>
            <a:r>
              <a:rPr lang="en-US" altLang="it-IT" sz="1875" dirty="0"/>
              <a:t>, </a:t>
            </a:r>
            <a:r>
              <a:rPr lang="en-US" altLang="it-IT" sz="1875" i="1" dirty="0"/>
              <a:t>A</a:t>
            </a:r>
            <a:r>
              <a:rPr lang="en-US" altLang="it-IT" sz="1875" dirty="0"/>
              <a:t>, </a:t>
            </a:r>
            <a:r>
              <a:rPr lang="en-US" altLang="it-IT" sz="1875" i="1" dirty="0"/>
              <a:t>B,</a:t>
            </a:r>
            <a:r>
              <a:rPr lang="en-US" altLang="it-IT" sz="1875" dirty="0"/>
              <a:t> </a:t>
            </a:r>
            <a:r>
              <a:rPr lang="en-US" altLang="it-IT" sz="1875" i="1" dirty="0"/>
              <a:t>S</a:t>
            </a:r>
            <a:r>
              <a:rPr lang="en-US" altLang="it-IT" sz="1875" dirty="0"/>
              <a:t>}</a:t>
            </a:r>
          </a:p>
          <a:p>
            <a:pPr marL="339329" indent="-253604">
              <a:buClr>
                <a:srgbClr val="19BD29"/>
              </a:buClr>
              <a:buFont typeface="Wingdings" pitchFamily="2" charset="2"/>
              <a:buChar char="q"/>
            </a:pPr>
            <a:r>
              <a:rPr lang="en-US" altLang="it-IT" sz="1875" dirty="0"/>
              <a:t> </a:t>
            </a:r>
            <a:r>
              <a:rPr lang="en-US" altLang="it-IT" sz="1875" i="1" dirty="0"/>
              <a:t>T</a:t>
            </a:r>
            <a:r>
              <a:rPr lang="en-US" altLang="it-IT" sz="1875" dirty="0"/>
              <a:t> = {</a:t>
            </a:r>
            <a:r>
              <a:rPr lang="en-US" altLang="it-IT" sz="1875" i="1" dirty="0"/>
              <a:t>a</a:t>
            </a:r>
            <a:r>
              <a:rPr lang="en-US" altLang="it-IT" sz="1875" dirty="0"/>
              <a:t>, </a:t>
            </a:r>
            <a:r>
              <a:rPr lang="en-US" altLang="it-IT" sz="1875" i="1" dirty="0"/>
              <a:t>b</a:t>
            </a:r>
            <a:r>
              <a:rPr lang="en-US" altLang="it-IT" sz="1875" dirty="0"/>
              <a:t>}, </a:t>
            </a:r>
          </a:p>
          <a:p>
            <a:pPr marL="339329" indent="-253604">
              <a:buClr>
                <a:srgbClr val="19BD29"/>
              </a:buClr>
              <a:buFont typeface="Wingdings" pitchFamily="2" charset="2"/>
              <a:buChar char="q"/>
            </a:pPr>
            <a:r>
              <a:rPr lang="en-US" altLang="it-IT" sz="1875" i="1" dirty="0"/>
              <a:t>S</a:t>
            </a:r>
            <a:r>
              <a:rPr lang="en-US" altLang="it-IT" sz="1875" dirty="0"/>
              <a:t> is a start symbol </a:t>
            </a:r>
          </a:p>
          <a:p>
            <a:pPr marL="339329" indent="-253604">
              <a:buClr>
                <a:srgbClr val="19BD29"/>
              </a:buClr>
              <a:buFont typeface="Wingdings" pitchFamily="2" charset="2"/>
              <a:buChar char="q"/>
            </a:pPr>
            <a:r>
              <a:rPr lang="en-US" altLang="it-IT" sz="1875" dirty="0"/>
              <a:t> </a:t>
            </a:r>
            <a:r>
              <a:rPr lang="en-US" altLang="it-IT" sz="1875" i="1" dirty="0"/>
              <a:t>P</a:t>
            </a:r>
            <a:r>
              <a:rPr lang="en-US" altLang="it-IT" sz="1875" dirty="0"/>
              <a:t> = {</a:t>
            </a:r>
            <a:r>
              <a:rPr lang="en-US" altLang="it-IT" sz="1875" i="1" dirty="0"/>
              <a:t>S</a:t>
            </a:r>
            <a:r>
              <a:rPr lang="en-US" altLang="it-IT" sz="1875" dirty="0"/>
              <a:t> </a:t>
            </a:r>
            <a:r>
              <a:rPr lang="en-US" altLang="it-IT" sz="1875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→ </a:t>
            </a:r>
            <a:r>
              <a:rPr lang="en-US" altLang="it-IT" sz="1875" i="1" dirty="0" err="1">
                <a:ea typeface="MS PMincho" panose="02020600040205080304" pitchFamily="18" charset="-128"/>
              </a:rPr>
              <a:t>ABa</a:t>
            </a:r>
            <a:r>
              <a:rPr lang="en-US" altLang="it-IT" sz="1875" dirty="0">
                <a:ea typeface="MS PMincho" panose="02020600040205080304" pitchFamily="18" charset="-128"/>
              </a:rPr>
              <a:t>, </a:t>
            </a:r>
            <a:r>
              <a:rPr lang="en-US" altLang="it-IT" sz="1875" i="1" dirty="0">
                <a:ea typeface="MS PMincho" panose="02020600040205080304" pitchFamily="18" charset="-128"/>
              </a:rPr>
              <a:t>A</a:t>
            </a:r>
            <a:r>
              <a:rPr lang="en-US" altLang="it-IT" sz="1875" dirty="0"/>
              <a:t> </a:t>
            </a:r>
            <a:r>
              <a:rPr lang="en-US" altLang="it-IT" sz="1875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→ </a:t>
            </a:r>
            <a:r>
              <a:rPr lang="en-US" altLang="it-IT" sz="1875" i="1" dirty="0">
                <a:ea typeface="MS PMincho" panose="02020600040205080304" pitchFamily="18" charset="-128"/>
              </a:rPr>
              <a:t>BB</a:t>
            </a:r>
            <a:r>
              <a:rPr lang="en-US" altLang="it-IT" sz="1875" dirty="0">
                <a:ea typeface="MS PMincho" panose="02020600040205080304" pitchFamily="18" charset="-128"/>
              </a:rPr>
              <a:t>, </a:t>
            </a:r>
            <a:r>
              <a:rPr lang="en-US" altLang="it-IT" sz="1875" i="1" dirty="0">
                <a:ea typeface="MS PMincho" panose="02020600040205080304" pitchFamily="18" charset="-128"/>
              </a:rPr>
              <a:t>B</a:t>
            </a:r>
            <a:r>
              <a:rPr lang="en-US" altLang="it-IT" sz="1875" dirty="0"/>
              <a:t> </a:t>
            </a:r>
            <a:r>
              <a:rPr lang="en-US" altLang="it-IT" sz="1875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→ </a:t>
            </a:r>
            <a:r>
              <a:rPr lang="en-US" altLang="it-IT" sz="1875" i="1" dirty="0">
                <a:ea typeface="MS PMincho" panose="02020600040205080304" pitchFamily="18" charset="-128"/>
              </a:rPr>
              <a:t>ab</a:t>
            </a:r>
            <a:r>
              <a:rPr lang="en-US" altLang="it-IT" sz="1875" dirty="0">
                <a:ea typeface="MS PMincho" panose="02020600040205080304" pitchFamily="18" charset="-128"/>
              </a:rPr>
              <a:t>, </a:t>
            </a:r>
            <a:r>
              <a:rPr lang="en-US" altLang="it-IT" sz="1875" i="1" dirty="0">
                <a:ea typeface="MS PMincho" panose="02020600040205080304" pitchFamily="18" charset="-128"/>
              </a:rPr>
              <a:t>A</a:t>
            </a:r>
            <a:r>
              <a:rPr lang="en-US" altLang="it-IT" sz="1875" dirty="0"/>
              <a:t> </a:t>
            </a:r>
            <a:r>
              <a:rPr lang="en-US" altLang="it-IT" sz="1875" dirty="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→ </a:t>
            </a:r>
            <a:r>
              <a:rPr lang="en-US" altLang="it-IT" sz="1875" i="1" dirty="0">
                <a:ea typeface="MS PMincho" panose="02020600040205080304" pitchFamily="18" charset="-128"/>
              </a:rPr>
              <a:t>Bb</a:t>
            </a:r>
            <a:r>
              <a:rPr lang="en-US" altLang="it-IT" sz="1875" dirty="0">
                <a:ea typeface="MS PMincho" panose="02020600040205080304" pitchFamily="18" charset="-128"/>
              </a:rPr>
              <a:t>}. </a:t>
            </a:r>
          </a:p>
          <a:p>
            <a:pPr marL="339329" indent="-253604">
              <a:buClr>
                <a:srgbClr val="19BD29"/>
              </a:buClr>
              <a:buFont typeface="Wingdings" pitchFamily="2" charset="2"/>
              <a:buChar char="q"/>
            </a:pPr>
            <a:endParaRPr lang="en-US" altLang="it-IT" sz="1875" dirty="0">
              <a:ea typeface="MS PMincho" panose="02020600040205080304" pitchFamily="18" charset="-128"/>
            </a:endParaRPr>
          </a:p>
          <a:p>
            <a:pPr marL="939404" lvl="2" indent="-253604">
              <a:buClr>
                <a:srgbClr val="19BD29"/>
              </a:buClr>
              <a:buNone/>
            </a:pPr>
            <a:r>
              <a:rPr lang="en-US" altLang="it-IT" sz="1575" dirty="0"/>
              <a:t> </a:t>
            </a:r>
            <a:r>
              <a:rPr lang="en-US" altLang="it-IT" sz="1575" i="1" dirty="0"/>
              <a:t>G</a:t>
            </a:r>
            <a:r>
              <a:rPr lang="en-US" altLang="it-IT" sz="1575" dirty="0"/>
              <a:t> is a </a:t>
            </a:r>
            <a:r>
              <a:rPr lang="en-US" altLang="it-IT" sz="1575" dirty="0">
                <a:solidFill>
                  <a:srgbClr val="FF0000"/>
                </a:solidFill>
              </a:rPr>
              <a:t>Phrase-Structure Grammar.</a:t>
            </a:r>
            <a:endParaRPr lang="en-US" altLang="it-IT" sz="1575" dirty="0">
              <a:solidFill>
                <a:srgbClr val="FF0000"/>
              </a:solidFill>
              <a:latin typeface="MS PMincho" panose="02020600040205080304" pitchFamily="18" charset="-128"/>
              <a:ea typeface="MS PMincho" panose="02020600040205080304" pitchFamily="18" charset="-128"/>
            </a:endParaRPr>
          </a:p>
          <a:p>
            <a:pPr marL="939404" lvl="2" indent="-253604">
              <a:buClr>
                <a:srgbClr val="19BD29"/>
              </a:buClr>
              <a:buFont typeface="Wingdings" pitchFamily="2" charset="2"/>
              <a:buChar char="q"/>
            </a:pPr>
            <a:endParaRPr lang="en-US" altLang="it-IT" sz="1575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EE2123-C829-4890-066C-9673B57EA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8832" y="3953559"/>
            <a:ext cx="34290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it-IT" sz="1800" dirty="0">
                <a:solidFill>
                  <a:srgbClr val="FF0000"/>
                </a:solidFill>
                <a:sym typeface="Wingdings" pitchFamily="2" charset="2"/>
              </a:rPr>
              <a:t>What sentences can be generated with this grammar?</a:t>
            </a:r>
            <a:endParaRPr lang="en-US" altLang="it-IT" sz="1800" dirty="0">
              <a:solidFill>
                <a:srgbClr val="FF0000"/>
              </a:solidFill>
            </a:endParaRP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66B0CAFC-6A20-4366-3D0D-6F79A610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C8C3F93-74FD-E7A9-9D01-75D64FDA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18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20B7F9D7-6C78-7896-D11A-7A043195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Derivation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235779A2-9212-1430-4E32-8784047D6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sz="1600" dirty="0"/>
              <a:t>Definition</a:t>
            </a:r>
          </a:p>
          <a:p>
            <a:endParaRPr lang="en-US" altLang="it-IT" sz="1600" dirty="0"/>
          </a:p>
          <a:p>
            <a:r>
              <a:rPr lang="en-US" altLang="it-IT" sz="1600" dirty="0"/>
              <a:t>Let G=(V,T,S,P)  be a phrase-structure grammar.</a:t>
            </a:r>
          </a:p>
          <a:p>
            <a:endParaRPr lang="en-US" altLang="it-IT" sz="1600" dirty="0"/>
          </a:p>
          <a:p>
            <a:r>
              <a:rPr lang="en-US" altLang="it-IT" sz="1600" dirty="0"/>
              <a:t>Let </a:t>
            </a:r>
            <a:r>
              <a:rPr lang="en-US" altLang="it-IT" sz="1600" dirty="0">
                <a:solidFill>
                  <a:srgbClr val="FF0000"/>
                </a:solidFill>
              </a:rPr>
              <a:t>w</a:t>
            </a:r>
            <a:r>
              <a:rPr lang="en-US" altLang="it-IT" sz="1600" baseline="-25000" dirty="0">
                <a:solidFill>
                  <a:srgbClr val="FF0000"/>
                </a:solidFill>
              </a:rPr>
              <a:t>0</a:t>
            </a:r>
            <a:r>
              <a:rPr lang="en-US" altLang="it-IT" sz="1600" dirty="0">
                <a:solidFill>
                  <a:srgbClr val="FF0000"/>
                </a:solidFill>
              </a:rPr>
              <a:t>=lz</a:t>
            </a:r>
            <a:r>
              <a:rPr lang="en-US" altLang="it-IT" sz="1600" baseline="-25000" dirty="0">
                <a:solidFill>
                  <a:srgbClr val="FF0000"/>
                </a:solidFill>
              </a:rPr>
              <a:t>0</a:t>
            </a:r>
            <a:r>
              <a:rPr lang="en-US" altLang="it-IT" sz="1600" dirty="0">
                <a:solidFill>
                  <a:srgbClr val="FF0000"/>
                </a:solidFill>
              </a:rPr>
              <a:t>r </a:t>
            </a:r>
            <a:r>
              <a:rPr lang="en-US" altLang="it-IT" sz="1600" dirty="0"/>
              <a:t> (the concatenation of l, z</a:t>
            </a:r>
            <a:r>
              <a:rPr lang="en-US" altLang="it-IT" sz="1600" baseline="-25000" dirty="0"/>
              <a:t>0</a:t>
            </a:r>
            <a:r>
              <a:rPr lang="en-US" altLang="it-IT" sz="1600" dirty="0"/>
              <a:t>, and r) </a:t>
            </a:r>
            <a:r>
              <a:rPr lang="en-US" altLang="it-IT" sz="1600" dirty="0">
                <a:solidFill>
                  <a:srgbClr val="FF0000"/>
                </a:solidFill>
              </a:rPr>
              <a:t>w</a:t>
            </a:r>
            <a:r>
              <a:rPr lang="en-US" altLang="it-IT" sz="1600" baseline="-25000" dirty="0">
                <a:solidFill>
                  <a:srgbClr val="FF0000"/>
                </a:solidFill>
              </a:rPr>
              <a:t>1</a:t>
            </a:r>
            <a:r>
              <a:rPr lang="en-US" altLang="it-IT" sz="1600" dirty="0">
                <a:solidFill>
                  <a:srgbClr val="FF0000"/>
                </a:solidFill>
              </a:rPr>
              <a:t>=lz</a:t>
            </a:r>
            <a:r>
              <a:rPr lang="en-US" altLang="it-IT" sz="1600" baseline="-25000" dirty="0">
                <a:solidFill>
                  <a:srgbClr val="FF0000"/>
                </a:solidFill>
              </a:rPr>
              <a:t>1</a:t>
            </a:r>
            <a:r>
              <a:rPr lang="en-US" altLang="it-IT" sz="1600" dirty="0">
                <a:solidFill>
                  <a:srgbClr val="FF0000"/>
                </a:solidFill>
              </a:rPr>
              <a:t>r </a:t>
            </a:r>
            <a:r>
              <a:rPr lang="en-US" altLang="it-IT" sz="1600" dirty="0"/>
              <a:t>  be strings over V.</a:t>
            </a:r>
          </a:p>
          <a:p>
            <a:endParaRPr lang="en-US" altLang="it-IT" sz="1600" dirty="0"/>
          </a:p>
          <a:p>
            <a:r>
              <a:rPr lang="en-US" altLang="it-IT" sz="1600" dirty="0"/>
              <a:t>If z</a:t>
            </a:r>
            <a:r>
              <a:rPr lang="en-US" altLang="it-IT" sz="1600" baseline="-25000" dirty="0"/>
              <a:t>0</a:t>
            </a:r>
            <a:r>
              <a:rPr lang="en-US" altLang="it-IT" sz="1600" dirty="0"/>
              <a:t> </a:t>
            </a:r>
            <a:r>
              <a:rPr lang="en-US" altLang="it-IT" sz="1600" dirty="0">
                <a:sym typeface="Wingdings" pitchFamily="2" charset="2"/>
              </a:rPr>
              <a:t> z</a:t>
            </a:r>
            <a:r>
              <a:rPr lang="en-US" altLang="it-IT" sz="1600" baseline="-25000" dirty="0">
                <a:sym typeface="Wingdings" pitchFamily="2" charset="2"/>
              </a:rPr>
              <a:t>1</a:t>
            </a:r>
            <a:r>
              <a:rPr lang="en-US" altLang="it-IT" sz="1600" dirty="0">
                <a:sym typeface="Wingdings" pitchFamily="2" charset="2"/>
              </a:rPr>
              <a:t> is a production of G we say that w1 is </a:t>
            </a:r>
            <a:r>
              <a:rPr lang="en-US" altLang="it-IT" sz="1600" dirty="0">
                <a:solidFill>
                  <a:srgbClr val="FF0000"/>
                </a:solidFill>
                <a:sym typeface="Wingdings" pitchFamily="2" charset="2"/>
              </a:rPr>
              <a:t>directly derivable </a:t>
            </a:r>
            <a:r>
              <a:rPr lang="en-US" altLang="it-IT" sz="1600" dirty="0">
                <a:sym typeface="Wingdings" pitchFamily="2" charset="2"/>
              </a:rPr>
              <a:t>from w0 and we write  </a:t>
            </a:r>
            <a:r>
              <a:rPr lang="en-US" altLang="it-IT" sz="1600" dirty="0">
                <a:solidFill>
                  <a:srgbClr val="FF0000"/>
                </a:solidFill>
                <a:sym typeface="Wingdings" pitchFamily="2" charset="2"/>
              </a:rPr>
              <a:t>w</a:t>
            </a:r>
            <a:r>
              <a:rPr lang="en-US" altLang="it-IT" sz="1600" baseline="-25000" dirty="0">
                <a:solidFill>
                  <a:srgbClr val="FF0000"/>
                </a:solidFill>
                <a:sym typeface="Wingdings" pitchFamily="2" charset="2"/>
              </a:rPr>
              <a:t>o</a:t>
            </a:r>
            <a:r>
              <a:rPr lang="en-US" altLang="it-IT" sz="1600" dirty="0">
                <a:solidFill>
                  <a:srgbClr val="FF0000"/>
                </a:solidFill>
                <a:sym typeface="Wingdings" pitchFamily="2" charset="2"/>
              </a:rPr>
              <a:t> =&gt; w</a:t>
            </a:r>
            <a:r>
              <a:rPr lang="en-US" altLang="it-IT" sz="1600" baseline="-25000" dirty="0">
                <a:solidFill>
                  <a:srgbClr val="FF0000"/>
                </a:solidFill>
                <a:sym typeface="Wingdings" pitchFamily="2" charset="2"/>
              </a:rPr>
              <a:t>1</a:t>
            </a:r>
            <a:r>
              <a:rPr lang="en-US" altLang="it-IT" sz="1600" dirty="0">
                <a:solidFill>
                  <a:srgbClr val="FF0000"/>
                </a:solidFill>
                <a:sym typeface="Wingdings" pitchFamily="2" charset="2"/>
              </a:rPr>
              <a:t>.</a:t>
            </a:r>
          </a:p>
          <a:p>
            <a:endParaRPr lang="en-US" altLang="it-IT" sz="1600" dirty="0">
              <a:solidFill>
                <a:srgbClr val="FF0000"/>
              </a:solidFill>
              <a:sym typeface="Wingdings" pitchFamily="2" charset="2"/>
            </a:endParaRPr>
          </a:p>
          <a:p>
            <a:r>
              <a:rPr lang="en-US" altLang="it-IT" sz="1600" dirty="0">
                <a:sym typeface="Wingdings" pitchFamily="2" charset="2"/>
              </a:rPr>
              <a:t>If  w</a:t>
            </a:r>
            <a:r>
              <a:rPr lang="en-US" altLang="it-IT" sz="1600" baseline="-25000" dirty="0">
                <a:sym typeface="Wingdings" pitchFamily="2" charset="2"/>
              </a:rPr>
              <a:t>0</a:t>
            </a:r>
            <a:r>
              <a:rPr lang="en-US" altLang="it-IT" sz="1600" dirty="0">
                <a:sym typeface="Wingdings" pitchFamily="2" charset="2"/>
              </a:rPr>
              <a:t>, w</a:t>
            </a:r>
            <a:r>
              <a:rPr lang="en-US" altLang="it-IT" sz="1600" baseline="-25000" dirty="0">
                <a:sym typeface="Wingdings" pitchFamily="2" charset="2"/>
              </a:rPr>
              <a:t>1</a:t>
            </a:r>
            <a:r>
              <a:rPr lang="en-US" altLang="it-IT" sz="1600" dirty="0">
                <a:sym typeface="Wingdings" pitchFamily="2" charset="2"/>
              </a:rPr>
              <a:t>, …., </a:t>
            </a:r>
            <a:r>
              <a:rPr lang="en-US" altLang="it-IT" sz="1600" dirty="0" err="1">
                <a:sym typeface="Wingdings" pitchFamily="2" charset="2"/>
              </a:rPr>
              <a:t>w</a:t>
            </a:r>
            <a:r>
              <a:rPr lang="en-US" altLang="it-IT" sz="1600" baseline="-25000" dirty="0" err="1">
                <a:sym typeface="Wingdings" pitchFamily="2" charset="2"/>
              </a:rPr>
              <a:t>n</a:t>
            </a:r>
            <a:r>
              <a:rPr lang="en-US" altLang="it-IT" sz="1600" dirty="0">
                <a:sym typeface="Wingdings" pitchFamily="2" charset="2"/>
              </a:rPr>
              <a:t> are strings over V such that w</a:t>
            </a:r>
            <a:r>
              <a:rPr lang="en-US" altLang="it-IT" sz="1600" baseline="-25000" dirty="0">
                <a:sym typeface="Wingdings" pitchFamily="2" charset="2"/>
              </a:rPr>
              <a:t>0</a:t>
            </a:r>
            <a:r>
              <a:rPr lang="en-US" altLang="it-IT" sz="1600" dirty="0">
                <a:sym typeface="Wingdings" pitchFamily="2" charset="2"/>
              </a:rPr>
              <a:t> =&gt;w</a:t>
            </a:r>
            <a:r>
              <a:rPr lang="en-US" altLang="it-IT" sz="1600" baseline="-25000" dirty="0">
                <a:sym typeface="Wingdings" pitchFamily="2" charset="2"/>
              </a:rPr>
              <a:t>1</a:t>
            </a:r>
            <a:r>
              <a:rPr lang="en-US" altLang="it-IT" sz="1600" dirty="0">
                <a:sym typeface="Wingdings" pitchFamily="2" charset="2"/>
              </a:rPr>
              <a:t>,w</a:t>
            </a:r>
            <a:r>
              <a:rPr lang="en-US" altLang="it-IT" sz="1600" baseline="-25000" dirty="0">
                <a:sym typeface="Wingdings" pitchFamily="2" charset="2"/>
              </a:rPr>
              <a:t>1</a:t>
            </a:r>
            <a:r>
              <a:rPr lang="en-US" altLang="it-IT" sz="1600" dirty="0">
                <a:sym typeface="Wingdings" pitchFamily="2" charset="2"/>
              </a:rPr>
              <a:t>=&gt;w</a:t>
            </a:r>
            <a:r>
              <a:rPr lang="en-US" altLang="it-IT" sz="1600" baseline="-25000" dirty="0">
                <a:sym typeface="Wingdings" pitchFamily="2" charset="2"/>
              </a:rPr>
              <a:t>2</a:t>
            </a:r>
            <a:r>
              <a:rPr lang="en-US" altLang="it-IT" sz="1600" dirty="0">
                <a:sym typeface="Wingdings" pitchFamily="2" charset="2"/>
              </a:rPr>
              <a:t>,…, w</a:t>
            </a:r>
            <a:r>
              <a:rPr lang="en-US" altLang="it-IT" sz="1600" baseline="-25000" dirty="0">
                <a:sym typeface="Wingdings" pitchFamily="2" charset="2"/>
              </a:rPr>
              <a:t>n-1</a:t>
            </a:r>
            <a:r>
              <a:rPr lang="en-US" altLang="it-IT" sz="1600" dirty="0">
                <a:sym typeface="Wingdings" pitchFamily="2" charset="2"/>
              </a:rPr>
              <a:t> =&gt; </a:t>
            </a:r>
            <a:r>
              <a:rPr lang="en-US" altLang="it-IT" sz="1600" dirty="0" err="1">
                <a:sym typeface="Wingdings" pitchFamily="2" charset="2"/>
              </a:rPr>
              <a:t>w</a:t>
            </a:r>
            <a:r>
              <a:rPr lang="en-US" altLang="it-IT" sz="1600" baseline="-25000" dirty="0" err="1">
                <a:sym typeface="Wingdings" pitchFamily="2" charset="2"/>
              </a:rPr>
              <a:t>n</a:t>
            </a:r>
            <a:r>
              <a:rPr lang="en-US" altLang="it-IT" sz="1600" dirty="0">
                <a:sym typeface="Wingdings" pitchFamily="2" charset="2"/>
              </a:rPr>
              <a:t>, then we say that </a:t>
            </a:r>
            <a:r>
              <a:rPr lang="en-US" altLang="it-IT" sz="1600" dirty="0" err="1">
                <a:sym typeface="Wingdings" pitchFamily="2" charset="2"/>
              </a:rPr>
              <a:t>w</a:t>
            </a:r>
            <a:r>
              <a:rPr lang="en-US" altLang="it-IT" sz="1600" baseline="-25000" dirty="0" err="1">
                <a:sym typeface="Wingdings" pitchFamily="2" charset="2"/>
              </a:rPr>
              <a:t>n</a:t>
            </a:r>
            <a:r>
              <a:rPr lang="en-US" altLang="it-IT" sz="1600" dirty="0">
                <a:sym typeface="Wingdings" pitchFamily="2" charset="2"/>
              </a:rPr>
              <a:t> is derivable from w</a:t>
            </a:r>
            <a:r>
              <a:rPr lang="en-US" altLang="it-IT" sz="1600" baseline="-25000" dirty="0">
                <a:sym typeface="Wingdings" pitchFamily="2" charset="2"/>
              </a:rPr>
              <a:t>0</a:t>
            </a:r>
            <a:r>
              <a:rPr lang="en-US" altLang="it-IT" sz="1600" dirty="0">
                <a:sym typeface="Wingdings" pitchFamily="2" charset="2"/>
              </a:rPr>
              <a:t>, and write w</a:t>
            </a:r>
            <a:r>
              <a:rPr lang="en-US" altLang="it-IT" sz="1600" baseline="-25000" dirty="0">
                <a:sym typeface="Wingdings" pitchFamily="2" charset="2"/>
              </a:rPr>
              <a:t>0</a:t>
            </a:r>
            <a:r>
              <a:rPr lang="en-US" altLang="it-IT" sz="1600" dirty="0">
                <a:sym typeface="Wingdings" pitchFamily="2" charset="2"/>
              </a:rPr>
              <a:t>=&gt;*</a:t>
            </a:r>
            <a:r>
              <a:rPr lang="en-US" altLang="it-IT" sz="1600" dirty="0" err="1">
                <a:sym typeface="Wingdings" pitchFamily="2" charset="2"/>
              </a:rPr>
              <a:t>w</a:t>
            </a:r>
            <a:r>
              <a:rPr lang="en-US" altLang="it-IT" sz="1600" baseline="-25000" dirty="0" err="1">
                <a:sym typeface="Wingdings" pitchFamily="2" charset="2"/>
              </a:rPr>
              <a:t>n</a:t>
            </a:r>
            <a:r>
              <a:rPr lang="en-US" altLang="it-IT" sz="1600" dirty="0">
                <a:sym typeface="Wingdings" pitchFamily="2" charset="2"/>
              </a:rPr>
              <a:t>.</a:t>
            </a:r>
          </a:p>
          <a:p>
            <a:endParaRPr lang="en-US" altLang="it-IT" sz="1600" dirty="0">
              <a:sym typeface="Wingdings" pitchFamily="2" charset="2"/>
            </a:endParaRPr>
          </a:p>
          <a:p>
            <a:r>
              <a:rPr lang="en-US" altLang="it-IT" sz="1600" dirty="0">
                <a:sym typeface="Wingdings" pitchFamily="2" charset="2"/>
              </a:rPr>
              <a:t>The sequence of steps used to obtain </a:t>
            </a:r>
            <a:r>
              <a:rPr lang="en-US" altLang="it-IT" sz="1600" dirty="0" err="1">
                <a:sym typeface="Wingdings" pitchFamily="2" charset="2"/>
              </a:rPr>
              <a:t>w</a:t>
            </a:r>
            <a:r>
              <a:rPr lang="en-US" altLang="it-IT" sz="1600" baseline="-25000" dirty="0" err="1">
                <a:sym typeface="Wingdings" pitchFamily="2" charset="2"/>
              </a:rPr>
              <a:t>n</a:t>
            </a:r>
            <a:r>
              <a:rPr lang="en-US" altLang="it-IT" sz="1600" baseline="-25000" dirty="0">
                <a:sym typeface="Wingdings" pitchFamily="2" charset="2"/>
              </a:rPr>
              <a:t> </a:t>
            </a:r>
            <a:r>
              <a:rPr lang="en-US" altLang="it-IT" sz="1600" dirty="0">
                <a:sym typeface="Wingdings" pitchFamily="2" charset="2"/>
              </a:rPr>
              <a:t>from w</a:t>
            </a:r>
            <a:r>
              <a:rPr lang="en-US" altLang="it-IT" sz="1600" baseline="-25000" dirty="0">
                <a:sym typeface="Wingdings" pitchFamily="2" charset="2"/>
              </a:rPr>
              <a:t>o</a:t>
            </a:r>
            <a:r>
              <a:rPr lang="en-US" altLang="it-IT" sz="1600" dirty="0">
                <a:sym typeface="Wingdings" pitchFamily="2" charset="2"/>
              </a:rPr>
              <a:t> is called a </a:t>
            </a:r>
            <a:r>
              <a:rPr lang="en-US" altLang="it-IT" sz="1600" dirty="0">
                <a:solidFill>
                  <a:srgbClr val="FF0000"/>
                </a:solidFill>
                <a:sym typeface="Wingdings" pitchFamily="2" charset="2"/>
              </a:rPr>
              <a:t>derivation.</a:t>
            </a:r>
          </a:p>
          <a:p>
            <a:endParaRPr lang="en-US" altLang="it-IT" sz="1600" dirty="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3E5767B3-1AF8-12C4-AB28-A92FAA4E8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714E309-53BE-DD72-F3B9-97424B892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19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FD6D98D4-AE28-9476-B8B9-775767AFC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Language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9C7578BF-6131-2BE4-2A91-20474F80B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 sz="2100"/>
              <a:t>Let G(V,T,S,P) be a phrase-structure grammar. The </a:t>
            </a:r>
          </a:p>
          <a:p>
            <a:r>
              <a:rPr lang="en-US" altLang="it-IT" sz="2100"/>
              <a:t>language generated by G (or the language of G) </a:t>
            </a:r>
          </a:p>
          <a:p>
            <a:r>
              <a:rPr lang="en-US" altLang="it-IT" sz="2100"/>
              <a:t>denoted by L(G) , is the set of all strings of terminals </a:t>
            </a:r>
          </a:p>
          <a:p>
            <a:r>
              <a:rPr lang="en-US" altLang="it-IT" sz="2100"/>
              <a:t>that are derivable from the starting state S.</a:t>
            </a:r>
          </a:p>
          <a:p>
            <a:endParaRPr lang="en-US" altLang="it-IT"/>
          </a:p>
          <a:p>
            <a:endParaRPr lang="en-US" altLang="it-IT"/>
          </a:p>
          <a:p>
            <a:r>
              <a:rPr lang="en-US" altLang="it-IT"/>
              <a:t>				L(G)= {w </a:t>
            </a:r>
            <a:r>
              <a:rPr lang="en-US" altLang="it-IT">
                <a:sym typeface="Symbol" pitchFamily="2" charset="2"/>
              </a:rPr>
              <a:t> T*  | S =&gt;*w}</a:t>
            </a:r>
            <a:endParaRPr lang="en-US" altLang="it-IT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37B470C5-ED29-218B-5924-50C045D22E4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767263"/>
            <a:ext cx="2495550" cy="2746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557213" indent="-214313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8572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2001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1543050" indent="-171450" eaLnBrk="0" hangingPunct="0"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26ED5D-A4B6-FC4E-95D7-2E5D129BF160}" type="slidenum">
              <a:rPr lang="en-US" altLang="it-IT" sz="1050"/>
              <a:pPr/>
              <a:t>20</a:t>
            </a:fld>
            <a:endParaRPr lang="en-US" altLang="it-IT" sz="105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B663EC5C-B7E9-989E-C136-8DA8C413A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Title 4">
            <a:extLst>
              <a:ext uri="{FF2B5EF4-FFF2-40B4-BE49-F238E27FC236}">
                <a16:creationId xmlns:a16="http://schemas.microsoft.com/office/drawing/2014/main" id="{772E4C27-DD5D-4473-9AAD-FDC6590A5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Language L(G)  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CE2EA9A-71F4-F612-F0BF-131280646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39404" lvl="2" indent="-253604">
              <a:lnSpc>
                <a:spcPct val="90000"/>
              </a:lnSpc>
              <a:buClr>
                <a:schemeClr val="hlink"/>
              </a:buClr>
              <a:buFont typeface="Arial" charset="0"/>
              <a:buChar char="►"/>
              <a:defRPr/>
            </a:pPr>
            <a:endParaRPr lang="ru-RU" sz="600" dirty="0"/>
          </a:p>
          <a:p>
            <a:pPr marL="347663" lvl="1" indent="-261938">
              <a:lnSpc>
                <a:spcPct val="90000"/>
              </a:lnSpc>
              <a:buClr>
                <a:schemeClr val="hlink"/>
              </a:buClr>
              <a:buFont typeface="Arial" charset="0"/>
              <a:buChar char="►"/>
              <a:defRPr/>
            </a:pPr>
            <a:r>
              <a:rPr lang="en-US" sz="1575" b="1" u="sng" dirty="0">
                <a:solidFill>
                  <a:srgbClr val="FF0000"/>
                </a:solidFill>
              </a:rPr>
              <a:t>EXAMPLE:</a:t>
            </a:r>
          </a:p>
          <a:p>
            <a:pPr marL="347663" lvl="1" indent="-261938">
              <a:lnSpc>
                <a:spcPct val="90000"/>
              </a:lnSpc>
              <a:buClr>
                <a:schemeClr val="hlink"/>
              </a:buClr>
              <a:buFont typeface="Arial" charset="0"/>
              <a:buChar char="►"/>
              <a:defRPr/>
            </a:pPr>
            <a:endParaRPr lang="en-US" sz="600" b="1" u="sng" dirty="0">
              <a:solidFill>
                <a:srgbClr val="FF0000"/>
              </a:solidFill>
            </a:endParaRPr>
          </a:p>
          <a:p>
            <a:pPr marL="157163" indent="-157163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575" dirty="0"/>
              <a:t>	Let </a:t>
            </a:r>
            <a:r>
              <a:rPr lang="en-US" sz="1575" i="1" dirty="0"/>
              <a:t>G</a:t>
            </a:r>
            <a:r>
              <a:rPr lang="en-US" sz="1575" dirty="0"/>
              <a:t> = (</a:t>
            </a:r>
            <a:r>
              <a:rPr lang="en-US" sz="1575" i="1" dirty="0"/>
              <a:t>V</a:t>
            </a:r>
            <a:r>
              <a:rPr lang="en-US" sz="1575" dirty="0"/>
              <a:t>, </a:t>
            </a:r>
            <a:r>
              <a:rPr lang="en-US" sz="1575" i="1" dirty="0"/>
              <a:t>T</a:t>
            </a:r>
            <a:r>
              <a:rPr lang="en-US" sz="1575" dirty="0"/>
              <a:t>, </a:t>
            </a:r>
            <a:r>
              <a:rPr lang="en-US" sz="1575" i="1" dirty="0"/>
              <a:t>S</a:t>
            </a:r>
            <a:r>
              <a:rPr lang="en-US" sz="1575" dirty="0"/>
              <a:t>, </a:t>
            </a:r>
            <a:r>
              <a:rPr lang="en-US" sz="1575" i="1" dirty="0"/>
              <a:t>P</a:t>
            </a:r>
            <a:r>
              <a:rPr lang="en-US" sz="1575" dirty="0"/>
              <a:t>), where </a:t>
            </a:r>
            <a:r>
              <a:rPr lang="en-US" sz="1575" i="1" dirty="0"/>
              <a:t>V</a:t>
            </a:r>
            <a:r>
              <a:rPr lang="en-US" sz="1575" dirty="0"/>
              <a:t> = {</a:t>
            </a:r>
            <a:r>
              <a:rPr lang="en-US" sz="1575" i="1" dirty="0"/>
              <a:t>a</a:t>
            </a:r>
            <a:r>
              <a:rPr lang="en-US" sz="1575" dirty="0"/>
              <a:t>, </a:t>
            </a:r>
            <a:r>
              <a:rPr lang="en-US" sz="1575" i="1" dirty="0"/>
              <a:t>b</a:t>
            </a:r>
            <a:r>
              <a:rPr lang="en-US" sz="1575" dirty="0"/>
              <a:t>, </a:t>
            </a:r>
            <a:r>
              <a:rPr lang="en-US" sz="1575" i="1" dirty="0"/>
              <a:t>A,</a:t>
            </a:r>
            <a:r>
              <a:rPr lang="en-US" sz="1575" dirty="0"/>
              <a:t> </a:t>
            </a:r>
            <a:r>
              <a:rPr lang="en-US" sz="1575" i="1" dirty="0"/>
              <a:t>S</a:t>
            </a:r>
            <a:r>
              <a:rPr lang="en-US" sz="1575" dirty="0"/>
              <a:t>}, </a:t>
            </a:r>
            <a:r>
              <a:rPr lang="en-US" sz="1575" i="1" dirty="0"/>
              <a:t>T</a:t>
            </a:r>
            <a:r>
              <a:rPr lang="en-US" sz="1575" dirty="0"/>
              <a:t> = {</a:t>
            </a:r>
            <a:r>
              <a:rPr lang="en-US" sz="1575" i="1" dirty="0"/>
              <a:t>a</a:t>
            </a:r>
            <a:r>
              <a:rPr lang="en-US" sz="1575" dirty="0"/>
              <a:t>, </a:t>
            </a:r>
            <a:r>
              <a:rPr lang="en-US" sz="1575" i="1" dirty="0"/>
              <a:t>b</a:t>
            </a:r>
            <a:r>
              <a:rPr lang="en-US" sz="1575" dirty="0"/>
              <a:t>}, </a:t>
            </a:r>
            <a:r>
              <a:rPr lang="en-US" sz="1575" i="1" dirty="0"/>
              <a:t>S</a:t>
            </a:r>
            <a:r>
              <a:rPr lang="en-US" sz="1575" dirty="0"/>
              <a:t> is a start symbol and </a:t>
            </a:r>
            <a:r>
              <a:rPr lang="en-US" sz="1575" i="1" dirty="0"/>
              <a:t>P</a:t>
            </a:r>
            <a:r>
              <a:rPr lang="en-US" sz="1575" dirty="0"/>
              <a:t> = {</a:t>
            </a:r>
            <a:r>
              <a:rPr lang="en-US" sz="1575" i="1" dirty="0"/>
              <a:t>S</a:t>
            </a:r>
            <a:r>
              <a:rPr lang="en-US" sz="1575" dirty="0"/>
              <a:t> </a:t>
            </a:r>
            <a:r>
              <a:rPr lang="en-US" sz="1575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en-US" sz="1575" i="1" dirty="0" err="1">
                <a:ea typeface="MS PMincho" pitchFamily="18" charset="-128"/>
              </a:rPr>
              <a:t>aA</a:t>
            </a:r>
            <a:r>
              <a:rPr lang="en-US" sz="1575" dirty="0">
                <a:ea typeface="MS PMincho" pitchFamily="18" charset="-128"/>
              </a:rPr>
              <a:t>, </a:t>
            </a:r>
            <a:r>
              <a:rPr lang="en-US" sz="1575" i="1" dirty="0">
                <a:ea typeface="MS PMincho" pitchFamily="18" charset="-128"/>
              </a:rPr>
              <a:t>S</a:t>
            </a:r>
            <a:r>
              <a:rPr lang="en-US" sz="1575" dirty="0"/>
              <a:t> </a:t>
            </a:r>
            <a:r>
              <a:rPr lang="en-US" sz="1575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en-US" sz="1575" i="1" dirty="0">
                <a:ea typeface="MS PMincho" pitchFamily="18" charset="-128"/>
              </a:rPr>
              <a:t>b</a:t>
            </a:r>
            <a:r>
              <a:rPr lang="en-US" sz="1575" dirty="0">
                <a:ea typeface="MS PMincho" pitchFamily="18" charset="-128"/>
              </a:rPr>
              <a:t>, </a:t>
            </a:r>
            <a:r>
              <a:rPr lang="en-US" sz="1575" i="1" dirty="0">
                <a:ea typeface="MS PMincho" pitchFamily="18" charset="-128"/>
              </a:rPr>
              <a:t>A</a:t>
            </a:r>
            <a:r>
              <a:rPr lang="en-US" sz="1575" dirty="0"/>
              <a:t> </a:t>
            </a:r>
            <a:r>
              <a:rPr lang="en-US" sz="1575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en-US" sz="1575" i="1" dirty="0" err="1">
                <a:ea typeface="MS PMincho" pitchFamily="18" charset="-128"/>
              </a:rPr>
              <a:t>aa</a:t>
            </a:r>
            <a:r>
              <a:rPr lang="en-US" sz="1575" dirty="0">
                <a:ea typeface="MS PMincho" pitchFamily="18" charset="-128"/>
              </a:rPr>
              <a:t>}. </a:t>
            </a:r>
          </a:p>
          <a:p>
            <a:pPr marL="157163" indent="-157163">
              <a:lnSpc>
                <a:spcPct val="90000"/>
              </a:lnSpc>
              <a:spcBef>
                <a:spcPct val="0"/>
              </a:spcBef>
              <a:defRPr/>
            </a:pPr>
            <a:endParaRPr lang="en-US" sz="1575" dirty="0">
              <a:ea typeface="MS PMincho" pitchFamily="18" charset="-128"/>
            </a:endParaRPr>
          </a:p>
          <a:p>
            <a:pPr marL="157163" indent="-157163">
              <a:lnSpc>
                <a:spcPct val="90000"/>
              </a:lnSpc>
              <a:spcBef>
                <a:spcPct val="0"/>
              </a:spcBef>
              <a:defRPr/>
            </a:pPr>
            <a:endParaRPr lang="en-US" sz="1575" dirty="0">
              <a:ea typeface="MS PMincho" pitchFamily="18" charset="-128"/>
            </a:endParaRPr>
          </a:p>
          <a:p>
            <a:pPr marL="157163" indent="-157163">
              <a:lnSpc>
                <a:spcPct val="90000"/>
              </a:lnSpc>
              <a:spcBef>
                <a:spcPct val="0"/>
              </a:spcBef>
              <a:defRPr/>
            </a:pPr>
            <a:r>
              <a:rPr lang="en-US" sz="1575" dirty="0">
                <a:ea typeface="MS PMincho" pitchFamily="18" charset="-128"/>
              </a:rPr>
              <a:t>The language of this grammar is given by </a:t>
            </a:r>
            <a:r>
              <a:rPr lang="en-US" sz="1575" i="1" dirty="0"/>
              <a:t>L</a:t>
            </a:r>
            <a:r>
              <a:rPr lang="en-US" sz="1575" dirty="0"/>
              <a:t> (G) = {</a:t>
            </a:r>
            <a:r>
              <a:rPr lang="en-US" sz="1575" i="1" dirty="0"/>
              <a:t>b</a:t>
            </a:r>
            <a:r>
              <a:rPr lang="en-US" sz="1575" dirty="0"/>
              <a:t>, </a:t>
            </a:r>
            <a:r>
              <a:rPr lang="en-US" sz="1575" i="1" dirty="0" err="1"/>
              <a:t>aaa</a:t>
            </a:r>
            <a:r>
              <a:rPr lang="en-US" sz="1575" dirty="0"/>
              <a:t>}; </a:t>
            </a:r>
          </a:p>
          <a:p>
            <a:pPr marL="157163" indent="-157163">
              <a:lnSpc>
                <a:spcPct val="90000"/>
              </a:lnSpc>
              <a:spcBef>
                <a:spcPct val="0"/>
              </a:spcBef>
              <a:defRPr/>
            </a:pPr>
            <a:endParaRPr lang="en-US" sz="1575" dirty="0"/>
          </a:p>
          <a:p>
            <a:pPr marL="157163" indent="-157163">
              <a:lnSpc>
                <a:spcPct val="90000"/>
              </a:lnSpc>
              <a:spcBef>
                <a:spcPct val="0"/>
              </a:spcBef>
              <a:defRPr/>
            </a:pPr>
            <a:endParaRPr lang="en-US" sz="1575" dirty="0"/>
          </a:p>
          <a:p>
            <a:pPr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sz="1575" dirty="0"/>
              <a:t>we can derive </a:t>
            </a:r>
            <a:r>
              <a:rPr lang="en-US" sz="1575" i="1" dirty="0" err="1"/>
              <a:t>aA</a:t>
            </a:r>
            <a:r>
              <a:rPr lang="en-US" sz="1575" dirty="0"/>
              <a:t> from using </a:t>
            </a:r>
            <a:r>
              <a:rPr lang="en-US" sz="1575" i="1" dirty="0"/>
              <a:t>S</a:t>
            </a:r>
            <a:r>
              <a:rPr lang="en-US" sz="1575" dirty="0"/>
              <a:t> </a:t>
            </a:r>
            <a:r>
              <a:rPr lang="en-US" sz="1575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en-US" sz="1575" i="1" dirty="0" err="1">
                <a:ea typeface="MS PMincho" pitchFamily="18" charset="-128"/>
              </a:rPr>
              <a:t>aA</a:t>
            </a:r>
            <a:r>
              <a:rPr lang="en-US" sz="1575" i="1" dirty="0">
                <a:ea typeface="MS PMincho" pitchFamily="18" charset="-128"/>
              </a:rPr>
              <a:t>, </a:t>
            </a:r>
            <a:r>
              <a:rPr lang="en-US" sz="1575" dirty="0">
                <a:ea typeface="MS PMincho" pitchFamily="18" charset="-128"/>
              </a:rPr>
              <a:t>and then derive </a:t>
            </a:r>
            <a:r>
              <a:rPr lang="en-US" sz="1575" i="1" dirty="0" err="1"/>
              <a:t>aaa</a:t>
            </a:r>
            <a:r>
              <a:rPr lang="en-US" sz="1575" i="1" dirty="0"/>
              <a:t> </a:t>
            </a:r>
            <a:r>
              <a:rPr lang="en-US" sz="1575" dirty="0"/>
              <a:t>using </a:t>
            </a:r>
            <a:r>
              <a:rPr lang="en-US" sz="1575" i="1" dirty="0">
                <a:ea typeface="MS PMincho" pitchFamily="18" charset="-128"/>
              </a:rPr>
              <a:t>A</a:t>
            </a:r>
            <a:r>
              <a:rPr lang="en-US" sz="1575" dirty="0"/>
              <a:t> </a:t>
            </a:r>
            <a:r>
              <a:rPr lang="en-US" sz="1575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en-US" sz="1575" i="1" dirty="0" err="1">
                <a:ea typeface="MS PMincho" pitchFamily="18" charset="-128"/>
              </a:rPr>
              <a:t>aa</a:t>
            </a:r>
            <a:r>
              <a:rPr lang="en-US" sz="1575" i="1" dirty="0">
                <a:ea typeface="MS PMincho" pitchFamily="18" charset="-128"/>
              </a:rPr>
              <a:t>. </a:t>
            </a:r>
          </a:p>
          <a:p>
            <a:pPr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endParaRPr lang="en-US" sz="1575" i="1" dirty="0">
              <a:ea typeface="MS PMincho" pitchFamily="18" charset="-128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 typeface="+mj-lt"/>
              <a:buAutoNum type="arabicPeriod"/>
              <a:defRPr/>
            </a:pPr>
            <a:r>
              <a:rPr lang="en-US" sz="1575" dirty="0">
                <a:ea typeface="MS PMincho" pitchFamily="18" charset="-128"/>
              </a:rPr>
              <a:t>We can also derive </a:t>
            </a:r>
            <a:r>
              <a:rPr lang="en-US" sz="1575" i="1" dirty="0">
                <a:ea typeface="MS PMincho" pitchFamily="18" charset="-128"/>
              </a:rPr>
              <a:t>b</a:t>
            </a:r>
            <a:r>
              <a:rPr lang="en-US" sz="1575" dirty="0">
                <a:ea typeface="MS PMincho" pitchFamily="18" charset="-128"/>
              </a:rPr>
              <a:t> using </a:t>
            </a:r>
            <a:r>
              <a:rPr lang="en-US" sz="1575" i="1" dirty="0">
                <a:ea typeface="MS PMincho" pitchFamily="18" charset="-128"/>
              </a:rPr>
              <a:t>S</a:t>
            </a:r>
            <a:r>
              <a:rPr lang="en-US" sz="1575" dirty="0"/>
              <a:t> </a:t>
            </a:r>
            <a:r>
              <a:rPr lang="en-US" sz="1575" dirty="0">
                <a:latin typeface="Arial Unicode MS" pitchFamily="34" charset="-128"/>
                <a:ea typeface="Arial Unicode MS" pitchFamily="34" charset="-128"/>
                <a:cs typeface="Arial Unicode MS" pitchFamily="34" charset="-128"/>
              </a:rPr>
              <a:t>→ </a:t>
            </a:r>
            <a:r>
              <a:rPr lang="en-US" sz="1575" i="1" dirty="0">
                <a:ea typeface="MS PMincho" pitchFamily="18" charset="-128"/>
              </a:rPr>
              <a:t>b.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84A37E5D-A951-40C8-214F-62A0CC93F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C6FF5D2-32E0-AB5C-B4D8-382EB4BB4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21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5E8AD92-8CBF-3F84-D376-C1370558FB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Defining the PSG Types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B6370611-DFB7-A812-277F-15D14D37B5E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sz="1800" dirty="0"/>
              <a:t>Type 0: Phase-structure grammars – no restrictions on the production rules</a:t>
            </a:r>
          </a:p>
          <a:p>
            <a:pPr>
              <a:lnSpc>
                <a:spcPct val="90000"/>
              </a:lnSpc>
            </a:pPr>
            <a:r>
              <a:rPr lang="en-US" altLang="it-IT" sz="1800" dirty="0"/>
              <a:t>Type 1: Context-Sensitive PSG:</a:t>
            </a:r>
          </a:p>
          <a:p>
            <a:pPr lvl="1">
              <a:lnSpc>
                <a:spcPct val="90000"/>
              </a:lnSpc>
            </a:pPr>
            <a:r>
              <a:rPr lang="en-US" altLang="it-IT" sz="1400" dirty="0"/>
              <a:t>All after fragments are either longer than the corresponding before fragments, or empty:</a:t>
            </a:r>
            <a:br>
              <a:rPr lang="en-US" altLang="it-IT" sz="1400" dirty="0"/>
            </a:br>
            <a:r>
              <a:rPr lang="en-US" altLang="it-IT" sz="1400" dirty="0"/>
              <a:t>		 </a:t>
            </a:r>
            <a:r>
              <a:rPr lang="en-US" altLang="it-IT" sz="1400" dirty="0">
                <a:solidFill>
                  <a:srgbClr val="FF0000"/>
                </a:solidFill>
              </a:rPr>
              <a:t>if b </a:t>
            </a:r>
            <a:r>
              <a:rPr lang="en-US" altLang="it-IT" sz="1400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→</a:t>
            </a:r>
            <a:r>
              <a:rPr lang="en-US" altLang="it-IT" sz="1400" dirty="0">
                <a:solidFill>
                  <a:srgbClr val="FF0000"/>
                </a:solidFill>
              </a:rPr>
              <a:t> a, then</a:t>
            </a:r>
            <a:r>
              <a:rPr lang="en-US" altLang="it-IT" sz="1400" dirty="0"/>
              <a:t> </a:t>
            </a:r>
            <a:r>
              <a:rPr lang="en-US" altLang="it-IT" sz="1400" dirty="0">
                <a:solidFill>
                  <a:srgbClr val="FF0000"/>
                </a:solidFill>
              </a:rPr>
              <a:t>|</a:t>
            </a:r>
            <a:r>
              <a:rPr lang="en-US" altLang="it-IT" sz="1400" i="1" dirty="0">
                <a:solidFill>
                  <a:srgbClr val="FF0000"/>
                </a:solidFill>
              </a:rPr>
              <a:t>b</a:t>
            </a:r>
            <a:r>
              <a:rPr lang="en-US" altLang="it-IT" sz="1400" dirty="0">
                <a:solidFill>
                  <a:srgbClr val="FF0000"/>
                </a:solidFill>
              </a:rPr>
              <a:t>| &lt; |</a:t>
            </a:r>
            <a:r>
              <a:rPr lang="en-US" altLang="it-IT" sz="1400" i="1" dirty="0">
                <a:solidFill>
                  <a:srgbClr val="FF0000"/>
                </a:solidFill>
              </a:rPr>
              <a:t>a</a:t>
            </a:r>
            <a:r>
              <a:rPr lang="en-US" altLang="it-IT" sz="1400" dirty="0">
                <a:solidFill>
                  <a:srgbClr val="FF0000"/>
                </a:solidFill>
              </a:rPr>
              <a:t>|    </a:t>
            </a:r>
            <a:r>
              <a:rPr lang="en-US" altLang="it-IT" sz="1400" dirty="0">
                <a:solidFill>
                  <a:srgbClr val="FF0000"/>
                </a:solidFill>
                <a:sym typeface="Symbol" pitchFamily="2" charset="2"/>
              </a:rPr>
              <a:t>     </a:t>
            </a:r>
            <a:r>
              <a:rPr lang="en-US" altLang="it-IT" sz="1400" i="1" dirty="0">
                <a:solidFill>
                  <a:srgbClr val="FF0000"/>
                </a:solidFill>
                <a:sym typeface="Symbol" pitchFamily="2" charset="2"/>
              </a:rPr>
              <a:t>a</a:t>
            </a:r>
            <a:r>
              <a:rPr lang="en-US" altLang="it-IT" sz="1400" dirty="0">
                <a:solidFill>
                  <a:srgbClr val="FF0000"/>
                </a:solidFill>
                <a:sym typeface="Symbol" pitchFamily="2" charset="2"/>
              </a:rPr>
              <a:t> = </a:t>
            </a:r>
            <a:r>
              <a:rPr lang="el-GR" altLang="it-IT" sz="1400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λ</a:t>
            </a:r>
            <a:r>
              <a:rPr lang="en-US" altLang="it-IT" sz="1400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 </a:t>
            </a:r>
            <a:r>
              <a:rPr lang="en-US" altLang="it-IT" sz="1400" dirty="0">
                <a:cs typeface="Times New Roman" panose="02020603050405020304" pitchFamily="18" charset="0"/>
                <a:sym typeface="Symbol" pitchFamily="2" charset="2"/>
              </a:rPr>
              <a:t>.</a:t>
            </a:r>
            <a:endParaRPr lang="el-GR" altLang="it-IT" sz="1400" dirty="0">
              <a:cs typeface="Times New Roman" panose="02020603050405020304" pitchFamily="18" charset="0"/>
              <a:sym typeface="Symbol" pitchFamily="2" charset="2"/>
            </a:endParaRPr>
          </a:p>
          <a:p>
            <a:pPr>
              <a:lnSpc>
                <a:spcPct val="90000"/>
              </a:lnSpc>
            </a:pPr>
            <a:r>
              <a:rPr lang="en-US" altLang="it-IT" sz="1800" dirty="0"/>
              <a:t>Type 2: Context-Free PSG:</a:t>
            </a:r>
          </a:p>
          <a:p>
            <a:pPr lvl="1">
              <a:lnSpc>
                <a:spcPct val="90000"/>
              </a:lnSpc>
            </a:pPr>
            <a:r>
              <a:rPr lang="en-US" altLang="it-IT" sz="1400" dirty="0"/>
              <a:t>All before fragments have length 1 and are </a:t>
            </a:r>
            <a:r>
              <a:rPr lang="en-US" altLang="it-IT" sz="1400" dirty="0" err="1"/>
              <a:t>nonterminals</a:t>
            </a:r>
            <a:r>
              <a:rPr lang="en-US" altLang="it-IT" sz="1400" dirty="0"/>
              <a:t>: </a:t>
            </a:r>
            <a:br>
              <a:rPr lang="en-US" altLang="it-IT" sz="1400" dirty="0"/>
            </a:br>
            <a:r>
              <a:rPr lang="en-US" altLang="it-IT" sz="1400" dirty="0"/>
              <a:t>		 </a:t>
            </a:r>
            <a:r>
              <a:rPr lang="en-US" altLang="it-IT" sz="1400" dirty="0">
                <a:solidFill>
                  <a:srgbClr val="FF0000"/>
                </a:solidFill>
              </a:rPr>
              <a:t>if b </a:t>
            </a:r>
            <a:r>
              <a:rPr lang="en-US" altLang="it-IT" sz="1400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→</a:t>
            </a:r>
            <a:r>
              <a:rPr lang="en-US" altLang="it-IT" sz="1400" dirty="0">
                <a:solidFill>
                  <a:srgbClr val="FF0000"/>
                </a:solidFill>
              </a:rPr>
              <a:t> a, then</a:t>
            </a:r>
            <a:r>
              <a:rPr lang="en-US" altLang="it-IT" sz="1400" dirty="0"/>
              <a:t> </a:t>
            </a:r>
            <a:r>
              <a:rPr lang="en-US" altLang="it-IT" sz="1400" dirty="0">
                <a:solidFill>
                  <a:srgbClr val="FF0000"/>
                </a:solidFill>
              </a:rPr>
              <a:t>|</a:t>
            </a:r>
            <a:r>
              <a:rPr lang="en-US" altLang="it-IT" sz="1400" i="1" dirty="0">
                <a:solidFill>
                  <a:srgbClr val="FF0000"/>
                </a:solidFill>
              </a:rPr>
              <a:t>b</a:t>
            </a:r>
            <a:r>
              <a:rPr lang="en-US" altLang="it-IT" sz="1400" dirty="0">
                <a:solidFill>
                  <a:srgbClr val="FF0000"/>
                </a:solidFill>
              </a:rPr>
              <a:t>| = 1</a:t>
            </a:r>
            <a:r>
              <a:rPr lang="en-US" altLang="it-IT" sz="1400" dirty="0"/>
              <a:t> (</a:t>
            </a:r>
            <a:r>
              <a:rPr lang="en-US" altLang="it-IT" sz="1400" i="1" dirty="0">
                <a:solidFill>
                  <a:srgbClr val="FF0000"/>
                </a:solidFill>
              </a:rPr>
              <a:t>b</a:t>
            </a:r>
            <a:r>
              <a:rPr lang="en-US" altLang="it-IT" sz="1400" dirty="0">
                <a:solidFill>
                  <a:srgbClr val="FF0000"/>
                </a:solidFill>
              </a:rPr>
              <a:t> </a:t>
            </a:r>
            <a:r>
              <a:rPr lang="en-US" altLang="it-IT" sz="1400" dirty="0">
                <a:solidFill>
                  <a:srgbClr val="FF0000"/>
                </a:solidFill>
                <a:sym typeface="Symbol" pitchFamily="2" charset="2"/>
              </a:rPr>
              <a:t> </a:t>
            </a:r>
            <a:r>
              <a:rPr lang="en-US" altLang="it-IT" sz="1400" i="1" dirty="0">
                <a:solidFill>
                  <a:srgbClr val="FF0000"/>
                </a:solidFill>
                <a:sym typeface="Symbol" pitchFamily="2" charset="2"/>
              </a:rPr>
              <a:t>N</a:t>
            </a:r>
            <a:r>
              <a:rPr lang="en-US" altLang="it-IT" sz="1400" dirty="0">
                <a:sym typeface="Symbol" pitchFamily="2" charset="2"/>
              </a:rPr>
              <a:t>).</a:t>
            </a:r>
          </a:p>
          <a:p>
            <a:pPr>
              <a:lnSpc>
                <a:spcPct val="90000"/>
              </a:lnSpc>
            </a:pPr>
            <a:r>
              <a:rPr lang="en-US" altLang="it-IT" sz="1800" dirty="0"/>
              <a:t>Type 3: Regular PSGs:</a:t>
            </a:r>
          </a:p>
          <a:p>
            <a:pPr lvl="1">
              <a:lnSpc>
                <a:spcPct val="90000"/>
              </a:lnSpc>
            </a:pPr>
            <a:r>
              <a:rPr lang="en-US" altLang="it-IT" sz="1400" dirty="0"/>
              <a:t>All before fragments have length 1 and </a:t>
            </a:r>
            <a:r>
              <a:rPr lang="en-US" altLang="it-IT" sz="1400" dirty="0" err="1"/>
              <a:t>nonterminals</a:t>
            </a:r>
            <a:endParaRPr lang="en-US" altLang="it-IT" sz="1400" dirty="0"/>
          </a:p>
          <a:p>
            <a:pPr lvl="1">
              <a:lnSpc>
                <a:spcPct val="90000"/>
              </a:lnSpc>
            </a:pPr>
            <a:r>
              <a:rPr lang="en-US" altLang="it-IT" sz="1400" dirty="0"/>
              <a:t> All after fragments are either single terminals, or a pair of a terminal followed by a nonterminal.</a:t>
            </a:r>
            <a:br>
              <a:rPr lang="en-US" altLang="it-IT" sz="1400" dirty="0"/>
            </a:br>
            <a:r>
              <a:rPr lang="en-US" altLang="it-IT" sz="1400" dirty="0"/>
              <a:t>		 </a:t>
            </a:r>
            <a:r>
              <a:rPr lang="en-US" altLang="it-IT" sz="1400" dirty="0">
                <a:solidFill>
                  <a:srgbClr val="FF0000"/>
                </a:solidFill>
              </a:rPr>
              <a:t>if b </a:t>
            </a:r>
            <a:r>
              <a:rPr lang="en-US" altLang="it-IT" sz="1400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→</a:t>
            </a:r>
            <a:r>
              <a:rPr lang="en-US" altLang="it-IT" sz="1400" dirty="0">
                <a:solidFill>
                  <a:srgbClr val="FF0000"/>
                </a:solidFill>
              </a:rPr>
              <a:t> a, then</a:t>
            </a:r>
            <a:r>
              <a:rPr lang="en-US" altLang="it-IT" sz="1400" dirty="0"/>
              <a:t> </a:t>
            </a:r>
            <a:r>
              <a:rPr lang="en-US" altLang="it-IT" sz="1400" i="1" dirty="0">
                <a:solidFill>
                  <a:srgbClr val="FF0000"/>
                </a:solidFill>
              </a:rPr>
              <a:t>a</a:t>
            </a:r>
            <a:r>
              <a:rPr lang="en-US" altLang="it-IT" sz="1400" dirty="0">
                <a:solidFill>
                  <a:srgbClr val="FF0000"/>
                </a:solidFill>
              </a:rPr>
              <a:t> </a:t>
            </a:r>
            <a:r>
              <a:rPr lang="en-US" altLang="it-IT" sz="1400" dirty="0">
                <a:solidFill>
                  <a:srgbClr val="FF0000"/>
                </a:solidFill>
                <a:sym typeface="Symbol" pitchFamily="2" charset="2"/>
              </a:rPr>
              <a:t> </a:t>
            </a:r>
            <a:r>
              <a:rPr lang="en-US" altLang="it-IT" sz="1400" i="1" dirty="0">
                <a:solidFill>
                  <a:srgbClr val="FF0000"/>
                </a:solidFill>
                <a:sym typeface="Symbol" pitchFamily="2" charset="2"/>
              </a:rPr>
              <a:t>T</a:t>
            </a:r>
            <a:r>
              <a:rPr lang="en-US" altLang="it-IT" sz="1400" dirty="0">
                <a:solidFill>
                  <a:srgbClr val="FF0000"/>
                </a:solidFill>
                <a:sym typeface="Symbol" pitchFamily="2" charset="2"/>
              </a:rPr>
              <a:t>            </a:t>
            </a:r>
            <a:r>
              <a:rPr lang="en-US" altLang="it-IT" sz="1400" i="1" dirty="0">
                <a:solidFill>
                  <a:srgbClr val="FF0000"/>
                </a:solidFill>
                <a:sym typeface="Symbol" pitchFamily="2" charset="2"/>
              </a:rPr>
              <a:t>a</a:t>
            </a:r>
            <a:r>
              <a:rPr lang="en-US" altLang="it-IT" sz="1400" dirty="0">
                <a:solidFill>
                  <a:srgbClr val="FF0000"/>
                </a:solidFill>
                <a:sym typeface="Symbol" pitchFamily="2" charset="2"/>
              </a:rPr>
              <a:t>  </a:t>
            </a:r>
            <a:r>
              <a:rPr lang="en-US" altLang="it-IT" sz="1400" i="1" dirty="0">
                <a:solidFill>
                  <a:srgbClr val="FF0000"/>
                </a:solidFill>
                <a:sym typeface="Symbol" pitchFamily="2" charset="2"/>
              </a:rPr>
              <a:t>TN</a:t>
            </a:r>
            <a:r>
              <a:rPr lang="en-US" altLang="it-IT" sz="1400" dirty="0">
                <a:sym typeface="Symbol" pitchFamily="2" charset="2"/>
              </a:rPr>
              <a:t>.</a:t>
            </a:r>
          </a:p>
          <a:p>
            <a:pPr lvl="1">
              <a:lnSpc>
                <a:spcPct val="90000"/>
              </a:lnSpc>
            </a:pPr>
            <a:endParaRPr lang="en-US" altLang="it-IT" sz="1400" dirty="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2DCC015E-E846-0D70-602E-0BD6080FC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105B05E2-EBB0-E414-F34A-B3A848374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22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694B0DE1-CE8C-5BEF-C29F-E46781864F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sz="2400" dirty="0"/>
              <a:t>Types of Grammars - </a:t>
            </a:r>
            <a:r>
              <a:rPr lang="en-GB" altLang="it-IT" sz="2400" dirty="0"/>
              <a:t>Chomsky hierarchy of languages</a:t>
            </a:r>
            <a:endParaRPr lang="en-US" altLang="it-IT" sz="2400" dirty="0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0D257E9A-95A9-42D4-D006-063357F83F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Venn Diagram of Grammar Types:</a:t>
            </a:r>
          </a:p>
        </p:txBody>
      </p:sp>
      <p:sp>
        <p:nvSpPr>
          <p:cNvPr id="40964" name="Rectangle 4">
            <a:extLst>
              <a:ext uri="{FF2B5EF4-FFF2-40B4-BE49-F238E27FC236}">
                <a16:creationId xmlns:a16="http://schemas.microsoft.com/office/drawing/2014/main" id="{0DC3B120-B06E-B9D5-7CF7-78583A09C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1750" y="2000250"/>
            <a:ext cx="4286250" cy="2514600"/>
          </a:xfrm>
          <a:prstGeom prst="rect">
            <a:avLst/>
          </a:prstGeom>
          <a:solidFill>
            <a:srgbClr val="CCFFCC"/>
          </a:solidFill>
          <a:ln w="38100" algn="ctr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it-IT" sz="1800"/>
              <a:t>Type 0 – Phrase-structure Grammars</a:t>
            </a:r>
          </a:p>
        </p:txBody>
      </p:sp>
      <p:sp>
        <p:nvSpPr>
          <p:cNvPr id="40965" name="Oval 6">
            <a:extLst>
              <a:ext uri="{FF2B5EF4-FFF2-40B4-BE49-F238E27FC236}">
                <a16:creationId xmlns:a16="http://schemas.microsoft.com/office/drawing/2014/main" id="{1CB37246-4265-7BD2-1EBD-8B1CF6530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0" y="2343150"/>
            <a:ext cx="3714750" cy="2114550"/>
          </a:xfrm>
          <a:prstGeom prst="ellipse">
            <a:avLst/>
          </a:prstGeom>
          <a:solidFill>
            <a:srgbClr val="FFFFCC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it-IT" altLang="it-IT" sz="1800"/>
          </a:p>
        </p:txBody>
      </p:sp>
      <p:sp>
        <p:nvSpPr>
          <p:cNvPr id="40966" name="Text Box 8">
            <a:extLst>
              <a:ext uri="{FF2B5EF4-FFF2-40B4-BE49-F238E27FC236}">
                <a16:creationId xmlns:a16="http://schemas.microsoft.com/office/drawing/2014/main" id="{7721B15D-426C-EA9E-A554-B30F35B417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0814" y="2343150"/>
            <a:ext cx="156004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it-IT" sz="1500"/>
              <a:t>Type 1 – </a:t>
            </a:r>
            <a:br>
              <a:rPr lang="en-US" altLang="it-IT" sz="1500"/>
            </a:br>
            <a:r>
              <a:rPr lang="en-US" altLang="it-IT" sz="1500"/>
              <a:t>Context-Sensitive</a:t>
            </a:r>
          </a:p>
        </p:txBody>
      </p:sp>
      <p:sp>
        <p:nvSpPr>
          <p:cNvPr id="40967" name="Oval 9">
            <a:extLst>
              <a:ext uri="{FF2B5EF4-FFF2-40B4-BE49-F238E27FC236}">
                <a16:creationId xmlns:a16="http://schemas.microsoft.com/office/drawing/2014/main" id="{1E2B8A33-AB9C-218A-2A2E-36CCA0C5F3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4700" y="2857500"/>
            <a:ext cx="2800350" cy="1543050"/>
          </a:xfrm>
          <a:prstGeom prst="ellipse">
            <a:avLst/>
          </a:prstGeom>
          <a:solidFill>
            <a:srgbClr val="FFCCCC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it-IT" altLang="it-IT" sz="1800">
              <a:solidFill>
                <a:srgbClr val="FFCCCC"/>
              </a:solidFill>
            </a:endParaRPr>
          </a:p>
        </p:txBody>
      </p:sp>
      <p:sp>
        <p:nvSpPr>
          <p:cNvPr id="40968" name="Text Box 10">
            <a:extLst>
              <a:ext uri="{FF2B5EF4-FFF2-40B4-BE49-F238E27FC236}">
                <a16:creationId xmlns:a16="http://schemas.microsoft.com/office/drawing/2014/main" id="{2D6E8980-3334-2064-1363-257854B19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4255" y="2857501"/>
            <a:ext cx="109837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it-IT" sz="1350"/>
              <a:t>Type 2 –</a:t>
            </a:r>
            <a:br>
              <a:rPr lang="en-US" altLang="it-IT" sz="1350"/>
            </a:br>
            <a:r>
              <a:rPr lang="en-US" altLang="it-IT" sz="1350"/>
              <a:t>Context-Free</a:t>
            </a:r>
          </a:p>
        </p:txBody>
      </p:sp>
      <p:sp>
        <p:nvSpPr>
          <p:cNvPr id="40969" name="Oval 11">
            <a:extLst>
              <a:ext uri="{FF2B5EF4-FFF2-40B4-BE49-F238E27FC236}">
                <a16:creationId xmlns:a16="http://schemas.microsoft.com/office/drawing/2014/main" id="{C3A02A58-F56D-AD91-F33A-6150556AD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7650" y="3371850"/>
            <a:ext cx="1314450" cy="971550"/>
          </a:xfrm>
          <a:prstGeom prst="ellipse">
            <a:avLst/>
          </a:prstGeom>
          <a:solidFill>
            <a:srgbClr val="CCECFF"/>
          </a:solidFill>
          <a:ln w="381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endParaRPr lang="it-IT" altLang="it-IT" sz="1800">
              <a:solidFill>
                <a:srgbClr val="CCECFF"/>
              </a:solidFill>
            </a:endParaRPr>
          </a:p>
        </p:txBody>
      </p:sp>
      <p:sp>
        <p:nvSpPr>
          <p:cNvPr id="40970" name="Text Box 12">
            <a:extLst>
              <a:ext uri="{FF2B5EF4-FFF2-40B4-BE49-F238E27FC236}">
                <a16:creationId xmlns:a16="http://schemas.microsoft.com/office/drawing/2014/main" id="{C3228CF0-42B3-895D-A86C-B30FAC5832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8216" y="3371850"/>
            <a:ext cx="72212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/>
            <a:r>
              <a:rPr lang="en-US" altLang="it-IT" sz="1200"/>
              <a:t>Type 3 –</a:t>
            </a:r>
            <a:br>
              <a:rPr lang="en-US" altLang="it-IT" sz="1200"/>
            </a:br>
            <a:r>
              <a:rPr lang="en-US" altLang="it-IT" sz="1200"/>
              <a:t>Regular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0F498391-B240-994D-AF17-2054012E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0978319-3256-A53B-3A41-7846C91F6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23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3DC1D398-655D-4F86-E21F-603E1D0D02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it-IT" sz="2700"/>
              <a:t>Classifying grammars</a:t>
            </a:r>
          </a:p>
        </p:txBody>
      </p:sp>
      <p:sp>
        <p:nvSpPr>
          <p:cNvPr id="952323" name="Rectangle 3">
            <a:extLst>
              <a:ext uri="{FF2B5EF4-FFF2-40B4-BE49-F238E27FC236}">
                <a16:creationId xmlns:a16="http://schemas.microsoft.com/office/drawing/2014/main" id="{903461D1-28CE-C1A9-1502-C40F0CCB33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GB" altLang="it-IT" sz="2100"/>
              <a:t>Given a grammar, we need to be able to find the smallest class in which it belongs.  This can be determined by answering three questions: </a:t>
            </a:r>
          </a:p>
          <a:p>
            <a:pPr>
              <a:lnSpc>
                <a:spcPct val="90000"/>
              </a:lnSpc>
            </a:pPr>
            <a:r>
              <a:rPr lang="en-GB" altLang="it-IT" sz="2100"/>
              <a:t>Are the left hand sides of all of the productions single non-terminals? </a:t>
            </a:r>
          </a:p>
          <a:p>
            <a:pPr>
              <a:lnSpc>
                <a:spcPct val="90000"/>
              </a:lnSpc>
            </a:pPr>
            <a:r>
              <a:rPr lang="en-GB" altLang="it-IT" sz="2100"/>
              <a:t> If yes, does each of the productions create at most one non-terminal and is it on the right?</a:t>
            </a:r>
          </a:p>
          <a:p>
            <a:pPr>
              <a:lnSpc>
                <a:spcPct val="90000"/>
              </a:lnSpc>
            </a:pPr>
            <a:r>
              <a:rPr lang="en-GB" altLang="it-IT" sz="2100"/>
              <a:t>	 	</a:t>
            </a:r>
            <a:r>
              <a:rPr lang="en-GB" altLang="it-IT" sz="2100" b="1"/>
              <a:t>Yes – regular	  No – context-free</a:t>
            </a:r>
            <a:endParaRPr lang="en-GB" altLang="it-IT" sz="2100"/>
          </a:p>
          <a:p>
            <a:pPr>
              <a:lnSpc>
                <a:spcPct val="90000"/>
              </a:lnSpc>
            </a:pPr>
            <a:r>
              <a:rPr lang="en-GB" altLang="it-IT" sz="2100"/>
              <a:t> If not, can any of the rules reduce the length of  a string of terminals and non-terminals?</a:t>
            </a:r>
          </a:p>
          <a:p>
            <a:pPr>
              <a:lnSpc>
                <a:spcPct val="90000"/>
              </a:lnSpc>
            </a:pPr>
            <a:r>
              <a:rPr lang="en-GB" altLang="it-IT" sz="2100" b="1"/>
              <a:t>Yes – unrestricted 	  No – context-sensitive</a:t>
            </a:r>
            <a:r>
              <a:rPr lang="en-GB" altLang="it-IT" sz="2100"/>
              <a:t>  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F201E695-5CB0-D372-7BF6-A2D8A2636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263F514-B767-5743-EBBF-6AA97414F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24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5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523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52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523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5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523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5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523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3A3F43-0836-00DC-B294-BE754BCED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616BD32B-4318-D565-BB52-DA95A65F22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80000"/>
              </a:lnSpc>
            </a:pPr>
            <a:r>
              <a:rPr lang="en-GB" altLang="it-IT" sz="1600" dirty="0">
                <a:cs typeface="Times New Roman" panose="02020603050405020304" pitchFamily="18" charset="0"/>
              </a:rPr>
              <a:t>A  </a:t>
            </a:r>
            <a:r>
              <a:rPr lang="en-GB" altLang="it-IT" sz="1600" b="1" i="1" dirty="0">
                <a:solidFill>
                  <a:schemeClr val="tx2"/>
                </a:solidFill>
                <a:cs typeface="Times New Roman" panose="02020603050405020304" pitchFamily="18" charset="0"/>
              </a:rPr>
              <a:t>regular grammar</a:t>
            </a:r>
            <a:r>
              <a:rPr lang="en-GB" altLang="it-IT" sz="1600" dirty="0">
                <a:cs typeface="Times New Roman" panose="02020603050405020304" pitchFamily="18" charset="0"/>
              </a:rPr>
              <a:t> is one where each production takes one of the following forms: (where the capital letters are non-terminals and </a:t>
            </a:r>
            <a:r>
              <a:rPr lang="en-GB" altLang="it-IT" sz="1600" i="1" dirty="0">
                <a:cs typeface="Times New Roman" panose="02020603050405020304" pitchFamily="18" charset="0"/>
              </a:rPr>
              <a:t>w</a:t>
            </a:r>
            <a:r>
              <a:rPr lang="en-GB" altLang="it-IT" sz="1600" dirty="0">
                <a:cs typeface="Times New Roman" panose="02020603050405020304" pitchFamily="18" charset="0"/>
              </a:rPr>
              <a:t> is a non-empty string of terminals):</a:t>
            </a:r>
          </a:p>
          <a:p>
            <a:pPr marL="0" indent="0" algn="ctr">
              <a:lnSpc>
                <a:spcPct val="80000"/>
              </a:lnSpc>
            </a:pPr>
            <a:r>
              <a:rPr lang="en-GB" altLang="it-IT" sz="2000" dirty="0">
                <a:cs typeface="Times New Roman" panose="02020603050405020304" pitchFamily="18" charset="0"/>
              </a:rPr>
              <a:t>S </a:t>
            </a:r>
            <a:r>
              <a:rPr lang="en-GB" altLang="it-IT" sz="20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altLang="it-IT" sz="2000" dirty="0">
                <a:cs typeface="Times New Roman" panose="02020603050405020304" pitchFamily="18" charset="0"/>
              </a:rPr>
              <a:t> </a:t>
            </a:r>
            <a:r>
              <a:rPr lang="en-GB" altLang="it-IT" sz="2000" dirty="0">
                <a:cs typeface="Times New Roman" panose="02020603050405020304" pitchFamily="18" charset="0"/>
                <a:sym typeface="Symbol" pitchFamily="2" charset="2"/>
              </a:rPr>
              <a:t></a:t>
            </a:r>
            <a:r>
              <a:rPr lang="en-GB" altLang="it-IT" sz="2000" dirty="0">
                <a:cs typeface="Times New Roman" panose="02020603050405020304" pitchFamily="18" charset="0"/>
              </a:rPr>
              <a:t>,</a:t>
            </a:r>
          </a:p>
          <a:p>
            <a:pPr marL="0" indent="0" algn="ctr">
              <a:lnSpc>
                <a:spcPct val="80000"/>
              </a:lnSpc>
            </a:pPr>
            <a:r>
              <a:rPr lang="en-GB" altLang="it-IT" sz="2000" dirty="0">
                <a:cs typeface="Times New Roman" panose="02020603050405020304" pitchFamily="18" charset="0"/>
              </a:rPr>
              <a:t>S </a:t>
            </a:r>
            <a:r>
              <a:rPr lang="en-GB" altLang="it-IT" sz="20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altLang="it-IT" sz="2000" dirty="0">
                <a:cs typeface="Times New Roman" panose="02020603050405020304" pitchFamily="18" charset="0"/>
              </a:rPr>
              <a:t> </a:t>
            </a:r>
            <a:r>
              <a:rPr lang="en-GB" altLang="it-IT" sz="2000" i="1" dirty="0">
                <a:cs typeface="Times New Roman" panose="02020603050405020304" pitchFamily="18" charset="0"/>
              </a:rPr>
              <a:t>w</a:t>
            </a:r>
            <a:r>
              <a:rPr lang="en-GB" altLang="it-IT" sz="2000" dirty="0">
                <a:cs typeface="Times New Roman" panose="02020603050405020304" pitchFamily="18" charset="0"/>
              </a:rPr>
              <a:t>,</a:t>
            </a:r>
          </a:p>
          <a:p>
            <a:pPr marL="0" indent="0" algn="ctr">
              <a:lnSpc>
                <a:spcPct val="80000"/>
              </a:lnSpc>
            </a:pPr>
            <a:r>
              <a:rPr lang="en-GB" altLang="it-IT" sz="2000" dirty="0">
                <a:cs typeface="Times New Roman" panose="02020603050405020304" pitchFamily="18" charset="0"/>
              </a:rPr>
              <a:t>S </a:t>
            </a:r>
            <a:r>
              <a:rPr lang="en-GB" altLang="it-IT" sz="20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altLang="it-IT" sz="2000" dirty="0">
                <a:cs typeface="Times New Roman" panose="02020603050405020304" pitchFamily="18" charset="0"/>
              </a:rPr>
              <a:t> </a:t>
            </a:r>
            <a:r>
              <a:rPr lang="en-GB" altLang="it-IT" sz="2000" i="1" dirty="0">
                <a:cs typeface="Times New Roman" panose="02020603050405020304" pitchFamily="18" charset="0"/>
              </a:rPr>
              <a:t>T</a:t>
            </a:r>
            <a:r>
              <a:rPr lang="en-GB" altLang="it-IT" sz="2000" dirty="0">
                <a:cs typeface="Times New Roman" panose="02020603050405020304" pitchFamily="18" charset="0"/>
              </a:rPr>
              <a:t>, </a:t>
            </a:r>
          </a:p>
          <a:p>
            <a:pPr marL="0" indent="0" algn="ctr">
              <a:lnSpc>
                <a:spcPct val="80000"/>
              </a:lnSpc>
            </a:pPr>
            <a:r>
              <a:rPr lang="en-GB" altLang="it-IT" sz="2000" dirty="0">
                <a:cs typeface="Times New Roman" panose="02020603050405020304" pitchFamily="18" charset="0"/>
              </a:rPr>
              <a:t>S </a:t>
            </a:r>
            <a:r>
              <a:rPr lang="en-GB" altLang="it-IT" sz="2000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altLang="it-IT" sz="2000" dirty="0">
                <a:cs typeface="Times New Roman" panose="02020603050405020304" pitchFamily="18" charset="0"/>
              </a:rPr>
              <a:t> </a:t>
            </a:r>
            <a:r>
              <a:rPr lang="en-GB" altLang="it-IT" sz="2000" i="1" dirty="0" err="1">
                <a:cs typeface="Times New Roman" panose="02020603050405020304" pitchFamily="18" charset="0"/>
              </a:rPr>
              <a:t>wT</a:t>
            </a:r>
            <a:r>
              <a:rPr lang="en-GB" altLang="it-IT" sz="2000" dirty="0" err="1">
                <a:cs typeface="Times New Roman" panose="02020603050405020304" pitchFamily="18" charset="0"/>
              </a:rPr>
              <a:t>.</a:t>
            </a:r>
            <a:endParaRPr lang="en-GB" altLang="it-IT" sz="2000" dirty="0">
              <a:cs typeface="Times New Roman" panose="02020603050405020304" pitchFamily="18" charset="0"/>
            </a:endParaRPr>
          </a:p>
          <a:p>
            <a:pPr marL="0" indent="0">
              <a:lnSpc>
                <a:spcPct val="80000"/>
              </a:lnSpc>
            </a:pPr>
            <a:r>
              <a:rPr lang="en-US" altLang="it-IT" sz="1600" b="1" dirty="0">
                <a:sym typeface="Symbol" pitchFamily="2" charset="2"/>
              </a:rPr>
              <a:t>Therefore, the grammar:</a:t>
            </a:r>
            <a:r>
              <a:rPr lang="en-US" altLang="it-IT" sz="1600" dirty="0">
                <a:sym typeface="Symbol" pitchFamily="2" charset="2"/>
              </a:rPr>
              <a:t>  </a:t>
            </a:r>
            <a:r>
              <a:rPr lang="en-US" altLang="it-IT" sz="1600" i="1" dirty="0">
                <a:solidFill>
                  <a:srgbClr val="FF0000"/>
                </a:solidFill>
                <a:sym typeface="Symbol" pitchFamily="2" charset="2"/>
              </a:rPr>
              <a:t>S</a:t>
            </a:r>
            <a:r>
              <a:rPr lang="en-US" altLang="it-IT" sz="1600" dirty="0">
                <a:solidFill>
                  <a:srgbClr val="FF0000"/>
                </a:solidFill>
                <a:sym typeface="Symbol" pitchFamily="2" charset="2"/>
              </a:rPr>
              <a:t> </a:t>
            </a:r>
            <a:r>
              <a:rPr lang="en-US" altLang="it-IT" sz="1600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→ </a:t>
            </a:r>
            <a:r>
              <a:rPr lang="en-US" altLang="it-IT" sz="1600" b="1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0</a:t>
            </a:r>
            <a:r>
              <a:rPr lang="en-US" altLang="it-IT" sz="1600" i="1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it-IT" sz="1600" b="1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1</a:t>
            </a:r>
            <a:r>
              <a:rPr lang="en-US" altLang="it-IT" sz="1600" dirty="0">
                <a:cs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it-IT" sz="1600" i="1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it-IT" sz="1600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 → </a:t>
            </a:r>
            <a:r>
              <a:rPr lang="el-GR" altLang="it-IT" sz="1600" dirty="0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λ</a:t>
            </a:r>
            <a:endParaRPr lang="en-US" altLang="it-IT" sz="1600" dirty="0">
              <a:solidFill>
                <a:srgbClr val="FF0000"/>
              </a:solidFill>
              <a:cs typeface="Times New Roman" panose="02020603050405020304" pitchFamily="18" charset="0"/>
              <a:sym typeface="Symbol" pitchFamily="2" charset="2"/>
            </a:endParaRPr>
          </a:p>
          <a:p>
            <a:pPr marL="0" indent="0">
              <a:lnSpc>
                <a:spcPct val="80000"/>
              </a:lnSpc>
            </a:pPr>
            <a:r>
              <a:rPr lang="en-GB" altLang="it-IT" sz="1600" dirty="0">
                <a:cs typeface="Times New Roman" panose="02020603050405020304" pitchFamily="18" charset="0"/>
                <a:sym typeface="Symbol" pitchFamily="2" charset="2"/>
              </a:rPr>
              <a:t>is not regular, it is context-free</a:t>
            </a:r>
          </a:p>
          <a:p>
            <a:pPr marL="0" indent="0">
              <a:lnSpc>
                <a:spcPct val="80000"/>
              </a:lnSpc>
            </a:pPr>
            <a:r>
              <a:rPr lang="en-GB" altLang="it-IT" sz="1600" dirty="0">
                <a:cs typeface="Times New Roman" panose="02020603050405020304" pitchFamily="18" charset="0"/>
              </a:rPr>
              <a:t>Only </a:t>
            </a:r>
            <a:r>
              <a:rPr lang="en-GB" altLang="it-IT" sz="1600" b="1" dirty="0">
                <a:cs typeface="Times New Roman" panose="02020603050405020304" pitchFamily="18" charset="0"/>
              </a:rPr>
              <a:t>one nonterminal</a:t>
            </a:r>
            <a:r>
              <a:rPr lang="en-GB" altLang="it-IT" sz="1600" dirty="0">
                <a:cs typeface="Times New Roman" panose="02020603050405020304" pitchFamily="18" charset="0"/>
              </a:rPr>
              <a:t> can appear on the right side and it must be at the </a:t>
            </a:r>
            <a:r>
              <a:rPr lang="en-GB" altLang="it-IT" sz="1600" b="1" dirty="0">
                <a:cs typeface="Times New Roman" panose="02020603050405020304" pitchFamily="18" charset="0"/>
              </a:rPr>
              <a:t>right end</a:t>
            </a:r>
            <a:r>
              <a:rPr lang="en-GB" altLang="it-IT" sz="1600" dirty="0">
                <a:cs typeface="Times New Roman" panose="02020603050405020304" pitchFamily="18" charset="0"/>
              </a:rPr>
              <a:t> of the right side.</a:t>
            </a:r>
          </a:p>
          <a:p>
            <a:pPr marL="0" indent="0">
              <a:lnSpc>
                <a:spcPct val="80000"/>
              </a:lnSpc>
            </a:pPr>
            <a:r>
              <a:rPr lang="en-GB" altLang="it-IT" sz="1600" dirty="0">
                <a:cs typeface="Times New Roman" panose="02020603050405020304" pitchFamily="18" charset="0"/>
              </a:rPr>
              <a:t>Therefore the productions </a:t>
            </a:r>
          </a:p>
          <a:p>
            <a:pPr marL="0" indent="0" algn="ctr">
              <a:lnSpc>
                <a:spcPct val="80000"/>
              </a:lnSpc>
            </a:pPr>
            <a:r>
              <a:rPr lang="en-GB" altLang="it-IT" sz="1600" i="1" dirty="0">
                <a:cs typeface="Times New Roman" panose="02020603050405020304" pitchFamily="18" charset="0"/>
              </a:rPr>
              <a:t>A </a:t>
            </a:r>
            <a:r>
              <a:rPr lang="en-GB" altLang="it-IT" sz="1600" i="1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altLang="it-IT" sz="1600" i="1" dirty="0">
                <a:cs typeface="Times New Roman" panose="02020603050405020304" pitchFamily="18" charset="0"/>
              </a:rPr>
              <a:t> </a:t>
            </a:r>
            <a:r>
              <a:rPr lang="en-GB" altLang="it-IT" sz="1600" i="1" dirty="0" err="1">
                <a:cs typeface="Times New Roman" panose="02020603050405020304" pitchFamily="18" charset="0"/>
              </a:rPr>
              <a:t>aBc</a:t>
            </a:r>
            <a:r>
              <a:rPr lang="en-GB" altLang="it-IT" sz="1600" i="1" dirty="0">
                <a:cs typeface="Times New Roman" panose="02020603050405020304" pitchFamily="18" charset="0"/>
              </a:rPr>
              <a:t>	</a:t>
            </a:r>
            <a:r>
              <a:rPr lang="en-GB" altLang="it-IT" sz="1600" dirty="0">
                <a:cs typeface="Times New Roman" panose="02020603050405020304" pitchFamily="18" charset="0"/>
              </a:rPr>
              <a:t> and      </a:t>
            </a:r>
            <a:r>
              <a:rPr lang="en-GB" altLang="it-IT" sz="1600" i="1" dirty="0">
                <a:cs typeface="Times New Roman" panose="02020603050405020304" pitchFamily="18" charset="0"/>
              </a:rPr>
              <a:t>S </a:t>
            </a:r>
            <a:r>
              <a:rPr lang="en-GB" altLang="it-IT" sz="1600" i="1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altLang="it-IT" sz="1600" i="1" dirty="0">
                <a:cs typeface="Times New Roman" panose="02020603050405020304" pitchFamily="18" charset="0"/>
              </a:rPr>
              <a:t> TU</a:t>
            </a:r>
            <a:r>
              <a:rPr lang="en-GB" altLang="it-IT" sz="1600" dirty="0">
                <a:cs typeface="Times New Roman" panose="02020603050405020304" pitchFamily="18" charset="0"/>
              </a:rPr>
              <a:t> </a:t>
            </a:r>
          </a:p>
          <a:p>
            <a:pPr marL="0" indent="0">
              <a:lnSpc>
                <a:spcPct val="80000"/>
              </a:lnSpc>
            </a:pPr>
            <a:r>
              <a:rPr lang="en-GB" altLang="it-IT" sz="1600" dirty="0">
                <a:cs typeface="Times New Roman" panose="02020603050405020304" pitchFamily="18" charset="0"/>
              </a:rPr>
              <a:t>are </a:t>
            </a:r>
            <a:r>
              <a:rPr lang="en-GB" altLang="it-IT" sz="1600" b="1" i="1" dirty="0">
                <a:cs typeface="Times New Roman" panose="02020603050405020304" pitchFamily="18" charset="0"/>
              </a:rPr>
              <a:t>not</a:t>
            </a:r>
            <a:r>
              <a:rPr lang="en-GB" altLang="it-IT" sz="1600" dirty="0">
                <a:cs typeface="Times New Roman" panose="02020603050405020304" pitchFamily="18" charset="0"/>
              </a:rPr>
              <a:t> part of a regular grammar, </a:t>
            </a:r>
          </a:p>
          <a:p>
            <a:pPr marL="0" indent="0">
              <a:lnSpc>
                <a:spcPct val="80000"/>
              </a:lnSpc>
            </a:pPr>
            <a:r>
              <a:rPr lang="en-GB" altLang="it-IT" sz="1600" dirty="0">
                <a:cs typeface="Times New Roman" panose="02020603050405020304" pitchFamily="18" charset="0"/>
              </a:rPr>
              <a:t>but the production </a:t>
            </a:r>
            <a:r>
              <a:rPr lang="en-GB" altLang="it-IT" sz="1600" i="1" dirty="0">
                <a:cs typeface="Times New Roman" panose="02020603050405020304" pitchFamily="18" charset="0"/>
              </a:rPr>
              <a:t>A </a:t>
            </a:r>
            <a:r>
              <a:rPr lang="en-GB" altLang="it-IT" sz="1600" i="1" dirty="0"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GB" altLang="it-IT" sz="1600" i="1" dirty="0">
                <a:cs typeface="Times New Roman" panose="02020603050405020304" pitchFamily="18" charset="0"/>
              </a:rPr>
              <a:t> </a:t>
            </a:r>
            <a:r>
              <a:rPr lang="en-GB" altLang="it-IT" sz="1600" i="1" dirty="0" err="1">
                <a:cs typeface="Times New Roman" panose="02020603050405020304" pitchFamily="18" charset="0"/>
              </a:rPr>
              <a:t>abcA</a:t>
            </a:r>
            <a:r>
              <a:rPr lang="en-GB" altLang="it-IT" sz="1600" dirty="0">
                <a:cs typeface="Times New Roman" panose="02020603050405020304" pitchFamily="18" charset="0"/>
              </a:rPr>
              <a:t> </a:t>
            </a:r>
            <a:r>
              <a:rPr lang="en-GB" altLang="it-IT" sz="1600" b="1" i="1" dirty="0">
                <a:cs typeface="Times New Roman" panose="02020603050405020304" pitchFamily="18" charset="0"/>
              </a:rPr>
              <a:t>is.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31203B83-27E7-E014-BCB2-DE764FC80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B2179F7-B069-3B90-4F7C-8AA3B101D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25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Text Box 3">
            <a:extLst>
              <a:ext uri="{FF2B5EF4-FFF2-40B4-BE49-F238E27FC236}">
                <a16:creationId xmlns:a16="http://schemas.microsoft.com/office/drawing/2014/main" id="{34BED881-926E-D577-3B52-6E923BC93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3100" y="1028700"/>
            <a:ext cx="148149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Grammar</a:t>
            </a:r>
          </a:p>
        </p:txBody>
      </p:sp>
      <p:sp>
        <p:nvSpPr>
          <p:cNvPr id="10245" name="Text Box 4">
            <a:extLst>
              <a:ext uri="{FF2B5EF4-FFF2-40B4-BE49-F238E27FC236}">
                <a16:creationId xmlns:a16="http://schemas.microsoft.com/office/drawing/2014/main" id="{D8A8F9AE-F960-9F52-B82B-5928780AE8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200400"/>
            <a:ext cx="37385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rgbClr val="FF0000"/>
                </a:solidFill>
                <a:latin typeface="Comic Sans MS" panose="030F0902030302020204" pitchFamily="66" charset="0"/>
              </a:rPr>
              <a:t>Productions of the form:</a:t>
            </a:r>
          </a:p>
        </p:txBody>
      </p:sp>
      <p:graphicFrame>
        <p:nvGraphicFramePr>
          <p:cNvPr id="10242" name="Object 5">
            <a:extLst>
              <a:ext uri="{FF2B5EF4-FFF2-40B4-BE49-F238E27FC236}">
                <a16:creationId xmlns:a16="http://schemas.microsoft.com/office/drawing/2014/main" id="{18D0DD38-2AAB-5CA4-AD10-357F03B4A85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29050" y="3714750"/>
          <a:ext cx="1000125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721300" imgH="9652000" progId="Equation.3">
                  <p:embed/>
                </p:oleObj>
              </mc:Choice>
              <mc:Fallback>
                <p:oleObj name="Equation" r:id="rId2" imgW="30721300" imgH="9652000" progId="Equation.3">
                  <p:embed/>
                  <p:pic>
                    <p:nvPicPr>
                      <p:cNvPr id="10242" name="Object 5">
                        <a:extLst>
                          <a:ext uri="{FF2B5EF4-FFF2-40B4-BE49-F238E27FC236}">
                            <a16:creationId xmlns:a16="http://schemas.microsoft.com/office/drawing/2014/main" id="{18D0DD38-2AAB-5CA4-AD10-357F03B4A8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3714750"/>
                        <a:ext cx="1000125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Text Box 6">
            <a:extLst>
              <a:ext uri="{FF2B5EF4-FFF2-40B4-BE49-F238E27FC236}">
                <a16:creationId xmlns:a16="http://schemas.microsoft.com/office/drawing/2014/main" id="{BA49ED16-A8EA-B089-E7D4-DE1C9F7233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6300" y="4057651"/>
            <a:ext cx="297709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String of variables 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and terminals</a:t>
            </a:r>
          </a:p>
        </p:txBody>
      </p:sp>
      <p:graphicFrame>
        <p:nvGraphicFramePr>
          <p:cNvPr id="10243" name="Object 7">
            <a:extLst>
              <a:ext uri="{FF2B5EF4-FFF2-40B4-BE49-F238E27FC236}">
                <a16:creationId xmlns:a16="http://schemas.microsoft.com/office/drawing/2014/main" id="{EBC7F57A-852C-AE47-54F5-8E5F95FB8C2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43300" y="1085850"/>
          <a:ext cx="22955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0510400" imgH="12293600" progId="Equation.3">
                  <p:embed/>
                </p:oleObj>
              </mc:Choice>
              <mc:Fallback>
                <p:oleObj name="Equation" r:id="rId4" imgW="70510400" imgH="12293600" progId="Equation.3">
                  <p:embed/>
                  <p:pic>
                    <p:nvPicPr>
                      <p:cNvPr id="10243" name="Object 7">
                        <a:extLst>
                          <a:ext uri="{FF2B5EF4-FFF2-40B4-BE49-F238E27FC236}">
                            <a16:creationId xmlns:a16="http://schemas.microsoft.com/office/drawing/2014/main" id="{EBC7F57A-852C-AE47-54F5-8E5F95FB8C2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3300" y="1085850"/>
                        <a:ext cx="22955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7" name="Text Box 8">
            <a:extLst>
              <a:ext uri="{FF2B5EF4-FFF2-40B4-BE49-F238E27FC236}">
                <a16:creationId xmlns:a16="http://schemas.microsoft.com/office/drawing/2014/main" id="{427679F8-02CD-D41A-96A5-1F90AD48E9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14450" y="2057400"/>
            <a:ext cx="175560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Vocabulary</a:t>
            </a:r>
          </a:p>
        </p:txBody>
      </p:sp>
      <p:sp>
        <p:nvSpPr>
          <p:cNvPr id="10248" name="Text Box 9">
            <a:extLst>
              <a:ext uri="{FF2B5EF4-FFF2-40B4-BE49-F238E27FC236}">
                <a16:creationId xmlns:a16="http://schemas.microsoft.com/office/drawing/2014/main" id="{A536FD1E-BFD7-15F6-B5AE-585A8C7E88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7550" y="2057401"/>
            <a:ext cx="1439818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Terminal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symbols</a:t>
            </a:r>
          </a:p>
        </p:txBody>
      </p:sp>
      <p:sp>
        <p:nvSpPr>
          <p:cNvPr id="10249" name="Text Box 10">
            <a:extLst>
              <a:ext uri="{FF2B5EF4-FFF2-40B4-BE49-F238E27FC236}">
                <a16:creationId xmlns:a16="http://schemas.microsoft.com/office/drawing/2014/main" id="{FC62C62B-FA22-5272-E82F-2D2DE3C056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0" y="2057401"/>
            <a:ext cx="1317990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Start</a:t>
            </a:r>
          </a:p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variable</a:t>
            </a:r>
          </a:p>
        </p:txBody>
      </p:sp>
      <p:sp>
        <p:nvSpPr>
          <p:cNvPr id="10250" name="Line 11">
            <a:extLst>
              <a:ext uri="{FF2B5EF4-FFF2-40B4-BE49-F238E27FC236}">
                <a16:creationId xmlns:a16="http://schemas.microsoft.com/office/drawing/2014/main" id="{88806E9E-18AC-F371-7070-84F7F8965D2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86050" y="1428750"/>
            <a:ext cx="165735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10251" name="Line 12">
            <a:extLst>
              <a:ext uri="{FF2B5EF4-FFF2-40B4-BE49-F238E27FC236}">
                <a16:creationId xmlns:a16="http://schemas.microsoft.com/office/drawing/2014/main" id="{F2BEE484-88EF-5386-B7B8-65968A1A2A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000500" y="1428750"/>
            <a:ext cx="74295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10252" name="Line 13">
            <a:extLst>
              <a:ext uri="{FF2B5EF4-FFF2-40B4-BE49-F238E27FC236}">
                <a16:creationId xmlns:a16="http://schemas.microsoft.com/office/drawing/2014/main" id="{449C37CE-90B9-AD81-339B-4759A4C58A8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200650" y="1428750"/>
            <a:ext cx="0" cy="685800"/>
          </a:xfrm>
          <a:prstGeom prst="line">
            <a:avLst/>
          </a:prstGeom>
          <a:noFill/>
          <a:ln w="9525" cap="rnd">
            <a:solidFill>
              <a:schemeClr val="tx1"/>
            </a:solidFill>
            <a:prstDash val="sysDot"/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10253" name="Freeform 14">
            <a:extLst>
              <a:ext uri="{FF2B5EF4-FFF2-40B4-BE49-F238E27FC236}">
                <a16:creationId xmlns:a16="http://schemas.microsoft.com/office/drawing/2014/main" id="{8F4885E3-434E-D248-E7DD-20EF51F8A8D8}"/>
              </a:ext>
            </a:extLst>
          </p:cNvPr>
          <p:cNvSpPr>
            <a:spLocks/>
          </p:cNvSpPr>
          <p:nvPr/>
        </p:nvSpPr>
        <p:spPr bwMode="auto">
          <a:xfrm>
            <a:off x="5543550" y="1428750"/>
            <a:ext cx="1495425" cy="369332"/>
          </a:xfrm>
          <a:custGeom>
            <a:avLst/>
            <a:gdLst>
              <a:gd name="T0" fmla="*/ 0 w 1256"/>
              <a:gd name="T1" fmla="*/ 0 h 1728"/>
              <a:gd name="T2" fmla="*/ 2147483647 w 1256"/>
              <a:gd name="T3" fmla="*/ 2147483647 h 1728"/>
              <a:gd name="T4" fmla="*/ 2147483647 w 1256"/>
              <a:gd name="T5" fmla="*/ 2147483647 h 1728"/>
              <a:gd name="T6" fmla="*/ 0 60000 65536"/>
              <a:gd name="T7" fmla="*/ 0 60000 65536"/>
              <a:gd name="T8" fmla="*/ 0 60000 65536"/>
              <a:gd name="T9" fmla="*/ 0 w 1256"/>
              <a:gd name="T10" fmla="*/ 0 h 1728"/>
              <a:gd name="T11" fmla="*/ 1256 w 1256"/>
              <a:gd name="T12" fmla="*/ 1728 h 17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56" h="1728">
                <a:moveTo>
                  <a:pt x="0" y="0"/>
                </a:moveTo>
                <a:cubicBezTo>
                  <a:pt x="524" y="264"/>
                  <a:pt x="1048" y="528"/>
                  <a:pt x="1152" y="816"/>
                </a:cubicBezTo>
                <a:cubicBezTo>
                  <a:pt x="1256" y="1104"/>
                  <a:pt x="940" y="1416"/>
                  <a:pt x="624" y="1728"/>
                </a:cubicBezTo>
              </a:path>
            </a:pathLst>
          </a:custGeom>
          <a:noFill/>
          <a:ln w="9525" cap="rnd" cmpd="sng">
            <a:solidFill>
              <a:schemeClr val="tx1"/>
            </a:solidFill>
            <a:prstDash val="sysDot"/>
            <a:round/>
            <a:headEnd type="none" w="med" len="med"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/>
          <a:p>
            <a:endParaRPr lang="it-IT"/>
          </a:p>
        </p:txBody>
      </p:sp>
      <p:sp>
        <p:nvSpPr>
          <p:cNvPr id="10254" name="Text Box 15">
            <a:extLst>
              <a:ext uri="{FF2B5EF4-FFF2-40B4-BE49-F238E27FC236}">
                <a16:creationId xmlns:a16="http://schemas.microsoft.com/office/drawing/2014/main" id="{E5BC4F6F-6748-4EDC-C6CA-EA9B4978FB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00300" y="4057650"/>
            <a:ext cx="213712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en-US" altLang="it-IT">
                <a:solidFill>
                  <a:schemeClr val="accent2"/>
                </a:solidFill>
                <a:latin typeface="Comic Sans MS" panose="030F0902030302020204" pitchFamily="66" charset="0"/>
              </a:rPr>
              <a:t>Non-Terminal</a:t>
            </a:r>
          </a:p>
        </p:txBody>
      </p:sp>
      <p:sp>
        <p:nvSpPr>
          <p:cNvPr id="10255" name="Rectangle 18">
            <a:extLst>
              <a:ext uri="{FF2B5EF4-FFF2-40B4-BE49-F238E27FC236}">
                <a16:creationId xmlns:a16="http://schemas.microsoft.com/office/drawing/2014/main" id="{7A2200F7-372D-7A55-C3E7-4CB68E408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8800" y="285750"/>
            <a:ext cx="51435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/>
              <a:t>Definition: </a:t>
            </a:r>
            <a:r>
              <a:rPr lang="en-US" altLang="it-IT">
                <a:solidFill>
                  <a:srgbClr val="FF0000"/>
                </a:solidFill>
              </a:rPr>
              <a:t>Context-Free Grammars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6DC74FE-F6E7-7ADB-A108-CF0FA952D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BCE22AAA-79F1-C504-0CDA-2A477A97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26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Title 4">
            <a:extLst>
              <a:ext uri="{FF2B5EF4-FFF2-40B4-BE49-F238E27FC236}">
                <a16:creationId xmlns:a16="http://schemas.microsoft.com/office/drawing/2014/main" id="{41A700BB-ACFF-8BB4-6674-00799FC6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sz="2100"/>
              <a:t>Derivation Tree of A Context-free Grammar</a:t>
            </a:r>
          </a:p>
        </p:txBody>
      </p:sp>
      <p:sp>
        <p:nvSpPr>
          <p:cNvPr id="44034" name="Rectangle 3">
            <a:extLst>
              <a:ext uri="{FF2B5EF4-FFF2-40B4-BE49-F238E27FC236}">
                <a16:creationId xmlns:a16="http://schemas.microsoft.com/office/drawing/2014/main" id="{22FA9BB1-F7DB-ED2E-8986-6189A19423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800"/>
              <a:t>Represents the language using an ordered rooted tree.</a:t>
            </a:r>
          </a:p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endParaRPr lang="en-US" altLang="it-IT" sz="1800"/>
          </a:p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800">
                <a:solidFill>
                  <a:srgbClr val="FF0000"/>
                </a:solidFill>
              </a:rPr>
              <a:t>Root </a:t>
            </a:r>
            <a:r>
              <a:rPr lang="en-US" altLang="it-IT" sz="1800"/>
              <a:t>represents the </a:t>
            </a:r>
            <a:r>
              <a:rPr lang="en-US" altLang="it-IT" sz="1800">
                <a:solidFill>
                  <a:srgbClr val="FF0000"/>
                </a:solidFill>
              </a:rPr>
              <a:t>starting symbol.</a:t>
            </a:r>
          </a:p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800">
                <a:solidFill>
                  <a:srgbClr val="FF0000"/>
                </a:solidFill>
              </a:rPr>
              <a:t>Internal vertices </a:t>
            </a:r>
            <a:r>
              <a:rPr lang="en-US" altLang="it-IT" sz="1800"/>
              <a:t>represent the </a:t>
            </a:r>
            <a:r>
              <a:rPr lang="en-US" altLang="it-IT" sz="1800">
                <a:solidFill>
                  <a:srgbClr val="FF0000"/>
                </a:solidFill>
              </a:rPr>
              <a:t>nonterminal symbol </a:t>
            </a:r>
            <a:r>
              <a:rPr lang="en-US" altLang="it-IT" sz="1800"/>
              <a:t>that arise in the production.</a:t>
            </a:r>
          </a:p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800">
                <a:solidFill>
                  <a:srgbClr val="FF0000"/>
                </a:solidFill>
              </a:rPr>
              <a:t>Leaves</a:t>
            </a:r>
            <a:r>
              <a:rPr lang="en-US" altLang="it-IT" sz="1800"/>
              <a:t> represent the </a:t>
            </a:r>
            <a:r>
              <a:rPr lang="en-US" altLang="it-IT" sz="1800">
                <a:solidFill>
                  <a:srgbClr val="FF0000"/>
                </a:solidFill>
              </a:rPr>
              <a:t>terminal symbols.</a:t>
            </a:r>
          </a:p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endParaRPr lang="en-US" altLang="it-IT" sz="1800"/>
          </a:p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800"/>
              <a:t>If the production </a:t>
            </a:r>
            <a:r>
              <a:rPr lang="en-US" altLang="it-IT" sz="1800" i="1"/>
              <a:t>A</a:t>
            </a:r>
            <a:r>
              <a:rPr lang="el-GR" altLang="it-IT" sz="1800" i="1"/>
              <a:t> </a:t>
            </a:r>
            <a:r>
              <a:rPr lang="en-US" altLang="it-IT" sz="18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→</a:t>
            </a:r>
            <a:r>
              <a:rPr lang="el-GR" altLang="it-IT" sz="1800" i="1"/>
              <a:t> </a:t>
            </a:r>
            <a:r>
              <a:rPr lang="en-US" altLang="it-IT" sz="1800" i="1"/>
              <a:t>w</a:t>
            </a:r>
            <a:r>
              <a:rPr lang="en-US" altLang="it-IT" sz="1800"/>
              <a:t> arise in the derivation, where </a:t>
            </a:r>
            <a:r>
              <a:rPr lang="en-US" altLang="it-IT" sz="1800" i="1"/>
              <a:t>w</a:t>
            </a:r>
            <a:r>
              <a:rPr lang="en-US" altLang="it-IT" sz="1800"/>
              <a:t> is a word, the vertex that represents </a:t>
            </a:r>
            <a:r>
              <a:rPr lang="en-US" altLang="it-IT" sz="1800" i="1"/>
              <a:t>A </a:t>
            </a:r>
            <a:r>
              <a:rPr lang="en-US" altLang="it-IT" sz="1800"/>
              <a:t>has as children vertices that represent each symbol in </a:t>
            </a:r>
            <a:r>
              <a:rPr lang="en-US" altLang="it-IT" sz="1800" i="1"/>
              <a:t>w</a:t>
            </a:r>
            <a:r>
              <a:rPr lang="en-US" altLang="it-IT" sz="1800"/>
              <a:t>, in order from left to right.</a:t>
            </a:r>
          </a:p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endParaRPr lang="en-US" altLang="it-IT" sz="180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5960739E-9033-388A-8442-948747F6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7D53903F-E035-B871-71E0-83CF23DF3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27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F8556143-729F-1B01-036B-2F03DC4A9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sz="3000"/>
              <a:t>Language Generated by a Grammar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7060250E-4180-DC67-7D4B-CD93B73B55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it-IT"/>
              <a:t>Example: Let </a:t>
            </a:r>
            <a:r>
              <a:rPr lang="en-US" altLang="it-IT" i="1">
                <a:solidFill>
                  <a:srgbClr val="FF0000"/>
                </a:solidFill>
              </a:rPr>
              <a:t>G</a:t>
            </a:r>
            <a:r>
              <a:rPr lang="en-US" altLang="it-IT">
                <a:solidFill>
                  <a:srgbClr val="FF0000"/>
                </a:solidFill>
              </a:rPr>
              <a:t> = ({</a:t>
            </a:r>
            <a:r>
              <a:rPr lang="en-US" altLang="it-IT" i="1">
                <a:solidFill>
                  <a:srgbClr val="FF0000"/>
                </a:solidFill>
              </a:rPr>
              <a:t>S</a:t>
            </a:r>
            <a:r>
              <a:rPr lang="en-US" altLang="it-IT">
                <a:solidFill>
                  <a:srgbClr val="FF0000"/>
                </a:solidFill>
              </a:rPr>
              <a:t>,</a:t>
            </a:r>
            <a:r>
              <a:rPr lang="en-US" altLang="it-IT" i="1">
                <a:solidFill>
                  <a:srgbClr val="FF0000"/>
                </a:solidFill>
              </a:rPr>
              <a:t>A</a:t>
            </a:r>
            <a:r>
              <a:rPr lang="en-US" altLang="it-IT">
                <a:solidFill>
                  <a:srgbClr val="FF0000"/>
                </a:solidFill>
              </a:rPr>
              <a:t>,</a:t>
            </a:r>
            <a:r>
              <a:rPr lang="en-US" altLang="it-IT" i="1">
                <a:solidFill>
                  <a:srgbClr val="FF0000"/>
                </a:solidFill>
              </a:rPr>
              <a:t>a</a:t>
            </a:r>
            <a:r>
              <a:rPr lang="en-US" altLang="it-IT">
                <a:solidFill>
                  <a:srgbClr val="FF0000"/>
                </a:solidFill>
              </a:rPr>
              <a:t>,</a:t>
            </a:r>
            <a:r>
              <a:rPr lang="en-US" altLang="it-IT" i="1">
                <a:solidFill>
                  <a:srgbClr val="FF0000"/>
                </a:solidFill>
              </a:rPr>
              <a:t>b</a:t>
            </a:r>
            <a:r>
              <a:rPr lang="en-US" altLang="it-IT">
                <a:solidFill>
                  <a:srgbClr val="FF0000"/>
                </a:solidFill>
              </a:rPr>
              <a:t>},{</a:t>
            </a:r>
            <a:r>
              <a:rPr lang="en-US" altLang="it-IT" i="1">
                <a:solidFill>
                  <a:srgbClr val="FF0000"/>
                </a:solidFill>
              </a:rPr>
              <a:t>a</a:t>
            </a:r>
            <a:r>
              <a:rPr lang="en-US" altLang="it-IT">
                <a:solidFill>
                  <a:srgbClr val="FF0000"/>
                </a:solidFill>
              </a:rPr>
              <a:t>,</a:t>
            </a:r>
            <a:r>
              <a:rPr lang="en-US" altLang="it-IT" i="1">
                <a:solidFill>
                  <a:srgbClr val="FF0000"/>
                </a:solidFill>
              </a:rPr>
              <a:t>b</a:t>
            </a:r>
            <a:r>
              <a:rPr lang="en-US" altLang="it-IT">
                <a:solidFill>
                  <a:srgbClr val="FF0000"/>
                </a:solidFill>
              </a:rPr>
              <a:t>}, </a:t>
            </a:r>
            <a:r>
              <a:rPr lang="en-US" altLang="it-IT" i="1">
                <a:solidFill>
                  <a:srgbClr val="FF0000"/>
                </a:solidFill>
              </a:rPr>
              <a:t>S</a:t>
            </a:r>
            <a:r>
              <a:rPr lang="en-US" altLang="it-IT">
                <a:solidFill>
                  <a:srgbClr val="FF0000"/>
                </a:solidFill>
              </a:rPr>
              <a:t>,</a:t>
            </a:r>
            <a:br>
              <a:rPr lang="en-US" altLang="it-IT">
                <a:solidFill>
                  <a:srgbClr val="FF0000"/>
                </a:solidFill>
              </a:rPr>
            </a:br>
            <a:r>
              <a:rPr lang="en-US" altLang="it-IT">
                <a:solidFill>
                  <a:srgbClr val="FF0000"/>
                </a:solidFill>
              </a:rPr>
              <a:t>{</a:t>
            </a:r>
            <a:r>
              <a:rPr lang="en-US" altLang="it-IT" i="1">
                <a:solidFill>
                  <a:srgbClr val="FF0000"/>
                </a:solidFill>
              </a:rPr>
              <a:t>S</a:t>
            </a:r>
            <a:r>
              <a:rPr lang="en-US" altLang="it-IT">
                <a:solidFill>
                  <a:srgbClr val="FF0000"/>
                </a:solidFill>
              </a:rPr>
              <a:t> 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→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</a:rPr>
              <a:t>aA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,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</a:rPr>
              <a:t>S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 →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</a:rPr>
              <a:t>b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,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</a:rPr>
              <a:t>A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 →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</a:rPr>
              <a:t>aa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})</a:t>
            </a:r>
            <a:r>
              <a:rPr lang="en-US" altLang="it-IT">
                <a:cs typeface="Times New Roman" panose="02020603050405020304" pitchFamily="18" charset="0"/>
              </a:rPr>
              <a:t>.  What is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</a:rPr>
              <a:t>L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(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</a:rPr>
              <a:t>G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r>
              <a:rPr lang="en-US" altLang="it-IT">
                <a:cs typeface="Times New Roman" panose="02020603050405020304" pitchFamily="18" charset="0"/>
              </a:rPr>
              <a:t>?</a:t>
            </a:r>
          </a:p>
          <a:p>
            <a:r>
              <a:rPr lang="en-US" altLang="it-IT">
                <a:cs typeface="Times New Roman" panose="02020603050405020304" pitchFamily="18" charset="0"/>
              </a:rPr>
              <a:t>Easy: We can just draw a tree</a:t>
            </a:r>
            <a:br>
              <a:rPr lang="en-US" altLang="it-IT">
                <a:cs typeface="Times New Roman" panose="02020603050405020304" pitchFamily="18" charset="0"/>
              </a:rPr>
            </a:br>
            <a:r>
              <a:rPr lang="en-US" altLang="it-IT">
                <a:cs typeface="Times New Roman" panose="02020603050405020304" pitchFamily="18" charset="0"/>
              </a:rPr>
              <a:t>of all possible derivations.</a:t>
            </a:r>
          </a:p>
          <a:p>
            <a:pPr lvl="1"/>
            <a:r>
              <a:rPr lang="en-US" altLang="it-IT">
                <a:cs typeface="Times New Roman" panose="02020603050405020304" pitchFamily="18" charset="0"/>
              </a:rPr>
              <a:t>We have: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</a:rPr>
              <a:t>S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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aA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 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aaa</a:t>
            </a:r>
            <a:r>
              <a:rPr lang="en-US" altLang="it-IT" i="1">
                <a:cs typeface="Times New Roman" panose="02020603050405020304" pitchFamily="18" charset="0"/>
                <a:sym typeface="Symbol" pitchFamily="2" charset="2"/>
              </a:rPr>
              <a:t>.</a:t>
            </a:r>
            <a:endParaRPr lang="en-US" altLang="it-IT">
              <a:cs typeface="Times New Roman" panose="02020603050405020304" pitchFamily="18" charset="0"/>
              <a:sym typeface="Symbol" pitchFamily="2" charset="2"/>
            </a:endParaRPr>
          </a:p>
          <a:p>
            <a:pPr lvl="1"/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and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 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.</a:t>
            </a:r>
          </a:p>
          <a:p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Answer: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L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 = {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aaa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, </a:t>
            </a:r>
            <a:r>
              <a:rPr lang="en-US" altLang="it-IT" i="1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b</a:t>
            </a:r>
            <a:r>
              <a:rPr lang="en-US" altLang="it-IT">
                <a:solidFill>
                  <a:srgbClr val="FF0000"/>
                </a:solidFill>
                <a:cs typeface="Times New Roman" panose="02020603050405020304" pitchFamily="18" charset="0"/>
                <a:sym typeface="Symbol" pitchFamily="2" charset="2"/>
              </a:rPr>
              <a:t>}</a:t>
            </a:r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.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46F1D744-2EB2-52F6-7F7D-C69E517CB5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6481" y="2343150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 i="1"/>
              <a:t>S</a:t>
            </a:r>
          </a:p>
        </p:txBody>
      </p:sp>
      <p:sp>
        <p:nvSpPr>
          <p:cNvPr id="45061" name="Line 5">
            <a:extLst>
              <a:ext uri="{FF2B5EF4-FFF2-40B4-BE49-F238E27FC236}">
                <a16:creationId xmlns:a16="http://schemas.microsoft.com/office/drawing/2014/main" id="{F5EAA166-AE18-1D52-C6C7-34F5997BFB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50731" y="2628900"/>
            <a:ext cx="285750" cy="342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2" name="Text Box 6">
            <a:extLst>
              <a:ext uri="{FF2B5EF4-FFF2-40B4-BE49-F238E27FC236}">
                <a16:creationId xmlns:a16="http://schemas.microsoft.com/office/drawing/2014/main" id="{F6408080-26F4-9ABC-2153-8CA6AFA259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466" y="2917031"/>
            <a:ext cx="44114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 i="1"/>
              <a:t>aA</a:t>
            </a:r>
          </a:p>
        </p:txBody>
      </p:sp>
      <p:sp>
        <p:nvSpPr>
          <p:cNvPr id="45063" name="Line 7">
            <a:extLst>
              <a:ext uri="{FF2B5EF4-FFF2-40B4-BE49-F238E27FC236}">
                <a16:creationId xmlns:a16="http://schemas.microsoft.com/office/drawing/2014/main" id="{9EFAB068-C73E-0C33-1F3A-614100BA1A9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3650" y="2614613"/>
            <a:ext cx="342900" cy="3429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4" name="Text Box 8">
            <a:extLst>
              <a:ext uri="{FF2B5EF4-FFF2-40B4-BE49-F238E27FC236}">
                <a16:creationId xmlns:a16="http://schemas.microsoft.com/office/drawing/2014/main" id="{8CF448FF-94D1-2868-048C-A89C66A3A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69869" y="2914650"/>
            <a:ext cx="3000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 i="1"/>
              <a:t>b</a:t>
            </a:r>
          </a:p>
        </p:txBody>
      </p:sp>
      <p:sp>
        <p:nvSpPr>
          <p:cNvPr id="45065" name="Line 9">
            <a:extLst>
              <a:ext uri="{FF2B5EF4-FFF2-40B4-BE49-F238E27FC236}">
                <a16:creationId xmlns:a16="http://schemas.microsoft.com/office/drawing/2014/main" id="{2F842BB7-B077-004F-A433-2F4B1EFD5C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857875" y="3214688"/>
            <a:ext cx="0" cy="457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5066" name="Text Box 10">
            <a:extLst>
              <a:ext uri="{FF2B5EF4-FFF2-40B4-BE49-F238E27FC236}">
                <a16:creationId xmlns:a16="http://schemas.microsoft.com/office/drawing/2014/main" id="{5742BBDA-175A-E1ED-7EF8-306864D04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3551" y="3586163"/>
            <a:ext cx="53091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 i="1"/>
              <a:t>aaa</a:t>
            </a:r>
          </a:p>
        </p:txBody>
      </p:sp>
      <p:sp>
        <p:nvSpPr>
          <p:cNvPr id="45067" name="Text Box 11">
            <a:extLst>
              <a:ext uri="{FF2B5EF4-FFF2-40B4-BE49-F238E27FC236}">
                <a16:creationId xmlns:a16="http://schemas.microsoft.com/office/drawing/2014/main" id="{E3045404-B0B9-8358-491B-F7CE4D5579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3362325"/>
            <a:ext cx="1541832" cy="1477328"/>
          </a:xfrm>
          <a:prstGeom prst="rect">
            <a:avLst/>
          </a:prstGeom>
          <a:solidFill>
            <a:srgbClr val="FFFFCC"/>
          </a:solidFill>
          <a:ln w="38100" algn="ctr">
            <a:solidFill>
              <a:srgbClr val="0066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/>
              <a:t>Example of a</a:t>
            </a:r>
            <a:br>
              <a:rPr lang="en-US" altLang="it-IT" sz="1800"/>
            </a:br>
            <a:r>
              <a:rPr lang="en-US" altLang="it-IT" sz="1800" i="1"/>
              <a:t>derivation tree</a:t>
            </a:r>
            <a:br>
              <a:rPr lang="en-US" altLang="it-IT" sz="1800"/>
            </a:br>
            <a:r>
              <a:rPr lang="en-US" altLang="it-IT" sz="1800"/>
              <a:t>or </a:t>
            </a:r>
            <a:r>
              <a:rPr lang="en-US" altLang="it-IT" sz="1800" i="1"/>
              <a:t>parse tree</a:t>
            </a:r>
            <a:r>
              <a:rPr lang="en-US" altLang="it-IT" sz="1800"/>
              <a:t> </a:t>
            </a:r>
            <a:br>
              <a:rPr lang="en-US" altLang="it-IT" sz="1800"/>
            </a:br>
            <a:r>
              <a:rPr lang="en-US" altLang="it-IT" sz="1800"/>
              <a:t>or </a:t>
            </a:r>
            <a:r>
              <a:rPr lang="en-US" altLang="it-IT" sz="1800" i="1"/>
              <a:t>sentence </a:t>
            </a:r>
            <a:br>
              <a:rPr lang="en-US" altLang="it-IT" sz="1800" i="1"/>
            </a:br>
            <a:r>
              <a:rPr lang="en-US" altLang="it-IT" sz="1800" i="1"/>
              <a:t>diagram.</a:t>
            </a:r>
            <a:endParaRPr lang="en-US" altLang="it-IT" sz="180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745D7AAB-AA6C-D5A6-D54D-A64C3C6A2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F6552B7-291D-2272-81DD-B1DDC4A11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28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04" name="Title 25">
            <a:extLst>
              <a:ext uri="{FF2B5EF4-FFF2-40B4-BE49-F238E27FC236}">
                <a16:creationId xmlns:a16="http://schemas.microsoft.com/office/drawing/2014/main" id="{8C6624E3-90B2-8C43-0F6F-4112DB093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 sz="2100"/>
              <a:t>Example: Derivation Tree</a:t>
            </a:r>
          </a:p>
        </p:txBody>
      </p:sp>
      <p:sp>
        <p:nvSpPr>
          <p:cNvPr id="46082" name="Rectangle 3">
            <a:extLst>
              <a:ext uri="{FF2B5EF4-FFF2-40B4-BE49-F238E27FC236}">
                <a16:creationId xmlns:a16="http://schemas.microsoft.com/office/drawing/2014/main" id="{54A976AE-47CD-FEFF-2164-A4B33FAC2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r>
              <a:rPr lang="en-US" altLang="it-IT" sz="1800"/>
              <a:t>Let G be a context-free grammar with the productions         </a:t>
            </a:r>
            <a:r>
              <a:rPr lang="en-US" altLang="it-IT" sz="1800" i="1"/>
              <a:t>P</a:t>
            </a:r>
            <a:r>
              <a:rPr lang="en-US" altLang="it-IT" sz="1800"/>
              <a:t> = {</a:t>
            </a:r>
            <a:r>
              <a:rPr lang="en-US" altLang="it-IT" sz="1800" i="1"/>
              <a:t>S</a:t>
            </a:r>
            <a:r>
              <a:rPr lang="en-US" altLang="it-IT" sz="1800"/>
              <a:t> </a:t>
            </a:r>
            <a:r>
              <a:rPr lang="en-US" altLang="it-IT" sz="1800">
                <a:ea typeface="MS PMincho" panose="02020600040205080304" pitchFamily="18" charset="-128"/>
              </a:rPr>
              <a:t>→</a:t>
            </a:r>
            <a:r>
              <a:rPr lang="en-US" altLang="it-IT" sz="1800" i="1">
                <a:ea typeface="MS PMincho" panose="02020600040205080304" pitchFamily="18" charset="-128"/>
              </a:rPr>
              <a:t>aAB</a:t>
            </a:r>
            <a:r>
              <a:rPr lang="en-US" altLang="it-IT" sz="1800">
                <a:ea typeface="MS PMincho" panose="02020600040205080304" pitchFamily="18" charset="-128"/>
              </a:rPr>
              <a:t>, </a:t>
            </a:r>
            <a:r>
              <a:rPr lang="en-US" altLang="it-IT" sz="1800" i="1">
                <a:ea typeface="MS PMincho" panose="02020600040205080304" pitchFamily="18" charset="-128"/>
              </a:rPr>
              <a:t>A</a:t>
            </a:r>
            <a:r>
              <a:rPr lang="en-US" altLang="it-IT" sz="1800"/>
              <a:t> </a:t>
            </a:r>
            <a:r>
              <a:rPr lang="en-US" altLang="it-IT" sz="1800">
                <a:ea typeface="MS PMincho" panose="02020600040205080304" pitchFamily="18" charset="-128"/>
              </a:rPr>
              <a:t>→</a:t>
            </a:r>
            <a:r>
              <a:rPr lang="en-US" altLang="it-IT" sz="1800" i="1">
                <a:ea typeface="MS PMincho" panose="02020600040205080304" pitchFamily="18" charset="-128"/>
              </a:rPr>
              <a:t>Bba</a:t>
            </a:r>
            <a:r>
              <a:rPr lang="en-US" altLang="it-IT" sz="1800">
                <a:ea typeface="MS PMincho" panose="02020600040205080304" pitchFamily="18" charset="-128"/>
              </a:rPr>
              <a:t>, </a:t>
            </a:r>
            <a:r>
              <a:rPr lang="en-US" altLang="it-IT" sz="1800" i="1">
                <a:ea typeface="MS PMincho" panose="02020600040205080304" pitchFamily="18" charset="-128"/>
              </a:rPr>
              <a:t>B</a:t>
            </a:r>
            <a:r>
              <a:rPr lang="en-US" altLang="it-IT" sz="1800"/>
              <a:t> </a:t>
            </a:r>
            <a:r>
              <a:rPr lang="en-US" altLang="it-IT" sz="1800">
                <a:ea typeface="MS PMincho" panose="02020600040205080304" pitchFamily="18" charset="-128"/>
              </a:rPr>
              <a:t>→</a:t>
            </a:r>
            <a:r>
              <a:rPr lang="en-US" altLang="it-IT" sz="1800" i="1">
                <a:ea typeface="MS PMincho" panose="02020600040205080304" pitchFamily="18" charset="-128"/>
              </a:rPr>
              <a:t>bB</a:t>
            </a:r>
            <a:r>
              <a:rPr lang="en-US" altLang="it-IT" sz="1800">
                <a:ea typeface="MS PMincho" panose="02020600040205080304" pitchFamily="18" charset="-128"/>
              </a:rPr>
              <a:t>, </a:t>
            </a:r>
            <a:r>
              <a:rPr lang="en-US" altLang="it-IT" sz="1800" i="1">
                <a:ea typeface="MS PMincho" panose="02020600040205080304" pitchFamily="18" charset="-128"/>
              </a:rPr>
              <a:t>B</a:t>
            </a:r>
            <a:r>
              <a:rPr lang="en-US" altLang="it-IT" sz="1800"/>
              <a:t> </a:t>
            </a:r>
            <a:r>
              <a:rPr lang="en-US" altLang="it-IT" sz="1800">
                <a:ea typeface="MS PMincho" panose="02020600040205080304" pitchFamily="18" charset="-128"/>
              </a:rPr>
              <a:t>→</a:t>
            </a:r>
            <a:r>
              <a:rPr lang="en-US" altLang="it-IT" sz="1800" i="1">
                <a:ea typeface="MS PMincho" panose="02020600040205080304" pitchFamily="18" charset="-128"/>
              </a:rPr>
              <a:t>c</a:t>
            </a:r>
            <a:r>
              <a:rPr lang="en-US" altLang="it-IT" sz="1800">
                <a:ea typeface="MS PMincho" panose="02020600040205080304" pitchFamily="18" charset="-128"/>
              </a:rPr>
              <a:t>}</a:t>
            </a:r>
            <a:r>
              <a:rPr lang="en-US" altLang="it-IT" sz="1800" i="1">
                <a:ea typeface="MS PMincho" panose="02020600040205080304" pitchFamily="18" charset="-128"/>
              </a:rPr>
              <a:t>. </a:t>
            </a:r>
            <a:r>
              <a:rPr lang="en-US" altLang="it-IT" sz="1800">
                <a:ea typeface="MS PMincho" panose="02020600040205080304" pitchFamily="18" charset="-128"/>
              </a:rPr>
              <a:t>The word w = acbabc can be derived from S as follows:</a:t>
            </a:r>
            <a:r>
              <a:rPr lang="en-US" altLang="it-IT" sz="1800" i="1">
                <a:ea typeface="MS PMincho" panose="02020600040205080304" pitchFamily="18" charset="-128"/>
              </a:rPr>
              <a:t> </a:t>
            </a:r>
          </a:p>
          <a:p>
            <a:pPr marL="347663" lvl="1" indent="-261938">
              <a:buClr>
                <a:srgbClr val="FF0000"/>
              </a:buClr>
              <a:buNone/>
            </a:pPr>
            <a:r>
              <a:rPr lang="en-US" altLang="it-IT" sz="1800" i="1"/>
              <a:t>		S</a:t>
            </a:r>
            <a:r>
              <a:rPr lang="en-US" altLang="it-IT" sz="1800"/>
              <a:t> </a:t>
            </a:r>
            <a:r>
              <a:rPr lang="en-US" altLang="it-IT" sz="18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⇒ </a:t>
            </a:r>
            <a:r>
              <a:rPr lang="en-US" altLang="it-IT" sz="1800" i="1">
                <a:ea typeface="MS PMincho" panose="02020600040205080304" pitchFamily="18" charset="-128"/>
              </a:rPr>
              <a:t>aAB</a:t>
            </a:r>
            <a:r>
              <a:rPr lang="en-US" altLang="it-IT" sz="18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altLang="it-IT" sz="1800">
                <a:ea typeface="MS PMincho" panose="02020600040205080304" pitchFamily="18" charset="-128"/>
              </a:rPr>
              <a:t>→</a:t>
            </a:r>
            <a:r>
              <a:rPr lang="en-US" altLang="it-IT" sz="1800" i="1">
                <a:ea typeface="MS PMincho" panose="02020600040205080304" pitchFamily="18" charset="-128"/>
              </a:rPr>
              <a:t>a</a:t>
            </a:r>
            <a:r>
              <a:rPr lang="en-US" altLang="it-IT" sz="1800">
                <a:ea typeface="MS PMincho" panose="02020600040205080304" pitchFamily="18" charset="-128"/>
              </a:rPr>
              <a:t>(</a:t>
            </a:r>
            <a:r>
              <a:rPr lang="en-US" altLang="it-IT" sz="1800" i="1">
                <a:ea typeface="MS PMincho" panose="02020600040205080304" pitchFamily="18" charset="-128"/>
              </a:rPr>
              <a:t>Bba</a:t>
            </a:r>
            <a:r>
              <a:rPr lang="en-US" altLang="it-IT" sz="1800">
                <a:ea typeface="MS PMincho" panose="02020600040205080304" pitchFamily="18" charset="-128"/>
              </a:rPr>
              <a:t>)</a:t>
            </a:r>
            <a:r>
              <a:rPr lang="en-US" altLang="it-IT" sz="1800" i="1">
                <a:ea typeface="MS PMincho" panose="02020600040205080304" pitchFamily="18" charset="-128"/>
              </a:rPr>
              <a:t>B</a:t>
            </a:r>
            <a:r>
              <a:rPr lang="en-US" altLang="it-IT" sz="18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⇒ </a:t>
            </a:r>
            <a:r>
              <a:rPr lang="en-US" altLang="it-IT" sz="1800" i="1">
                <a:ea typeface="MS PMincho" panose="02020600040205080304" pitchFamily="18" charset="-128"/>
              </a:rPr>
              <a:t>acbaB</a:t>
            </a:r>
            <a:r>
              <a:rPr lang="en-US" altLang="it-IT" sz="18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⇒ </a:t>
            </a:r>
            <a:r>
              <a:rPr lang="en-US" altLang="it-IT" sz="1800" i="1">
                <a:ea typeface="MS PMincho" panose="02020600040205080304" pitchFamily="18" charset="-128"/>
              </a:rPr>
              <a:t>acba</a:t>
            </a:r>
            <a:r>
              <a:rPr lang="en-US" altLang="it-IT" sz="1800">
                <a:ea typeface="MS PMincho" panose="02020600040205080304" pitchFamily="18" charset="-128"/>
              </a:rPr>
              <a:t>(</a:t>
            </a:r>
            <a:r>
              <a:rPr lang="en-US" altLang="it-IT" sz="1800" i="1">
                <a:ea typeface="MS PMincho" panose="02020600040205080304" pitchFamily="18" charset="-128"/>
              </a:rPr>
              <a:t>bB</a:t>
            </a:r>
            <a:r>
              <a:rPr lang="en-US" altLang="it-IT" sz="1800">
                <a:ea typeface="MS PMincho" panose="02020600040205080304" pitchFamily="18" charset="-128"/>
              </a:rPr>
              <a:t>) </a:t>
            </a:r>
            <a:r>
              <a:rPr lang="en-US" altLang="it-IT" sz="1800"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⇒ </a:t>
            </a:r>
            <a:r>
              <a:rPr lang="en-US" altLang="it-IT" sz="1800" i="1">
                <a:ea typeface="MS PMincho" panose="02020600040205080304" pitchFamily="18" charset="-128"/>
              </a:rPr>
              <a:t>acbabc</a:t>
            </a:r>
          </a:p>
          <a:p>
            <a:pPr marL="347663" lvl="1" indent="-261938">
              <a:buClr>
                <a:srgbClr val="FF0000"/>
              </a:buClr>
              <a:buNone/>
            </a:pPr>
            <a:r>
              <a:rPr lang="en-US" altLang="it-IT" sz="1800" i="1">
                <a:ea typeface="MS PMincho" panose="02020600040205080304" pitchFamily="18" charset="-128"/>
              </a:rPr>
              <a:t>	</a:t>
            </a:r>
            <a:r>
              <a:rPr lang="en-US" altLang="it-IT" sz="1800">
                <a:ea typeface="MS PMincho" panose="02020600040205080304" pitchFamily="18" charset="-128"/>
              </a:rPr>
              <a:t>Thus, the derivation tree is given as follows:</a:t>
            </a:r>
          </a:p>
          <a:p>
            <a:pPr marL="347663" lvl="1" indent="-261938">
              <a:buClr>
                <a:srgbClr val="FF0000"/>
              </a:buClr>
              <a:buFont typeface="Arial" panose="020B0604020202020204" pitchFamily="34" charset="0"/>
              <a:buChar char="►"/>
            </a:pPr>
            <a:endParaRPr lang="en-US" altLang="it-IT" sz="1800" i="1">
              <a:ea typeface="MS PMincho" panose="02020600040205080304" pitchFamily="18" charset="-128"/>
            </a:endParaRPr>
          </a:p>
        </p:txBody>
      </p:sp>
      <p:sp>
        <p:nvSpPr>
          <p:cNvPr id="46083" name="Text Box 5">
            <a:extLst>
              <a:ext uri="{FF2B5EF4-FFF2-40B4-BE49-F238E27FC236}">
                <a16:creationId xmlns:a16="http://schemas.microsoft.com/office/drawing/2014/main" id="{12C6EEFC-C8BA-157F-3911-C64B941179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2281793"/>
            <a:ext cx="571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/>
              <a:t>S</a:t>
            </a:r>
          </a:p>
        </p:txBody>
      </p:sp>
      <p:sp>
        <p:nvSpPr>
          <p:cNvPr id="46084" name="Line 6">
            <a:extLst>
              <a:ext uri="{FF2B5EF4-FFF2-40B4-BE49-F238E27FC236}">
                <a16:creationId xmlns:a16="http://schemas.microsoft.com/office/drawing/2014/main" id="{ADCDAF81-4488-A59F-F14F-A6F17F6EA52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28950" y="2510393"/>
            <a:ext cx="971550" cy="2857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85" name="Line 7">
            <a:extLst>
              <a:ext uri="{FF2B5EF4-FFF2-40B4-BE49-F238E27FC236}">
                <a16:creationId xmlns:a16="http://schemas.microsoft.com/office/drawing/2014/main" id="{106294E4-A8D7-FF82-A893-332BCE093B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2567543"/>
            <a:ext cx="0" cy="342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86" name="Line 8">
            <a:extLst>
              <a:ext uri="{FF2B5EF4-FFF2-40B4-BE49-F238E27FC236}">
                <a16:creationId xmlns:a16="http://schemas.microsoft.com/office/drawing/2014/main" id="{985335A8-7ECA-2A40-BF65-45F8BC18A02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2510393"/>
            <a:ext cx="1428750" cy="400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87" name="Text Box 9">
            <a:extLst>
              <a:ext uri="{FF2B5EF4-FFF2-40B4-BE49-F238E27FC236}">
                <a16:creationId xmlns:a16="http://schemas.microsoft.com/office/drawing/2014/main" id="{93FB8277-8EB7-6AA6-D2CE-777CBC2B7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273899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46088" name="Text Box 10">
            <a:extLst>
              <a:ext uri="{FF2B5EF4-FFF2-40B4-BE49-F238E27FC236}">
                <a16:creationId xmlns:a16="http://schemas.microsoft.com/office/drawing/2014/main" id="{06C42C6A-82DC-5FCF-E7F6-A5201F2374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285329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46089" name="Text Box 11">
            <a:extLst>
              <a:ext uri="{FF2B5EF4-FFF2-40B4-BE49-F238E27FC236}">
                <a16:creationId xmlns:a16="http://schemas.microsoft.com/office/drawing/2014/main" id="{418B146D-5FDD-872D-D21A-9D1936536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285329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46090" name="Line 12">
            <a:extLst>
              <a:ext uri="{FF2B5EF4-FFF2-40B4-BE49-F238E27FC236}">
                <a16:creationId xmlns:a16="http://schemas.microsoft.com/office/drawing/2014/main" id="{ACDC95D3-B8ED-C1BD-F369-F4280D2D4B7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43300" y="3139043"/>
            <a:ext cx="457200" cy="400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1" name="Line 13">
            <a:extLst>
              <a:ext uri="{FF2B5EF4-FFF2-40B4-BE49-F238E27FC236}">
                <a16:creationId xmlns:a16="http://schemas.microsoft.com/office/drawing/2014/main" id="{A005FDAB-42E7-BCC9-F736-B163D21D2D7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114800" y="3196193"/>
            <a:ext cx="0" cy="342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2" name="Line 14">
            <a:extLst>
              <a:ext uri="{FF2B5EF4-FFF2-40B4-BE49-F238E27FC236}">
                <a16:creationId xmlns:a16="http://schemas.microsoft.com/office/drawing/2014/main" id="{F1E7F442-A413-5FA3-DB83-5DCC3093A0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229100" y="3139043"/>
            <a:ext cx="40005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3" name="Text Box 15">
            <a:extLst>
              <a:ext uri="{FF2B5EF4-FFF2-40B4-BE49-F238E27FC236}">
                <a16:creationId xmlns:a16="http://schemas.microsoft.com/office/drawing/2014/main" id="{AECC1856-4817-4A5C-1E4E-0814C823B5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353909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46094" name="Text Box 16">
            <a:extLst>
              <a:ext uri="{FF2B5EF4-FFF2-40B4-BE49-F238E27FC236}">
                <a16:creationId xmlns:a16="http://schemas.microsoft.com/office/drawing/2014/main" id="{FDBB5E30-EC4E-785D-6BD7-651EC62BF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0500" y="359624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46095" name="Text Box 17">
            <a:extLst>
              <a:ext uri="{FF2B5EF4-FFF2-40B4-BE49-F238E27FC236}">
                <a16:creationId xmlns:a16="http://schemas.microsoft.com/office/drawing/2014/main" id="{D8B72279-CAF6-9C3B-08F1-0139EC220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7700" y="359624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a</a:t>
            </a:r>
          </a:p>
        </p:txBody>
      </p:sp>
      <p:sp>
        <p:nvSpPr>
          <p:cNvPr id="46096" name="Line 18">
            <a:extLst>
              <a:ext uri="{FF2B5EF4-FFF2-40B4-BE49-F238E27FC236}">
                <a16:creationId xmlns:a16="http://schemas.microsoft.com/office/drawing/2014/main" id="{5F28BCBC-F23F-75C2-4222-BC3239EA3CF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86150" y="3824843"/>
            <a:ext cx="0" cy="342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7" name="Text Box 19">
            <a:extLst>
              <a:ext uri="{FF2B5EF4-FFF2-40B4-BE49-F238E27FC236}">
                <a16:creationId xmlns:a16="http://schemas.microsoft.com/office/drawing/2014/main" id="{BEA45B58-EB52-C3D3-5BF3-0BDA0B3D78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1850" y="422489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46098" name="Line 20">
            <a:extLst>
              <a:ext uri="{FF2B5EF4-FFF2-40B4-BE49-F238E27FC236}">
                <a16:creationId xmlns:a16="http://schemas.microsoft.com/office/drawing/2014/main" id="{0D877B5F-4ED3-410D-081B-B10A57BCACA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14950" y="3139043"/>
            <a:ext cx="457200" cy="40005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099" name="Line 21">
            <a:extLst>
              <a:ext uri="{FF2B5EF4-FFF2-40B4-BE49-F238E27FC236}">
                <a16:creationId xmlns:a16="http://schemas.microsoft.com/office/drawing/2014/main" id="{A3422906-DDA3-4CAB-9692-980340A7109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00750" y="3139043"/>
            <a:ext cx="40005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100" name="Text Box 22">
            <a:extLst>
              <a:ext uri="{FF2B5EF4-FFF2-40B4-BE49-F238E27FC236}">
                <a16:creationId xmlns:a16="http://schemas.microsoft.com/office/drawing/2014/main" id="{6B34F849-C46A-7256-3043-B80BE7412B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353909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46101" name="Text Box 23">
            <a:extLst>
              <a:ext uri="{FF2B5EF4-FFF2-40B4-BE49-F238E27FC236}">
                <a16:creationId xmlns:a16="http://schemas.microsoft.com/office/drawing/2014/main" id="{B8B0C0F5-D921-4EFA-ED10-1A8B9CC6EC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6500" y="3596243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B</a:t>
            </a:r>
          </a:p>
        </p:txBody>
      </p:sp>
      <p:sp>
        <p:nvSpPr>
          <p:cNvPr id="46102" name="Line 24">
            <a:extLst>
              <a:ext uri="{FF2B5EF4-FFF2-40B4-BE49-F238E27FC236}">
                <a16:creationId xmlns:a16="http://schemas.microsoft.com/office/drawing/2014/main" id="{4D7867CF-6348-7408-CA3F-463972238B8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00800" y="3881993"/>
            <a:ext cx="0" cy="342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103" name="Text Box 25">
            <a:extLst>
              <a:ext uri="{FF2B5EF4-FFF2-40B4-BE49-F238E27FC236}">
                <a16:creationId xmlns:a16="http://schemas.microsoft.com/office/drawing/2014/main" id="{D34AB823-FE2C-9A69-013C-05A9BC8B59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0800" y="4743450"/>
            <a:ext cx="4000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it-IT" sz="1800" i="1">
                <a:latin typeface="Calibri" panose="020F0502020204030204" pitchFamily="34" charset="0"/>
              </a:rPr>
              <a:t>c</a:t>
            </a:r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C5C37F9D-C9F9-16BE-882D-82FDA615A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09900" y="4305856"/>
            <a:ext cx="2895600" cy="274637"/>
          </a:xfrm>
        </p:spPr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DAE1D192-A20B-21F1-FAEC-2A451F220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29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0B4A4158-AFD5-DB98-A7A7-DAB776FACD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Backus-Naur Form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908B4FB-24F9-D0AA-D964-A633720830D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/>
              <a:t>sentence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/>
              <a:t> </a:t>
            </a:r>
            <a:r>
              <a:rPr lang="en-US" altLang="it-IT" sz="2100">
                <a:latin typeface="Symbol" pitchFamily="2" charset="2"/>
              </a:rPr>
              <a:t>::=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noun phrase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verb phrase</a:t>
            </a:r>
            <a:r>
              <a:rPr lang="en-US" altLang="it-IT" sz="2100" b="1">
                <a:sym typeface="Symbol" pitchFamily="2" charset="2"/>
              </a:rPr>
              <a:t></a:t>
            </a:r>
            <a:endParaRPr lang="en-US" altLang="it-IT" sz="2100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noun phrase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latin typeface="Symbol" pitchFamily="2" charset="2"/>
              </a:rPr>
              <a:t>::=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article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 b="1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cs typeface="Times New Roman" panose="02020603050405020304" pitchFamily="18" charset="0"/>
              </a:rPr>
              <a:t>[</a:t>
            </a: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adjective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]</a:t>
            </a:r>
            <a:r>
              <a:rPr lang="en-US" altLang="it-IT" sz="2100" b="1">
                <a:cs typeface="Times New Roman" panose="02020603050405020304" pitchFamily="18" charset="0"/>
              </a:rPr>
              <a:t> </a:t>
            </a: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noun</a:t>
            </a:r>
            <a:r>
              <a:rPr lang="en-US" altLang="it-IT" sz="2100" b="1">
                <a:sym typeface="Symbol" pitchFamily="2" charset="2"/>
              </a:rPr>
              <a:t></a:t>
            </a:r>
            <a:endParaRPr lang="en-US" altLang="it-IT" sz="2100" b="1"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</a:pP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verb phrase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latin typeface="Symbol" pitchFamily="2" charset="2"/>
              </a:rPr>
              <a:t>::=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verb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 b="1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cs typeface="Times New Roman" panose="02020603050405020304" pitchFamily="18" charset="0"/>
              </a:rPr>
              <a:t>[</a:t>
            </a: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adverb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]</a:t>
            </a:r>
          </a:p>
          <a:p>
            <a:pPr>
              <a:lnSpc>
                <a:spcPct val="90000"/>
              </a:lnSpc>
            </a:pP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article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latin typeface="Symbol" pitchFamily="2" charset="2"/>
              </a:rPr>
              <a:t>::=</a:t>
            </a:r>
            <a:r>
              <a:rPr lang="en-US" altLang="it-IT" sz="2100">
                <a:cs typeface="Times New Roman" panose="02020603050405020304" pitchFamily="18" charset="0"/>
              </a:rPr>
              <a:t> a</a:t>
            </a:r>
            <a:r>
              <a:rPr lang="en-US" altLang="it-IT" sz="2100" i="1">
                <a:cs typeface="Times New Roman" panose="02020603050405020304" pitchFamily="18" charset="0"/>
              </a:rPr>
              <a:t> | </a:t>
            </a:r>
            <a:r>
              <a:rPr lang="en-US" altLang="it-IT" sz="2100">
                <a:cs typeface="Times New Roman" panose="02020603050405020304" pitchFamily="18" charset="0"/>
              </a:rPr>
              <a:t>the</a:t>
            </a:r>
          </a:p>
          <a:p>
            <a:pPr>
              <a:lnSpc>
                <a:spcPct val="90000"/>
              </a:lnSpc>
            </a:pP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adjective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latin typeface="Symbol" pitchFamily="2" charset="2"/>
              </a:rPr>
              <a:t>::=</a:t>
            </a:r>
            <a:r>
              <a:rPr lang="en-US" altLang="it-IT" sz="2100">
                <a:cs typeface="Times New Roman" panose="02020603050405020304" pitchFamily="18" charset="0"/>
              </a:rPr>
              <a:t> large</a:t>
            </a:r>
            <a:r>
              <a:rPr lang="en-US" altLang="it-IT" sz="2100" i="1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cs typeface="Times New Roman" panose="02020603050405020304" pitchFamily="18" charset="0"/>
              </a:rPr>
              <a:t>| hungry</a:t>
            </a:r>
          </a:p>
          <a:p>
            <a:pPr>
              <a:lnSpc>
                <a:spcPct val="90000"/>
              </a:lnSpc>
            </a:pP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noun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latin typeface="Symbol" pitchFamily="2" charset="2"/>
              </a:rPr>
              <a:t>::=</a:t>
            </a:r>
            <a:r>
              <a:rPr lang="en-US" altLang="it-IT" sz="2100">
                <a:cs typeface="Times New Roman" panose="02020603050405020304" pitchFamily="18" charset="0"/>
              </a:rPr>
              <a:t> rabbit</a:t>
            </a:r>
            <a:r>
              <a:rPr lang="en-US" altLang="it-IT" sz="2100" i="1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cs typeface="Times New Roman" panose="02020603050405020304" pitchFamily="18" charset="0"/>
              </a:rPr>
              <a:t>| mathematician</a:t>
            </a:r>
          </a:p>
          <a:p>
            <a:pPr>
              <a:lnSpc>
                <a:spcPct val="90000"/>
              </a:lnSpc>
            </a:pP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verb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latin typeface="Symbol" pitchFamily="2" charset="2"/>
              </a:rPr>
              <a:t>::=</a:t>
            </a:r>
            <a:r>
              <a:rPr lang="en-US" altLang="it-IT" sz="2100">
                <a:cs typeface="Times New Roman" panose="02020603050405020304" pitchFamily="18" charset="0"/>
              </a:rPr>
              <a:t> eats</a:t>
            </a:r>
            <a:r>
              <a:rPr lang="en-US" altLang="it-IT" sz="2100" i="1">
                <a:cs typeface="Times New Roman" panose="02020603050405020304" pitchFamily="18" charset="0"/>
              </a:rPr>
              <a:t> | </a:t>
            </a:r>
            <a:r>
              <a:rPr lang="en-US" altLang="it-IT" sz="2100">
                <a:cs typeface="Times New Roman" panose="02020603050405020304" pitchFamily="18" charset="0"/>
              </a:rPr>
              <a:t>hops</a:t>
            </a:r>
          </a:p>
          <a:p>
            <a:pPr>
              <a:lnSpc>
                <a:spcPct val="90000"/>
              </a:lnSpc>
            </a:pPr>
            <a:r>
              <a:rPr lang="en-US" altLang="it-IT" sz="2100" b="1">
                <a:sym typeface="Symbol" pitchFamily="2" charset="2"/>
              </a:rPr>
              <a:t></a:t>
            </a:r>
            <a:r>
              <a:rPr lang="en-US" altLang="it-IT" sz="2100">
                <a:cs typeface="Times New Roman" panose="02020603050405020304" pitchFamily="18" charset="0"/>
              </a:rPr>
              <a:t>adverb</a:t>
            </a:r>
            <a:r>
              <a:rPr lang="en-US" altLang="it-IT" sz="2100" b="1">
                <a:sym typeface="Symbol" pitchFamily="2" charset="2"/>
              </a:rPr>
              <a:t></a:t>
            </a:r>
            <a:r>
              <a:rPr lang="en-US" altLang="it-IT" sz="2100">
                <a:cs typeface="Times New Roman" panose="02020603050405020304" pitchFamily="18" charset="0"/>
              </a:rPr>
              <a:t> </a:t>
            </a:r>
            <a:r>
              <a:rPr lang="en-US" altLang="it-IT" sz="2100">
                <a:latin typeface="Symbol" pitchFamily="2" charset="2"/>
              </a:rPr>
              <a:t>::=</a:t>
            </a:r>
            <a:r>
              <a:rPr lang="en-US" altLang="it-IT" sz="2100">
                <a:cs typeface="Times New Roman" panose="02020603050405020304" pitchFamily="18" charset="0"/>
              </a:rPr>
              <a:t> quickly</a:t>
            </a:r>
            <a:r>
              <a:rPr lang="en-US" altLang="it-IT" sz="2100" i="1">
                <a:cs typeface="Times New Roman" panose="02020603050405020304" pitchFamily="18" charset="0"/>
              </a:rPr>
              <a:t> | </a:t>
            </a:r>
            <a:r>
              <a:rPr lang="en-US" altLang="it-IT" sz="2100">
                <a:cs typeface="Times New Roman" panose="02020603050405020304" pitchFamily="18" charset="0"/>
              </a:rPr>
              <a:t>wildly</a:t>
            </a:r>
          </a:p>
        </p:txBody>
      </p:sp>
      <p:sp>
        <p:nvSpPr>
          <p:cNvPr id="47108" name="Text Box 4">
            <a:extLst>
              <a:ext uri="{FF2B5EF4-FFF2-40B4-BE49-F238E27FC236}">
                <a16:creationId xmlns:a16="http://schemas.microsoft.com/office/drawing/2014/main" id="{AA3F2637-9E6B-1523-F569-2BEC5A438B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0700" y="2571751"/>
            <a:ext cx="1864613" cy="646331"/>
          </a:xfrm>
          <a:prstGeom prst="rect">
            <a:avLst/>
          </a:prstGeom>
          <a:solidFill>
            <a:srgbClr val="FFFFCC"/>
          </a:solidFill>
          <a:ln w="38100" algn="ctr">
            <a:solidFill>
              <a:srgbClr val="0066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/>
              <a:t>Square brackets []</a:t>
            </a:r>
            <a:br>
              <a:rPr lang="en-US" altLang="it-IT" sz="1800"/>
            </a:br>
            <a:r>
              <a:rPr lang="en-US" altLang="it-IT" sz="1800"/>
              <a:t>mean “optional”</a:t>
            </a:r>
          </a:p>
        </p:txBody>
      </p:sp>
      <p:sp>
        <p:nvSpPr>
          <p:cNvPr id="47109" name="Text Box 5">
            <a:extLst>
              <a:ext uri="{FF2B5EF4-FFF2-40B4-BE49-F238E27FC236}">
                <a16:creationId xmlns:a16="http://schemas.microsoft.com/office/drawing/2014/main" id="{FEA7DEDB-1B5B-0CFA-8378-3D4D6C21B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72100" y="3543301"/>
            <a:ext cx="2012089" cy="646331"/>
          </a:xfrm>
          <a:prstGeom prst="rect">
            <a:avLst/>
          </a:prstGeom>
          <a:solidFill>
            <a:srgbClr val="FFFFCC"/>
          </a:solidFill>
          <a:ln w="38100" algn="ctr">
            <a:solidFill>
              <a:srgbClr val="0066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/>
              <a:t>Vertical bars</a:t>
            </a:r>
            <a:br>
              <a:rPr lang="en-US" altLang="it-IT" sz="1800"/>
            </a:br>
            <a:r>
              <a:rPr lang="en-US" altLang="it-IT" sz="1800"/>
              <a:t>mean “alternatives”</a:t>
            </a:r>
          </a:p>
        </p:txBody>
      </p:sp>
      <p:sp>
        <p:nvSpPr>
          <p:cNvPr id="47110" name="Line 6">
            <a:extLst>
              <a:ext uri="{FF2B5EF4-FFF2-40B4-BE49-F238E27FC236}">
                <a16:creationId xmlns:a16="http://schemas.microsoft.com/office/drawing/2014/main" id="{A32EA94B-A3DE-09FF-FD15-91973A99BB8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715000" y="2171700"/>
            <a:ext cx="285750" cy="4000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7111" name="Line 7">
            <a:extLst>
              <a:ext uri="{FF2B5EF4-FFF2-40B4-BE49-F238E27FC236}">
                <a16:creationId xmlns:a16="http://schemas.microsoft.com/office/drawing/2014/main" id="{48C27FA0-6C01-6406-A7C3-2BBAFA93CC3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257800" y="2571750"/>
            <a:ext cx="342900" cy="2286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7112" name="AutoShape 8">
            <a:extLst>
              <a:ext uri="{FF2B5EF4-FFF2-40B4-BE49-F238E27FC236}">
                <a16:creationId xmlns:a16="http://schemas.microsoft.com/office/drawing/2014/main" id="{BB78AC9F-22BA-8A40-224E-C958A3CCA509}"/>
              </a:ext>
            </a:extLst>
          </p:cNvPr>
          <p:cNvSpPr>
            <a:spLocks/>
          </p:cNvSpPr>
          <p:nvPr/>
        </p:nvSpPr>
        <p:spPr bwMode="auto">
          <a:xfrm>
            <a:off x="5029200" y="2657475"/>
            <a:ext cx="342900" cy="1771650"/>
          </a:xfrm>
          <a:prstGeom prst="rightBrace">
            <a:avLst>
              <a:gd name="adj1" fmla="val 43056"/>
              <a:gd name="adj2" fmla="val 68213"/>
            </a:avLst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it-IT" altLang="it-IT" sz="1800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7D008B73-8292-AE11-56CA-AF2F068DE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5FD39E1-32C3-85A7-98F7-5D3D35091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30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7E1478D4-7A58-D765-B240-75A647D61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it-IT"/>
              <a:t>Generating Infinite Languages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AF66710E-80E8-8C9B-6590-83D36440A5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it-IT"/>
              <a:t>A simple PSG can easily generate an infinite language.</a:t>
            </a:r>
          </a:p>
          <a:p>
            <a:pPr>
              <a:lnSpc>
                <a:spcPct val="90000"/>
              </a:lnSpc>
            </a:pPr>
            <a:r>
              <a:rPr lang="en-US" altLang="it-IT"/>
              <a:t>Example: </a:t>
            </a:r>
            <a:r>
              <a:rPr lang="en-US" altLang="it-IT" i="1"/>
              <a:t>S</a:t>
            </a:r>
            <a:r>
              <a:rPr lang="en-US" altLang="it-IT"/>
              <a:t> </a:t>
            </a:r>
            <a:r>
              <a:rPr lang="en-US" altLang="it-IT">
                <a:cs typeface="Times New Roman" panose="02020603050405020304" pitchFamily="18" charset="0"/>
              </a:rPr>
              <a:t>→ 11</a:t>
            </a:r>
            <a:r>
              <a:rPr lang="en-US" altLang="it-IT" i="1">
                <a:cs typeface="Times New Roman" panose="02020603050405020304" pitchFamily="18" charset="0"/>
              </a:rPr>
              <a:t>S</a:t>
            </a:r>
            <a:r>
              <a:rPr lang="en-US" altLang="it-IT">
                <a:cs typeface="Times New Roman" panose="02020603050405020304" pitchFamily="18" charset="0"/>
              </a:rPr>
              <a:t>, </a:t>
            </a:r>
            <a:r>
              <a:rPr lang="en-US" altLang="it-IT" i="1">
                <a:cs typeface="Times New Roman" panose="02020603050405020304" pitchFamily="18" charset="0"/>
              </a:rPr>
              <a:t>S</a:t>
            </a:r>
            <a:r>
              <a:rPr lang="en-US" altLang="it-IT">
                <a:cs typeface="Times New Roman" panose="02020603050405020304" pitchFamily="18" charset="0"/>
              </a:rPr>
              <a:t> → 0 (</a:t>
            </a:r>
            <a:r>
              <a:rPr lang="en-US" altLang="it-IT" i="1">
                <a:cs typeface="Times New Roman" panose="02020603050405020304" pitchFamily="18" charset="0"/>
              </a:rPr>
              <a:t>T</a:t>
            </a:r>
            <a:r>
              <a:rPr lang="en-US" altLang="it-IT">
                <a:cs typeface="Times New Roman" panose="02020603050405020304" pitchFamily="18" charset="0"/>
              </a:rPr>
              <a:t> = {0,1}).</a:t>
            </a:r>
          </a:p>
          <a:p>
            <a:pPr>
              <a:lnSpc>
                <a:spcPct val="90000"/>
              </a:lnSpc>
            </a:pPr>
            <a:r>
              <a:rPr lang="en-US" altLang="it-IT">
                <a:cs typeface="Times New Roman" panose="02020603050405020304" pitchFamily="18" charset="0"/>
              </a:rPr>
              <a:t>The derivations are:</a:t>
            </a:r>
          </a:p>
          <a:p>
            <a:pPr lvl="1">
              <a:lnSpc>
                <a:spcPct val="90000"/>
              </a:lnSpc>
            </a:pPr>
            <a:r>
              <a:rPr lang="en-US" altLang="it-IT" i="1">
                <a:cs typeface="Times New Roman" panose="02020603050405020304" pitchFamily="18" charset="0"/>
              </a:rPr>
              <a:t>S</a:t>
            </a:r>
            <a:r>
              <a:rPr lang="en-US" altLang="it-IT">
                <a:cs typeface="Times New Roman" panose="02020603050405020304" pitchFamily="18" charset="0"/>
              </a:rPr>
              <a:t> </a:t>
            </a:r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 0</a:t>
            </a:r>
          </a:p>
          <a:p>
            <a:pPr lvl="1">
              <a:lnSpc>
                <a:spcPct val="90000"/>
              </a:lnSpc>
            </a:pPr>
            <a:r>
              <a:rPr lang="en-US" altLang="it-IT" i="1">
                <a:cs typeface="Times New Roman" panose="02020603050405020304" pitchFamily="18" charset="0"/>
              </a:rPr>
              <a:t>S</a:t>
            </a:r>
            <a:r>
              <a:rPr lang="en-US" altLang="it-IT">
                <a:cs typeface="Times New Roman" panose="02020603050405020304" pitchFamily="18" charset="0"/>
              </a:rPr>
              <a:t> </a:t>
            </a:r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 11</a:t>
            </a:r>
            <a:r>
              <a:rPr lang="en-US" altLang="it-IT" i="1">
                <a:cs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  110</a:t>
            </a:r>
          </a:p>
          <a:p>
            <a:pPr lvl="1">
              <a:lnSpc>
                <a:spcPct val="90000"/>
              </a:lnSpc>
            </a:pPr>
            <a:r>
              <a:rPr lang="en-US" altLang="it-IT" i="1">
                <a:cs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  11</a:t>
            </a:r>
            <a:r>
              <a:rPr lang="en-US" altLang="it-IT" i="1">
                <a:cs typeface="Times New Roman" panose="02020603050405020304" pitchFamily="18" charset="0"/>
                <a:sym typeface="Symbol" pitchFamily="2" charset="2"/>
              </a:rPr>
              <a:t>S</a:t>
            </a:r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  1111S  11110</a:t>
            </a:r>
          </a:p>
          <a:p>
            <a:pPr lvl="1">
              <a:lnSpc>
                <a:spcPct val="90000"/>
              </a:lnSpc>
            </a:pPr>
            <a:r>
              <a:rPr lang="en-US" altLang="it-IT">
                <a:cs typeface="Times New Roman" panose="02020603050405020304" pitchFamily="18" charset="0"/>
                <a:sym typeface="Symbol" pitchFamily="2" charset="2"/>
              </a:rPr>
              <a:t>and so on…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752E8ED0-9D96-42E7-5E93-3F9340DE0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944" y="2888456"/>
            <a:ext cx="2311274" cy="1754326"/>
          </a:xfrm>
          <a:prstGeom prst="rect">
            <a:avLst/>
          </a:prstGeom>
          <a:solidFill>
            <a:srgbClr val="FFFFCC"/>
          </a:solidFill>
          <a:ln w="38100" algn="ctr">
            <a:solidFill>
              <a:srgbClr val="006600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US" altLang="it-IT" sz="1800" i="1"/>
              <a:t>L</a:t>
            </a:r>
            <a:r>
              <a:rPr lang="en-US" altLang="it-IT" sz="1800"/>
              <a:t> = {(11)*0} – the</a:t>
            </a:r>
            <a:br>
              <a:rPr lang="en-US" altLang="it-IT" sz="1800"/>
            </a:br>
            <a:r>
              <a:rPr lang="en-US" altLang="it-IT" sz="1800"/>
              <a:t>set of all strings </a:t>
            </a:r>
            <a:br>
              <a:rPr lang="en-US" altLang="it-IT" sz="1800"/>
            </a:br>
            <a:r>
              <a:rPr lang="en-US" altLang="it-IT" sz="1800"/>
              <a:t>consisting of some</a:t>
            </a:r>
            <a:br>
              <a:rPr lang="en-US" altLang="it-IT" sz="1800"/>
            </a:br>
            <a:r>
              <a:rPr lang="en-US" altLang="it-IT" sz="1800"/>
              <a:t>number of concaten-</a:t>
            </a:r>
            <a:br>
              <a:rPr lang="en-US" altLang="it-IT" sz="1800"/>
            </a:br>
            <a:r>
              <a:rPr lang="en-US" altLang="it-IT" sz="1800"/>
              <a:t>ations of 11 with itself,</a:t>
            </a:r>
            <a:br>
              <a:rPr lang="en-US" altLang="it-IT" sz="1800"/>
            </a:br>
            <a:r>
              <a:rPr lang="en-US" altLang="it-IT" sz="1800"/>
              <a:t>followed by 0.</a:t>
            </a:r>
            <a:endParaRPr lang="en-US" altLang="it-IT" sz="1800" i="1"/>
          </a:p>
        </p:txBody>
      </p:sp>
      <p:sp>
        <p:nvSpPr>
          <p:cNvPr id="2" name="Segnaposto piè di pagina 1">
            <a:extLst>
              <a:ext uri="{FF2B5EF4-FFF2-40B4-BE49-F238E27FC236}">
                <a16:creationId xmlns:a16="http://schemas.microsoft.com/office/drawing/2014/main" id="{F38473E0-8F31-82E2-D6A9-44E5EEEFA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BC3546FA-2278-F970-B49E-A7283BAF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31</a:t>
            </a:fld>
            <a:endParaRPr lang="it-IT" altLang="it-IT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A695A689-5F5C-804A-9943-AD4ABE490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UNIT 3 – L1</a:t>
            </a:r>
          </a:p>
        </p:txBody>
      </p:sp>
      <p:sp>
        <p:nvSpPr>
          <p:cNvPr id="8" name="Segnaposto testo 7">
            <a:extLst>
              <a:ext uri="{FF2B5EF4-FFF2-40B4-BE49-F238E27FC236}">
                <a16:creationId xmlns:a16="http://schemas.microsoft.com/office/drawing/2014/main" id="{BC5CACE8-2E8A-0C4B-A565-46435E77BB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ALTERNATING TWO-WAY AUTOMATA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B73FFDE-035C-CD4A-8BA7-E5AF64FFD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AAA74690-37D1-238F-BDF1-3BFC0519E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2565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olo 6">
            <a:extLst>
              <a:ext uri="{FF2B5EF4-FFF2-40B4-BE49-F238E27FC236}">
                <a16:creationId xmlns:a16="http://schemas.microsoft.com/office/drawing/2014/main" id="{07571C9D-362A-6C46-996E-FE5D178C3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INFINITE TREES</a:t>
            </a:r>
          </a:p>
        </p:txBody>
      </p:sp>
      <p:sp>
        <p:nvSpPr>
          <p:cNvPr id="8" name="Segnaposto contenuto 7">
            <a:extLst>
              <a:ext uri="{FF2B5EF4-FFF2-40B4-BE49-F238E27FC236}">
                <a16:creationId xmlns:a16="http://schemas.microsoft.com/office/drawing/2014/main" id="{96A198F7-854C-8A47-A0EC-1B258FFB92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An infinite </a:t>
            </a:r>
            <a:r>
              <a:rPr lang="it-IT" dirty="0" err="1"/>
              <a:t>tree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closed</a:t>
            </a:r>
            <a:r>
              <a:rPr lang="it-IT" dirty="0"/>
              <a:t> subset with </a:t>
            </a:r>
            <a:r>
              <a:rPr lang="it-IT" dirty="0" err="1"/>
              <a:t>respect</a:t>
            </a:r>
            <a:r>
              <a:rPr lang="it-IT" dirty="0"/>
              <a:t> to the </a:t>
            </a:r>
            <a:r>
              <a:rPr lang="it-IT" dirty="0" err="1"/>
              <a:t>prefixes</a:t>
            </a:r>
            <a:r>
              <a:rPr lang="it-IT" dirty="0"/>
              <a:t> of </a:t>
            </a:r>
            <a:r>
              <a:rPr lang="it-IT" dirty="0" err="1"/>
              <a:t>strings</a:t>
            </a:r>
            <a:r>
              <a:rPr lang="it-IT" dirty="0"/>
              <a:t> of </a:t>
            </a:r>
            <a:r>
              <a:rPr lang="it-IT" dirty="0" err="1"/>
              <a:t>natural</a:t>
            </a:r>
            <a:r>
              <a:rPr lang="it-IT" dirty="0"/>
              <a:t> </a:t>
            </a:r>
            <a:r>
              <a:rPr lang="it-IT" dirty="0" err="1"/>
              <a:t>numbers;T</a:t>
            </a:r>
            <a:r>
              <a:rPr lang="it-IT" dirty="0"/>
              <a:t> ⊆ </a:t>
            </a:r>
            <a:r>
              <a:rPr lang="it-IT" dirty="0" err="1"/>
              <a:t>ℕ</a:t>
            </a:r>
            <a:r>
              <a:rPr lang="it-IT" baseline="30000" dirty="0"/>
              <a:t>*</a:t>
            </a:r>
            <a:endParaRPr lang="it-IT" dirty="0"/>
          </a:p>
          <a:p>
            <a:pPr lvl="1"/>
            <a:r>
              <a:rPr lang="it-IT" dirty="0"/>
              <a:t>∀</a:t>
            </a:r>
            <a:r>
              <a:rPr lang="it-IT" dirty="0" err="1"/>
              <a:t>x∈T</a:t>
            </a:r>
            <a:r>
              <a:rPr lang="it-IT" dirty="0"/>
              <a:t>, </a:t>
            </a:r>
            <a:r>
              <a:rPr lang="it-IT" dirty="0" err="1"/>
              <a:t>if</a:t>
            </a:r>
            <a:r>
              <a:rPr lang="it-IT" dirty="0"/>
              <a:t> x=</a:t>
            </a:r>
            <a:r>
              <a:rPr lang="it-IT" dirty="0" err="1"/>
              <a:t>x’x</a:t>
            </a:r>
            <a:r>
              <a:rPr lang="it-IT" dirty="0"/>
              <a:t>’’ with x’ and x’’ ∈ </a:t>
            </a:r>
            <a:r>
              <a:rPr lang="it-IT" dirty="0" err="1"/>
              <a:t>ℕ</a:t>
            </a:r>
            <a:r>
              <a:rPr lang="it-IT" baseline="30000" dirty="0"/>
              <a:t>*</a:t>
            </a:r>
            <a:r>
              <a:rPr lang="it-IT" dirty="0"/>
              <a:t>, </a:t>
            </a:r>
            <a:r>
              <a:rPr lang="it-IT" dirty="0" err="1"/>
              <a:t>then</a:t>
            </a:r>
            <a:r>
              <a:rPr lang="it-IT" dirty="0"/>
              <a:t> x’ ∈ T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7E6F91E-98C1-4040-97F5-2B2BACED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it-IT"/>
              <a:t>KR</a:t>
            </a:r>
          </a:p>
        </p:txBody>
      </p:sp>
      <p:sp>
        <p:nvSpPr>
          <p:cNvPr id="2" name="Segnaposto numero diapositiva 1">
            <a:extLst>
              <a:ext uri="{FF2B5EF4-FFF2-40B4-BE49-F238E27FC236}">
                <a16:creationId xmlns:a16="http://schemas.microsoft.com/office/drawing/2014/main" id="{D419C0AE-3BD4-3CF8-45FB-49511F031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78565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3EEB284-93F3-404E-86BF-B4694D400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EXAMPLE OF AN INFINITE TREE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B495FD2-803C-6644-8BFC-FFF5F209C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The set of </a:t>
            </a:r>
            <a:r>
              <a:rPr lang="it-IT" sz="2800" dirty="0" err="1"/>
              <a:t>all</a:t>
            </a:r>
            <a:r>
              <a:rPr lang="it-IT" sz="2800" dirty="0"/>
              <a:t> </a:t>
            </a:r>
            <a:r>
              <a:rPr lang="it-IT" sz="2800" dirty="0" err="1"/>
              <a:t>strings</a:t>
            </a:r>
            <a:r>
              <a:rPr lang="it-IT" sz="2800" dirty="0"/>
              <a:t> </a:t>
            </a:r>
            <a:r>
              <a:rPr lang="it-IT" sz="2800" dirty="0" err="1"/>
              <a:t>formed</a:t>
            </a:r>
            <a:r>
              <a:rPr lang="it-IT" sz="2800" dirty="0"/>
              <a:t> by the </a:t>
            </a:r>
            <a:r>
              <a:rPr lang="it-IT" sz="2800" dirty="0" err="1"/>
              <a:t>alternation</a:t>
            </a:r>
            <a:r>
              <a:rPr lang="it-IT" sz="2800" dirty="0"/>
              <a:t> of an </a:t>
            </a:r>
            <a:r>
              <a:rPr lang="it-IT" sz="2800" dirty="0" err="1"/>
              <a:t>even</a:t>
            </a:r>
            <a:r>
              <a:rPr lang="it-IT" sz="2800" dirty="0"/>
              <a:t> </a:t>
            </a:r>
            <a:r>
              <a:rPr lang="it-IT" sz="2800" dirty="0" err="1"/>
              <a:t>number</a:t>
            </a:r>
            <a:r>
              <a:rPr lang="it-IT" sz="2800" dirty="0"/>
              <a:t> and an </a:t>
            </a:r>
            <a:r>
              <a:rPr lang="it-IT" sz="2800" dirty="0" err="1"/>
              <a:t>odd</a:t>
            </a:r>
            <a:r>
              <a:rPr lang="it-IT" sz="2800" dirty="0"/>
              <a:t> </a:t>
            </a:r>
            <a:r>
              <a:rPr lang="it-IT" sz="2800" dirty="0" err="1"/>
              <a:t>number</a:t>
            </a:r>
            <a:endParaRPr lang="it-IT" sz="2800" dirty="0"/>
          </a:p>
          <a:p>
            <a:pPr marL="0" indent="0">
              <a:buNone/>
            </a:pPr>
            <a:r>
              <a:rPr lang="it-IT" sz="2800" dirty="0"/>
              <a:t>{𝛆,[2],[2][1],[2][3],[2][5],[2][7],[2][9],[2][11],…</a:t>
            </a:r>
            <a:br>
              <a:rPr lang="it-IT" sz="2800" dirty="0"/>
            </a:br>
            <a:r>
              <a:rPr lang="it-IT" sz="2800" dirty="0"/>
              <a:t> [4],[4][1],…</a:t>
            </a:r>
            <a:br>
              <a:rPr lang="it-IT" sz="2800" dirty="0"/>
            </a:br>
            <a:r>
              <a:rPr lang="it-IT" sz="2800" dirty="0"/>
              <a:t> …</a:t>
            </a:r>
            <a:br>
              <a:rPr lang="it-IT" sz="2800" dirty="0"/>
            </a:br>
            <a:r>
              <a:rPr lang="it-IT" sz="2800" dirty="0"/>
              <a:t> [20][1],[20][3],…</a:t>
            </a:r>
            <a:br>
              <a:rPr lang="it-IT" sz="2800" dirty="0"/>
            </a:br>
            <a:r>
              <a:rPr lang="it-IT" sz="2800" dirty="0"/>
              <a:t> …</a:t>
            </a:r>
            <a:br>
              <a:rPr lang="it-IT" sz="2800" dirty="0"/>
            </a:br>
            <a:r>
              <a:rPr lang="it-IT" sz="2800" dirty="0"/>
              <a:t>} 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7EC964-3306-B34E-8ED6-4C5AF121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0140B9-AF08-71C6-0A51-420D0A65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712704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BF7B66-AE5B-C748-8499-D8B0FB824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REPRESENTATION OF INFINITE TREES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48D97DD-480B-5461-5B7F-296E4B802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DC51E4-5041-1B4B-99B8-DB36DFC6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graphicFrame>
        <p:nvGraphicFramePr>
          <p:cNvPr id="7" name="Diagramma 6">
            <a:extLst>
              <a:ext uri="{FF2B5EF4-FFF2-40B4-BE49-F238E27FC236}">
                <a16:creationId xmlns:a16="http://schemas.microsoft.com/office/drawing/2014/main" id="{995DB61F-9699-CE4D-896F-5F07BFBD4E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8350814"/>
              </p:ext>
            </p:extLst>
          </p:nvPr>
        </p:nvGraphicFramePr>
        <p:xfrm>
          <a:off x="266368" y="952782"/>
          <a:ext cx="7744570" cy="3951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Segnaposto numero diapositiva 7">
            <a:extLst>
              <a:ext uri="{FF2B5EF4-FFF2-40B4-BE49-F238E27FC236}">
                <a16:creationId xmlns:a16="http://schemas.microsoft.com/office/drawing/2014/main" id="{A2574ACD-1DBD-2FA8-C08E-1E62977B0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182912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088B38-2CCF-CC41-B0DE-152546770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CANONICITY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6A364D7-8410-D54B-9CE6-EFB5412B2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/>
              <a:t>The alternative </a:t>
            </a:r>
            <a:r>
              <a:rPr lang="it-IT" sz="2800" dirty="0" err="1"/>
              <a:t>definition</a:t>
            </a:r>
            <a:r>
              <a:rPr lang="it-IT" sz="2800" dirty="0"/>
              <a:t> of </a:t>
            </a:r>
            <a:r>
              <a:rPr lang="it-IT" sz="2800" dirty="0" err="1"/>
              <a:t>tree</a:t>
            </a:r>
            <a:r>
              <a:rPr lang="it-IT" sz="2800" dirty="0"/>
              <a:t>, </a:t>
            </a:r>
            <a:r>
              <a:rPr lang="it-IT" sz="2800" dirty="0" err="1"/>
              <a:t>obtained</a:t>
            </a:r>
            <a:r>
              <a:rPr lang="it-IT" sz="2800" dirty="0"/>
              <a:t> by </a:t>
            </a:r>
            <a:r>
              <a:rPr lang="it-IT" sz="2800" dirty="0" err="1"/>
              <a:t>extending</a:t>
            </a:r>
            <a:r>
              <a:rPr lang="it-IT" sz="2800" dirty="0"/>
              <a:t> the </a:t>
            </a:r>
            <a:r>
              <a:rPr lang="it-IT" sz="2800" dirty="0" err="1"/>
              <a:t>notion</a:t>
            </a:r>
            <a:r>
              <a:rPr lang="it-IT" sz="2800" dirty="0"/>
              <a:t> of finite </a:t>
            </a:r>
            <a:r>
              <a:rPr lang="it-IT" sz="2800" dirty="0" err="1"/>
              <a:t>tree</a:t>
            </a:r>
            <a:endParaRPr lang="it-IT" sz="2800" dirty="0"/>
          </a:p>
          <a:p>
            <a:pPr lvl="1"/>
            <a:r>
              <a:rPr lang="it-IT" sz="2400" dirty="0"/>
              <a:t>FINITE TREE: A </a:t>
            </a:r>
            <a:r>
              <a:rPr lang="it-IT" sz="2400" dirty="0" err="1"/>
              <a:t>directed</a:t>
            </a:r>
            <a:r>
              <a:rPr lang="it-IT" sz="2400" dirty="0"/>
              <a:t> </a:t>
            </a:r>
            <a:r>
              <a:rPr lang="it-IT" sz="2400" dirty="0" err="1"/>
              <a:t>acyclic</a:t>
            </a:r>
            <a:r>
              <a:rPr lang="it-IT" sz="2400" dirty="0"/>
              <a:t> </a:t>
            </a:r>
            <a:r>
              <a:rPr lang="it-IT" sz="2400" dirty="0" err="1"/>
              <a:t>graph</a:t>
            </a:r>
            <a:r>
              <a:rPr lang="it-IT" sz="2400" dirty="0"/>
              <a:t> in </a:t>
            </a:r>
            <a:r>
              <a:rPr lang="it-IT" sz="2400" dirty="0" err="1"/>
              <a:t>which</a:t>
            </a:r>
            <a:r>
              <a:rPr lang="it-IT" sz="2400" dirty="0"/>
              <a:t> </a:t>
            </a:r>
            <a:r>
              <a:rPr lang="it-IT" sz="2400" dirty="0" err="1"/>
              <a:t>each</a:t>
            </a:r>
            <a:r>
              <a:rPr lang="it-IT" sz="2400" dirty="0"/>
              <a:t> </a:t>
            </a:r>
            <a:r>
              <a:rPr lang="it-IT" sz="2400" dirty="0" err="1"/>
              <a:t>node</a:t>
            </a:r>
            <a:r>
              <a:rPr lang="it-IT" sz="2400" dirty="0"/>
              <a:t> </a:t>
            </a:r>
            <a:r>
              <a:rPr lang="it-IT" sz="2400" dirty="0" err="1"/>
              <a:t>has</a:t>
            </a:r>
            <a:r>
              <a:rPr lang="it-IT" sz="2400" dirty="0"/>
              <a:t> </a:t>
            </a:r>
            <a:r>
              <a:rPr lang="it-IT" sz="2400" dirty="0" err="1"/>
              <a:t>at</a:t>
            </a:r>
            <a:r>
              <a:rPr lang="it-IT" sz="2400" dirty="0"/>
              <a:t> </a:t>
            </a:r>
            <a:r>
              <a:rPr lang="it-IT" sz="2400" dirty="0" err="1"/>
              <a:t>most</a:t>
            </a:r>
            <a:r>
              <a:rPr lang="it-IT" sz="2400" dirty="0"/>
              <a:t> one </a:t>
            </a:r>
            <a:r>
              <a:rPr lang="it-IT" sz="2400" dirty="0" err="1"/>
              <a:t>parent</a:t>
            </a:r>
            <a:r>
              <a:rPr lang="it-IT" sz="2400" dirty="0"/>
              <a:t>, and </a:t>
            </a:r>
            <a:r>
              <a:rPr lang="it-IT" sz="2400" dirty="0" err="1"/>
              <a:t>such</a:t>
            </a:r>
            <a:r>
              <a:rPr lang="it-IT" sz="2400" dirty="0"/>
              <a:t> </a:t>
            </a:r>
            <a:r>
              <a:rPr lang="it-IT" sz="2400" dirty="0" err="1"/>
              <a:t>that</a:t>
            </a:r>
            <a:r>
              <a:rPr lang="it-IT" sz="2400" dirty="0"/>
              <a:t> </a:t>
            </a:r>
            <a:r>
              <a:rPr lang="it-IT" sz="2400" dirty="0" err="1"/>
              <a:t>there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</a:t>
            </a:r>
            <a:r>
              <a:rPr lang="it-IT" sz="2400" dirty="0" err="1"/>
              <a:t>only</a:t>
            </a:r>
            <a:r>
              <a:rPr lang="it-IT" sz="2400" dirty="0"/>
              <a:t> one </a:t>
            </a:r>
            <a:r>
              <a:rPr lang="it-IT" sz="2400" dirty="0" err="1"/>
              <a:t>node</a:t>
            </a:r>
            <a:r>
              <a:rPr lang="it-IT" sz="2400" dirty="0"/>
              <a:t> with no </a:t>
            </a:r>
            <a:r>
              <a:rPr lang="it-IT" sz="2400" dirty="0" err="1"/>
              <a:t>parents</a:t>
            </a:r>
            <a:endParaRPr lang="it-IT" sz="2400" dirty="0"/>
          </a:p>
          <a:p>
            <a:pPr lvl="1"/>
            <a:r>
              <a:rPr lang="it-IT" dirty="0" err="1"/>
              <a:t>Relaxing</a:t>
            </a:r>
            <a:r>
              <a:rPr lang="it-IT" dirty="0"/>
              <a:t> the </a:t>
            </a:r>
            <a:r>
              <a:rPr lang="it-IT" dirty="0" err="1"/>
              <a:t>notion</a:t>
            </a:r>
            <a:r>
              <a:rPr lang="it-IT" dirty="0"/>
              <a:t> of </a:t>
            </a:r>
            <a:r>
              <a:rPr lang="it-IT" dirty="0" err="1"/>
              <a:t>graph</a:t>
            </a:r>
            <a:r>
              <a:rPr lang="it-IT" dirty="0"/>
              <a:t> so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captures</a:t>
            </a:r>
            <a:r>
              <a:rPr lang="it-IT" dirty="0"/>
              <a:t> </a:t>
            </a:r>
            <a:r>
              <a:rPr lang="it-IT" dirty="0" err="1"/>
              <a:t>graphs</a:t>
            </a:r>
            <a:r>
              <a:rPr lang="it-IT" dirty="0"/>
              <a:t> with an infinite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nodes</a:t>
            </a:r>
            <a:endParaRPr lang="it-IT" sz="28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6AE8D19-D9C7-4343-9EC6-BEC8E4B9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D4D94B4-EF40-4901-2D0E-1B2A887E9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36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3419665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87CF51-2249-3847-A3D7-D0F45C207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INFINITE TREES WITH LIMITED FANOUT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2A72494-053B-6848-817D-39622FE59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how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define</a:t>
            </a:r>
            <a:r>
              <a:rPr lang="it-IT" dirty="0"/>
              <a:t> infinite </a:t>
            </a:r>
            <a:r>
              <a:rPr lang="it-IT" dirty="0" err="1"/>
              <a:t>trees</a:t>
            </a:r>
            <a:r>
              <a:rPr lang="it-IT" dirty="0"/>
              <a:t> in </a:t>
            </a:r>
            <a:r>
              <a:rPr lang="it-IT" dirty="0" err="1"/>
              <a:t>which</a:t>
            </a:r>
            <a:r>
              <a:rPr lang="it-IT" dirty="0"/>
              <a:t> for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node</a:t>
            </a:r>
            <a:r>
              <a:rPr lang="it-IT" dirty="0"/>
              <a:t> the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children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most</a:t>
            </a:r>
            <a:r>
              <a:rPr lang="it-IT" dirty="0"/>
              <a:t> k </a:t>
            </a:r>
            <a:r>
              <a:rPr lang="it-IT" dirty="0" err="1"/>
              <a:t>being</a:t>
            </a:r>
            <a:r>
              <a:rPr lang="it-IT" dirty="0"/>
              <a:t> k </a:t>
            </a:r>
            <a:r>
              <a:rPr lang="it-IT" dirty="0" err="1"/>
              <a:t>being</a:t>
            </a:r>
            <a:r>
              <a:rPr lang="it-IT" dirty="0"/>
              <a:t> a </a:t>
            </a:r>
            <a:r>
              <a:rPr lang="it-IT" dirty="0" err="1"/>
              <a:t>natural</a:t>
            </a:r>
            <a:r>
              <a:rPr lang="it-IT" dirty="0"/>
              <a:t> </a:t>
            </a:r>
            <a:r>
              <a:rPr lang="it-IT" dirty="0" err="1"/>
              <a:t>number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EBDD0C3-B7E3-C64A-BA03-06A623CCF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6C881F8-FAA9-48EE-585F-55626B0A8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37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44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3F9E5F-75F3-2340-82A6-FC3940AE2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2800" dirty="0"/>
              <a:t>EXAMPLE OF AN INFINITE TREE WITH LIMITED FANOUT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65F020-FF11-674A-998A-9257A1A02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/>
              <a:t>The set of </a:t>
            </a:r>
            <a:r>
              <a:rPr lang="it-IT" sz="2400" dirty="0" err="1"/>
              <a:t>all</a:t>
            </a:r>
            <a:r>
              <a:rPr lang="it-IT" sz="2400" dirty="0"/>
              <a:t> </a:t>
            </a:r>
            <a:r>
              <a:rPr lang="it-IT" sz="2400" dirty="0" err="1"/>
              <a:t>strings</a:t>
            </a:r>
            <a:r>
              <a:rPr lang="it-IT" sz="2400" dirty="0"/>
              <a:t> </a:t>
            </a:r>
            <a:r>
              <a:rPr lang="it-IT" sz="2400" dirty="0" err="1"/>
              <a:t>formed</a:t>
            </a:r>
            <a:r>
              <a:rPr lang="it-IT" sz="2400" dirty="0"/>
              <a:t> by the </a:t>
            </a:r>
            <a:r>
              <a:rPr lang="it-IT" sz="2400" dirty="0" err="1"/>
              <a:t>alternation</a:t>
            </a:r>
            <a:r>
              <a:rPr lang="it-IT" sz="2400" dirty="0"/>
              <a:t> of an </a:t>
            </a:r>
            <a:r>
              <a:rPr lang="it-IT" sz="2400" dirty="0" err="1"/>
              <a:t>even</a:t>
            </a:r>
            <a:r>
              <a:rPr lang="it-IT" sz="2400" dirty="0"/>
              <a:t> and an </a:t>
            </a:r>
            <a:r>
              <a:rPr lang="it-IT" sz="2400" dirty="0" err="1"/>
              <a:t>odd</a:t>
            </a:r>
            <a:r>
              <a:rPr lang="it-IT" sz="2400" dirty="0"/>
              <a:t> </a:t>
            </a:r>
            <a:r>
              <a:rPr lang="it-IT" sz="2400" dirty="0" err="1"/>
              <a:t>number</a:t>
            </a:r>
            <a:r>
              <a:rPr lang="it-IT" sz="2400" dirty="0"/>
              <a:t> of a </a:t>
            </a:r>
            <a:r>
              <a:rPr lang="it-IT" sz="2400" dirty="0" err="1"/>
              <a:t>predetermined</a:t>
            </a:r>
            <a:r>
              <a:rPr lang="it-IT" sz="2400" dirty="0"/>
              <a:t> </a:t>
            </a:r>
            <a:r>
              <a:rPr lang="it-IT" sz="2400" dirty="0" err="1"/>
              <a:t>number</a:t>
            </a:r>
            <a:r>
              <a:rPr lang="it-IT" sz="2400" dirty="0"/>
              <a:t> of </a:t>
            </a:r>
            <a:r>
              <a:rPr lang="it-IT" sz="2400" dirty="0" err="1"/>
              <a:t>digits</a:t>
            </a:r>
            <a:r>
              <a:rPr lang="it-IT" sz="2400" dirty="0"/>
              <a:t> (1)</a:t>
            </a:r>
          </a:p>
          <a:p>
            <a:pPr marL="0" indent="0">
              <a:buNone/>
            </a:pPr>
            <a:r>
              <a:rPr lang="it-IT" sz="2000" dirty="0"/>
              <a:t>{𝛆,</a:t>
            </a:r>
            <a:br>
              <a:rPr lang="it-IT" sz="2000" dirty="0"/>
            </a:br>
            <a:r>
              <a:rPr lang="it-IT" sz="2000" dirty="0"/>
              <a:t> [2],[2][1],[2][3],[2][5],[2][7],[2][9]</a:t>
            </a:r>
            <a:br>
              <a:rPr lang="it-IT" sz="2000" dirty="0"/>
            </a:br>
            <a:r>
              <a:rPr lang="it-IT" sz="2000" dirty="0"/>
              <a:t> [4],[4][1],[4][3],[4][5],[4][7],[4][9]</a:t>
            </a:r>
            <a:br>
              <a:rPr lang="it-IT" sz="2000" dirty="0"/>
            </a:br>
            <a:r>
              <a:rPr lang="it-IT" sz="2000" dirty="0"/>
              <a:t> …</a:t>
            </a:r>
            <a:br>
              <a:rPr lang="it-IT" sz="2000" dirty="0"/>
            </a:br>
            <a:r>
              <a:rPr lang="it-IT" sz="2000" dirty="0"/>
              <a:t> [20][1],[20][3],…</a:t>
            </a:r>
            <a:br>
              <a:rPr lang="it-IT" sz="2000" dirty="0"/>
            </a:br>
            <a:r>
              <a:rPr lang="it-IT" sz="2000" dirty="0"/>
              <a:t> …</a:t>
            </a:r>
            <a:br>
              <a:rPr lang="it-IT" sz="2000" dirty="0"/>
            </a:br>
            <a:r>
              <a:rPr lang="it-IT" sz="2000" dirty="0"/>
              <a:t>} </a:t>
            </a:r>
          </a:p>
          <a:p>
            <a:pPr lvl="1"/>
            <a:endParaRPr lang="it-IT" sz="20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CF8297E-ADCD-8B4F-B51F-35EDF841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2275D43-4470-7251-8CD3-D3B2F8872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38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465501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102B824-FE63-D54D-BA6C-2A01F5904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LABELLED TREES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2E56C7F-70FB-6849-B682-50DCF5AE8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By </a:t>
            </a:r>
            <a:r>
              <a:rPr lang="it-IT" dirty="0" err="1"/>
              <a:t>adding</a:t>
            </a:r>
            <a:r>
              <a:rPr lang="it-IT" dirty="0"/>
              <a:t> a label on the </a:t>
            </a:r>
            <a:r>
              <a:rPr lang="it-IT" dirty="0" err="1"/>
              <a:t>nodes</a:t>
            </a:r>
            <a:r>
              <a:rPr lang="it-IT" dirty="0"/>
              <a:t>, </a:t>
            </a:r>
            <a:r>
              <a:rPr lang="it-IT" dirty="0" err="1"/>
              <a:t>taken</a:t>
            </a:r>
            <a:r>
              <a:rPr lang="it-IT" dirty="0"/>
              <a:t> from an </a:t>
            </a:r>
            <a:r>
              <a:rPr lang="it-IT" dirty="0" err="1"/>
              <a:t>alphabet</a:t>
            </a:r>
            <a:r>
              <a:rPr lang="it-IT" dirty="0"/>
              <a:t> </a:t>
            </a:r>
            <a:r>
              <a:rPr lang="el-GR" dirty="0"/>
              <a:t>Σ,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get</a:t>
            </a:r>
            <a:r>
              <a:rPr lang="it-IT" dirty="0"/>
              <a:t> an </a:t>
            </a:r>
            <a:r>
              <a:rPr lang="it-IT" dirty="0" err="1"/>
              <a:t>object</a:t>
            </a:r>
            <a:r>
              <a:rPr lang="it-IT" dirty="0"/>
              <a:t> (the infinite </a:t>
            </a:r>
            <a:r>
              <a:rPr lang="it-IT" dirty="0" err="1"/>
              <a:t>trees</a:t>
            </a:r>
            <a:r>
              <a:rPr lang="it-IT" dirty="0"/>
              <a:t> </a:t>
            </a:r>
            <a:r>
              <a:rPr lang="it-IT" dirty="0" err="1"/>
              <a:t>labeled</a:t>
            </a:r>
            <a:r>
              <a:rPr lang="it-IT" dirty="0"/>
              <a:t> on a finite </a:t>
            </a:r>
            <a:r>
              <a:rPr lang="it-IT" dirty="0" err="1"/>
              <a:t>alphabet</a:t>
            </a:r>
            <a:r>
              <a:rPr lang="it-IT" dirty="0"/>
              <a:t>)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extension of the concept of </a:t>
            </a:r>
            <a:r>
              <a:rPr lang="it-IT" dirty="0" err="1"/>
              <a:t>string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645EB0-ABFB-784E-956E-21C9683C25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1727271-1B98-D61A-9DBA-B81533472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39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92090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6E8204-4E1C-DF45-BDB8-1E9572C5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PATHS IN AN INFINITE TREE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2318982-07D2-3045-AA9D-2264589B2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A </a:t>
            </a:r>
            <a:r>
              <a:rPr lang="it-IT" dirty="0" err="1"/>
              <a:t>path</a:t>
            </a:r>
            <a:r>
              <a:rPr lang="it-IT" dirty="0"/>
              <a:t> in a </a:t>
            </a:r>
            <a:r>
              <a:rPr lang="it-IT" dirty="0" err="1"/>
              <a:t>tree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defined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sequence</a:t>
            </a:r>
            <a:r>
              <a:rPr lang="it-IT" dirty="0"/>
              <a:t> of </a:t>
            </a:r>
            <a:r>
              <a:rPr lang="it-IT" dirty="0" err="1"/>
              <a:t>elements</a:t>
            </a:r>
            <a:r>
              <a:rPr lang="it-IT" dirty="0"/>
              <a:t> </a:t>
            </a:r>
            <a:r>
              <a:rPr lang="it-IT" dirty="0" err="1"/>
              <a:t>connected</a:t>
            </a:r>
            <a:r>
              <a:rPr lang="it-IT" dirty="0"/>
              <a:t> by </a:t>
            </a:r>
            <a:r>
              <a:rPr lang="it-IT" dirty="0" err="1"/>
              <a:t>arcs</a:t>
            </a:r>
            <a:r>
              <a:rPr lang="it-IT" dirty="0"/>
              <a:t>, i.e.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sequence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subgraph</a:t>
            </a:r>
            <a:r>
              <a:rPr lang="it-IT" dirty="0"/>
              <a:t> of the </a:t>
            </a:r>
            <a:r>
              <a:rPr lang="it-IT" dirty="0" err="1"/>
              <a:t>tree</a:t>
            </a:r>
            <a:r>
              <a:rPr lang="it-IT" dirty="0"/>
              <a:t>
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notion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also</a:t>
            </a:r>
            <a:r>
              <a:rPr lang="it-IT" dirty="0"/>
              <a:t> </a:t>
            </a:r>
            <a:r>
              <a:rPr lang="it-IT" dirty="0" err="1"/>
              <a:t>valid</a:t>
            </a:r>
            <a:r>
              <a:rPr lang="it-IT" dirty="0"/>
              <a:t> for infinite </a:t>
            </a:r>
            <a:r>
              <a:rPr lang="it-IT" dirty="0" err="1"/>
              <a:t>trees</a:t>
            </a:r>
            <a:r>
              <a:rPr lang="it-IT" dirty="0"/>
              <a:t>, </a:t>
            </a:r>
            <a:r>
              <a:rPr lang="it-IT" dirty="0" err="1"/>
              <a:t>where</a:t>
            </a:r>
            <a:r>
              <a:rPr lang="it-IT" dirty="0"/>
              <a:t> </a:t>
            </a: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distinguish</a:t>
            </a:r>
            <a:r>
              <a:rPr lang="it-IT" dirty="0"/>
              <a:t> the case of infinite </a:t>
            </a:r>
            <a:r>
              <a:rPr lang="it-IT" dirty="0" err="1"/>
              <a:t>paths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023D14-CDEB-7B44-8B46-85D734ED6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136D3B3-8133-0B98-751E-1270618F4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40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96918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4D2CF6-E4EA-C14B-AD69-35779A1C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RECOGNITION OF LABELED TREES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E6B860D-3F66-CF40-96D1-7E8A13CC8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400" dirty="0" err="1"/>
              <a:t>Recognizing</a:t>
            </a:r>
            <a:r>
              <a:rPr lang="it-IT" sz="2400" dirty="0"/>
              <a:t> a </a:t>
            </a:r>
            <a:r>
              <a:rPr lang="it-IT" sz="2400" dirty="0" err="1"/>
              <a:t>language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a semi-</a:t>
            </a:r>
            <a:r>
              <a:rPr lang="it-IT" sz="2400" dirty="0" err="1"/>
              <a:t>decidable</a:t>
            </a:r>
            <a:r>
              <a:rPr lang="it-IT" sz="2400" dirty="0"/>
              <a:t> </a:t>
            </a:r>
            <a:r>
              <a:rPr lang="it-IT" sz="2400" dirty="0" err="1"/>
              <a:t>problem</a:t>
            </a:r>
            <a:r>
              <a:rPr lang="it-IT" sz="2400" dirty="0"/>
              <a:t>, for </a:t>
            </a:r>
            <a:r>
              <a:rPr lang="it-IT" sz="2400" dirty="0" err="1"/>
              <a:t>strings</a:t>
            </a:r>
            <a:r>
              <a:rPr lang="it-IT" sz="2400" dirty="0"/>
              <a:t> </a:t>
            </a:r>
            <a:r>
              <a:rPr lang="it-IT" sz="2400" dirty="0" err="1"/>
              <a:t>built</a:t>
            </a:r>
            <a:r>
              <a:rPr lang="it-IT" sz="2400" dirty="0"/>
              <a:t> on a finite </a:t>
            </a:r>
            <a:r>
              <a:rPr lang="it-IT" sz="2400" dirty="0" err="1"/>
              <a:t>alphabet</a:t>
            </a:r>
            <a:r>
              <a:rPr lang="it-IT" sz="2400" dirty="0"/>
              <a:t>, by </a:t>
            </a:r>
            <a:r>
              <a:rPr lang="it-IT" sz="2400" dirty="0" err="1"/>
              <a:t>means</a:t>
            </a:r>
            <a:r>
              <a:rPr lang="it-IT" sz="2400" dirty="0"/>
              <a:t> of </a:t>
            </a:r>
            <a:r>
              <a:rPr lang="it-IT" sz="2400" dirty="0" err="1"/>
              <a:t>recognizing</a:t>
            </a:r>
            <a:r>
              <a:rPr lang="it-IT" sz="2400" dirty="0"/>
              <a:t> </a:t>
            </a:r>
            <a:r>
              <a:rPr lang="it-IT" sz="2400" dirty="0" err="1"/>
              <a:t>automata</a:t>
            </a:r>
            <a:r>
              <a:rPr lang="it-IT" sz="2400" dirty="0"/>
              <a:t> of the FSA family</a:t>
            </a:r>
          </a:p>
          <a:p>
            <a:pPr lvl="1"/>
            <a:r>
              <a:rPr lang="it-IT" sz="2000" dirty="0"/>
              <a:t>Regular </a:t>
            </a:r>
            <a:r>
              <a:rPr lang="it-IT" sz="2000" dirty="0" err="1"/>
              <a:t>Languages</a:t>
            </a:r>
            <a:r>
              <a:rPr lang="it-IT" sz="2000" dirty="0"/>
              <a:t> 			FSA
</a:t>
            </a:r>
            <a:r>
              <a:rPr lang="it-IT" sz="2000" dirty="0" err="1"/>
              <a:t>Context</a:t>
            </a:r>
            <a:r>
              <a:rPr lang="it-IT" sz="2000" dirty="0"/>
              <a:t>-free </a:t>
            </a:r>
            <a:r>
              <a:rPr lang="it-IT" sz="2000" dirty="0" err="1"/>
              <a:t>Languages</a:t>
            </a:r>
            <a:r>
              <a:rPr lang="it-IT" sz="2000" dirty="0"/>
              <a:t> 	PDA
</a:t>
            </a:r>
            <a:r>
              <a:rPr lang="it-IT" sz="2000" dirty="0" err="1"/>
              <a:t>Type</a:t>
            </a:r>
            <a:r>
              <a:rPr lang="it-IT" sz="2000" dirty="0"/>
              <a:t> 0 					TM</a:t>
            </a:r>
          </a:p>
          <a:p>
            <a:pPr marL="457200" lvl="1" indent="0">
              <a:buNone/>
            </a:pPr>
            <a:endParaRPr lang="it-IT" sz="2000" dirty="0"/>
          </a:p>
          <a:p>
            <a:r>
              <a:rPr lang="it-IT" sz="2400" dirty="0" err="1"/>
              <a:t>Recognizing</a:t>
            </a:r>
            <a:r>
              <a:rPr lang="it-IT" sz="2400" dirty="0"/>
              <a:t> </a:t>
            </a:r>
            <a:r>
              <a:rPr lang="it-IT" sz="2400" dirty="0" err="1"/>
              <a:t>labeled</a:t>
            </a:r>
            <a:r>
              <a:rPr lang="it-IT" sz="2400" dirty="0"/>
              <a:t> </a:t>
            </a:r>
            <a:r>
              <a:rPr lang="it-IT" sz="2400" dirty="0" err="1"/>
              <a:t>trees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OBVIOUSLY </a:t>
            </a:r>
            <a:r>
              <a:rPr lang="it-IT" sz="2400" dirty="0" err="1"/>
              <a:t>undecidable</a:t>
            </a:r>
            <a:endParaRPr lang="it-IT" sz="2400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8109D8-E1FA-7C48-AE85-373A3311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57F8948-8831-9846-E970-807A86231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41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635731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F080E0A-A9C4-A542-9007-8BB10AD6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2ATA RECOGNISERS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DCD582-3946-1F4E-9457-E98C6F7B8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We</a:t>
            </a:r>
            <a:r>
              <a:rPr lang="it-IT" sz="2800" dirty="0"/>
              <a:t> </a:t>
            </a:r>
            <a:r>
              <a:rPr lang="it-IT" sz="2800" dirty="0" err="1"/>
              <a:t>will</a:t>
            </a:r>
            <a:r>
              <a:rPr lang="it-IT" sz="2800" dirty="0"/>
              <a:t> </a:t>
            </a:r>
            <a:r>
              <a:rPr lang="it-IT" sz="2800" dirty="0" err="1"/>
              <a:t>now</a:t>
            </a:r>
            <a:r>
              <a:rPr lang="it-IT" sz="2800" dirty="0"/>
              <a:t> build the </a:t>
            </a:r>
            <a:r>
              <a:rPr lang="it-IT" sz="2800" dirty="0" err="1"/>
              <a:t>alternating</a:t>
            </a:r>
            <a:r>
              <a:rPr lang="it-IT" sz="2800" dirty="0"/>
              <a:t> </a:t>
            </a:r>
            <a:r>
              <a:rPr lang="it-IT" sz="2800" dirty="0" err="1"/>
              <a:t>two</a:t>
            </a:r>
            <a:r>
              <a:rPr lang="it-IT" sz="2800" dirty="0"/>
              <a:t>-way </a:t>
            </a:r>
            <a:r>
              <a:rPr lang="it-IT" sz="2800" dirty="0" err="1"/>
              <a:t>automata</a:t>
            </a:r>
            <a:r>
              <a:rPr lang="it-IT" sz="2800" dirty="0"/>
              <a:t> on infinite </a:t>
            </a:r>
            <a:r>
              <a:rPr lang="it-IT" sz="2800" dirty="0" err="1"/>
              <a:t>trees</a:t>
            </a:r>
            <a:r>
              <a:rPr lang="it-IT" sz="2800" dirty="0"/>
              <a:t>
The 2ATAs </a:t>
            </a:r>
            <a:r>
              <a:rPr lang="it-IT" sz="2800" dirty="0" err="1"/>
              <a:t>recognize</a:t>
            </a:r>
            <a:r>
              <a:rPr lang="it-IT" sz="2800" dirty="0"/>
              <a:t> (</a:t>
            </a:r>
            <a:r>
              <a:rPr lang="it-IT" sz="2800" dirty="0" err="1"/>
              <a:t>obviously</a:t>
            </a:r>
            <a:r>
              <a:rPr lang="it-IT" sz="2800" dirty="0"/>
              <a:t> </a:t>
            </a:r>
            <a:r>
              <a:rPr lang="it-IT" sz="2800" dirty="0" err="1"/>
              <a:t>without</a:t>
            </a:r>
            <a:r>
              <a:rPr lang="it-IT" sz="2800" dirty="0"/>
              <a:t> </a:t>
            </a:r>
            <a:r>
              <a:rPr lang="it-IT" sz="2800" dirty="0" err="1"/>
              <a:t>termination</a:t>
            </a:r>
            <a:r>
              <a:rPr lang="it-IT" sz="2800" dirty="0"/>
              <a:t>) </a:t>
            </a:r>
            <a:r>
              <a:rPr lang="it-IT" sz="2800" dirty="0" err="1"/>
              <a:t>labeled</a:t>
            </a:r>
            <a:r>
              <a:rPr lang="it-IT" sz="2800" dirty="0"/>
              <a:t> </a:t>
            </a:r>
            <a:r>
              <a:rPr lang="it-IT" sz="2800" dirty="0" err="1"/>
              <a:t>shafts</a:t>
            </a:r>
            <a:r>
              <a:rPr lang="it-IT" sz="2800" dirty="0"/>
              <a:t>
The </a:t>
            </a:r>
            <a:r>
              <a:rPr lang="it-IT" sz="2800" dirty="0" err="1"/>
              <a:t>interesting</a:t>
            </a:r>
            <a:r>
              <a:rPr lang="it-IT" sz="2800" dirty="0"/>
              <a:t> </a:t>
            </a:r>
            <a:r>
              <a:rPr lang="it-IT" sz="2800" dirty="0" err="1"/>
              <a:t>computational</a:t>
            </a:r>
            <a:r>
              <a:rPr lang="it-IT" sz="2800" dirty="0"/>
              <a:t> </a:t>
            </a:r>
            <a:r>
              <a:rPr lang="it-IT" sz="2800" dirty="0" err="1"/>
              <a:t>problem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the following:</a:t>
            </a:r>
          </a:p>
          <a:p>
            <a:pPr lvl="1"/>
            <a:r>
              <a:rPr lang="it-IT" sz="2400" dirty="0"/>
              <a:t>Given a 2ATA A, </a:t>
            </a:r>
            <a:r>
              <a:rPr lang="it-IT" sz="2400" dirty="0" err="1"/>
              <a:t>is</a:t>
            </a:r>
            <a:r>
              <a:rPr lang="it-IT" sz="2400" dirty="0"/>
              <a:t> the </a:t>
            </a:r>
            <a:r>
              <a:rPr lang="it-IT" sz="2400" dirty="0" err="1"/>
              <a:t>language</a:t>
            </a:r>
            <a:r>
              <a:rPr lang="it-IT" sz="2400" dirty="0"/>
              <a:t> </a:t>
            </a:r>
            <a:r>
              <a:rPr lang="it-IT" sz="2400" dirty="0" err="1"/>
              <a:t>recognized</a:t>
            </a:r>
            <a:r>
              <a:rPr lang="it-IT" sz="2400" dirty="0"/>
              <a:t> by A </a:t>
            </a:r>
            <a:r>
              <a:rPr lang="it-IT" sz="2400" dirty="0" err="1"/>
              <a:t>empty</a:t>
            </a:r>
            <a:r>
              <a:rPr lang="it-IT" sz="2400" dirty="0"/>
              <a:t>? 
</a:t>
            </a:r>
            <a:r>
              <a:rPr lang="it-IT" sz="2400" dirty="0" err="1"/>
              <a:t>This</a:t>
            </a:r>
            <a:r>
              <a:rPr lang="it-IT" sz="2400" dirty="0"/>
              <a:t> </a:t>
            </a:r>
            <a:r>
              <a:rPr lang="it-IT" sz="2400" dirty="0" err="1"/>
              <a:t>problem</a:t>
            </a:r>
            <a:r>
              <a:rPr lang="it-IT" sz="2400" dirty="0"/>
              <a:t> </a:t>
            </a:r>
            <a:r>
              <a:rPr lang="it-IT" sz="2400" dirty="0" err="1"/>
              <a:t>is</a:t>
            </a:r>
            <a:r>
              <a:rPr lang="it-IT" sz="2400" dirty="0"/>
              <a:t> DECIDABLE.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3611916-2CD6-1042-95CF-3A82F0FB4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E73AF35-278C-4C15-8D4B-B64E64BA6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42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518511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DC5D9BB-07BA-3142-955B-A1A4ED29E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2ATA AND ALCQI</a:t>
            </a:r>
            <a:r>
              <a:rPr lang="it-IT" baseline="-25000" dirty="0"/>
              <a:t>REG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76AAD1C-5123-C743-9E2C-1197B0C22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will</a:t>
            </a:r>
            <a:r>
              <a:rPr lang="it-IT" dirty="0"/>
              <a:t> exploit the following </a:t>
            </a:r>
            <a:r>
              <a:rPr lang="it-IT" dirty="0" err="1"/>
              <a:t>results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A </a:t>
            </a:r>
            <a:r>
              <a:rPr lang="it-IT" dirty="0" err="1"/>
              <a:t>particular</a:t>
            </a:r>
            <a:r>
              <a:rPr lang="it-IT" dirty="0"/>
              <a:t> </a:t>
            </a:r>
            <a:r>
              <a:rPr lang="it-IT" dirty="0" err="1"/>
              <a:t>form</a:t>
            </a:r>
            <a:r>
              <a:rPr lang="it-IT" dirty="0"/>
              <a:t> </a:t>
            </a:r>
            <a:r>
              <a:rPr lang="it-IT" dirty="0" err="1"/>
              <a:t>ofALCQI</a:t>
            </a:r>
            <a:r>
              <a:rPr lang="it-IT" baseline="-25000" dirty="0" err="1"/>
              <a:t>REG</a:t>
            </a:r>
            <a:r>
              <a:rPr lang="it-IT" dirty="0"/>
              <a:t>, the </a:t>
            </a:r>
            <a:r>
              <a:rPr lang="it-IT" dirty="0" err="1"/>
              <a:t>LogicALCFI</a:t>
            </a:r>
            <a:r>
              <a:rPr lang="it-IT" baseline="-25000" dirty="0" err="1"/>
              <a:t>REG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expressively</a:t>
            </a:r>
            <a:r>
              <a:rPr lang="it-IT" dirty="0"/>
              <a:t> </a:t>
            </a:r>
            <a:r>
              <a:rPr lang="it-IT" dirty="0" err="1"/>
              <a:t>equivalent</a:t>
            </a:r>
            <a:r>
              <a:rPr lang="it-IT" dirty="0"/>
              <a:t> to ALCQI</a:t>
            </a:r>
            <a:r>
              <a:rPr lang="it-IT" baseline="-25000" dirty="0"/>
              <a:t>REG</a:t>
            </a:r>
            <a:r>
              <a:rPr lang="it-IT" dirty="0"/>
              <a:t>;</a:t>
            </a:r>
          </a:p>
          <a:p>
            <a:pPr lvl="1"/>
            <a:r>
              <a:rPr lang="it-IT" dirty="0"/>
              <a:t>ALCFI</a:t>
            </a:r>
            <a:r>
              <a:rPr lang="it-IT" baseline="-25000" dirty="0"/>
              <a:t>REG </a:t>
            </a:r>
            <a:r>
              <a:rPr lang="it-IT" dirty="0" err="1"/>
              <a:t>enjoys</a:t>
            </a:r>
            <a:r>
              <a:rPr lang="it-IT" dirty="0"/>
              <a:t> the </a:t>
            </a:r>
            <a:r>
              <a:rPr lang="it-IT" i="1" dirty="0" err="1"/>
              <a:t>tree</a:t>
            </a:r>
            <a:r>
              <a:rPr lang="it-IT" i="1" dirty="0"/>
              <a:t> model </a:t>
            </a:r>
            <a:r>
              <a:rPr lang="it-IT" i="1" dirty="0" err="1"/>
              <a:t>property</a:t>
            </a:r>
            <a:r>
              <a:rPr lang="it-IT" dirty="0"/>
              <a:t>, i.e.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sat</a:t>
            </a:r>
            <a:r>
              <a:rPr lang="it-IT" dirty="0"/>
              <a:t> concept </a:t>
            </a:r>
            <a:r>
              <a:rPr lang="it-IT" dirty="0" err="1"/>
              <a:t>expressed</a:t>
            </a:r>
            <a:r>
              <a:rPr lang="it-IT" dirty="0"/>
              <a:t> in ALCFI</a:t>
            </a:r>
            <a:r>
              <a:rPr lang="it-IT" baseline="-25000" dirty="0"/>
              <a:t>REG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has</a:t>
            </a:r>
            <a:r>
              <a:rPr lang="it-IT" dirty="0"/>
              <a:t> a model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infinite </a:t>
            </a:r>
            <a:r>
              <a:rPr lang="it-IT" dirty="0" err="1"/>
              <a:t>tree</a:t>
            </a:r>
            <a:r>
              <a:rPr lang="it-IT" dirty="0"/>
              <a:t> </a:t>
            </a:r>
            <a:r>
              <a:rPr lang="it-IT" dirty="0" err="1"/>
              <a:t>labeled</a:t>
            </a:r>
            <a:r>
              <a:rPr lang="it-IT" dirty="0"/>
              <a:t> a limited </a:t>
            </a:r>
            <a:r>
              <a:rPr lang="it-IT" dirty="0" err="1"/>
              <a:t>fanout</a:t>
            </a:r>
            <a:endParaRPr lang="it-IT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BE5F467-C592-B04E-8C20-E93DF7BD9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1332D2D-9B90-69BC-A039-2816557F7B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43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08867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39A83A-F206-0545-B60C-4C012BEF7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2ATA AND ALCQI</a:t>
            </a:r>
            <a:r>
              <a:rPr lang="it-IT" baseline="-25000" dirty="0"/>
              <a:t>REG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D4212B8-0FD1-724B-B541-5E781744A6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problem</a:t>
            </a:r>
            <a:r>
              <a:rPr lang="it-IT" dirty="0"/>
              <a:t> of </a:t>
            </a:r>
            <a:r>
              <a:rPr lang="it-IT" dirty="0" err="1"/>
              <a:t>polynomial</a:t>
            </a:r>
            <a:r>
              <a:rPr lang="it-IT" dirty="0"/>
              <a:t> </a:t>
            </a:r>
            <a:r>
              <a:rPr lang="it-IT" dirty="0" err="1"/>
              <a:t>complexity</a:t>
            </a:r>
            <a:r>
              <a:rPr lang="it-IT" dirty="0"/>
              <a:t> on </a:t>
            </a:r>
            <a:r>
              <a:rPr lang="it-IT" dirty="0" err="1"/>
              <a:t>deterministic</a:t>
            </a:r>
            <a:r>
              <a:rPr lang="it-IT" dirty="0"/>
              <a:t> machines to </a:t>
            </a:r>
            <a:r>
              <a:rPr lang="it-IT" dirty="0" err="1"/>
              <a:t>translate</a:t>
            </a:r>
            <a:r>
              <a:rPr lang="it-IT" dirty="0"/>
              <a:t> a concept C </a:t>
            </a:r>
            <a:r>
              <a:rPr lang="it-IT" dirty="0" err="1"/>
              <a:t>written</a:t>
            </a:r>
            <a:r>
              <a:rPr lang="it-IT" dirty="0"/>
              <a:t> in ALCFI</a:t>
            </a:r>
            <a:r>
              <a:rPr lang="it-IT" baseline="-25000" dirty="0"/>
              <a:t>REG</a:t>
            </a:r>
            <a:r>
              <a:rPr lang="it-IT" dirty="0"/>
              <a:t> </a:t>
            </a:r>
            <a:r>
              <a:rPr lang="it-IT" dirty="0" err="1"/>
              <a:t>into</a:t>
            </a:r>
            <a:r>
              <a:rPr lang="it-IT" dirty="0"/>
              <a:t> a 2ATA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recognizes</a:t>
            </a:r>
            <a:r>
              <a:rPr lang="it-IT" dirty="0"/>
              <a:t> </a:t>
            </a:r>
            <a:r>
              <a:rPr lang="it-IT" dirty="0" err="1"/>
              <a:t>all</a:t>
            </a:r>
            <a:r>
              <a:rPr lang="it-IT" dirty="0"/>
              <a:t> and </a:t>
            </a:r>
            <a:r>
              <a:rPr lang="it-IT" dirty="0" err="1"/>
              <a:t>only</a:t>
            </a:r>
            <a:r>
              <a:rPr lang="it-IT" dirty="0"/>
              <a:t> the </a:t>
            </a:r>
            <a:r>
              <a:rPr lang="it-IT" dirty="0" err="1"/>
              <a:t>labeled</a:t>
            </a:r>
            <a:r>
              <a:rPr lang="it-IT" dirty="0"/>
              <a:t> </a:t>
            </a:r>
            <a:r>
              <a:rPr lang="it-IT" dirty="0" err="1"/>
              <a:t>trees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are </a:t>
            </a:r>
            <a:r>
              <a:rPr lang="it-IT" dirty="0" err="1"/>
              <a:t>solutions</a:t>
            </a:r>
            <a:r>
              <a:rPr lang="it-IT" dirty="0"/>
              <a:t> of C;
</a:t>
            </a:r>
            <a:r>
              <a:rPr lang="it-IT" dirty="0" err="1"/>
              <a:t>Deciding</a:t>
            </a:r>
            <a:r>
              <a:rPr lang="it-IT" dirty="0"/>
              <a:t> </a:t>
            </a:r>
            <a:r>
              <a:rPr lang="it-IT" dirty="0" err="1"/>
              <a:t>whether</a:t>
            </a:r>
            <a:r>
              <a:rPr lang="it-IT" dirty="0"/>
              <a:t> a 2ATA </a:t>
            </a:r>
            <a:r>
              <a:rPr lang="it-IT" dirty="0" err="1"/>
              <a:t>recognizes</a:t>
            </a:r>
            <a:r>
              <a:rPr lang="it-IT" dirty="0"/>
              <a:t> a non-</a:t>
            </a:r>
            <a:r>
              <a:rPr lang="it-IT" dirty="0" err="1"/>
              <a:t>empty</a:t>
            </a:r>
            <a:r>
              <a:rPr lang="it-IT" dirty="0"/>
              <a:t> </a:t>
            </a:r>
            <a:r>
              <a:rPr lang="it-IT" dirty="0" err="1"/>
              <a:t>language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computable</a:t>
            </a:r>
            <a:r>
              <a:rPr lang="it-IT" dirty="0"/>
              <a:t> and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exptime</a:t>
            </a:r>
            <a:r>
              <a:rPr lang="it-IT" dirty="0"/>
              <a:t>-complete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234729-E381-8F4E-AA2F-CF3B31512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6D8E8BB-EB81-CA74-E5E6-7633BB73D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44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734587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44C5C8-AE4C-2849-873E-6DE77C372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METHOD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EBA8478-105A-8E48-89E2-061EECB81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800" dirty="0" err="1"/>
              <a:t>We</a:t>
            </a:r>
            <a:r>
              <a:rPr lang="it-IT" sz="2800" dirty="0"/>
              <a:t> take a concept C </a:t>
            </a:r>
            <a:r>
              <a:rPr lang="it-IT" sz="2800" dirty="0" err="1"/>
              <a:t>ofALCFI</a:t>
            </a:r>
            <a:r>
              <a:rPr lang="it-IT" sz="2800" baseline="-25000" dirty="0" err="1"/>
              <a:t>REG</a:t>
            </a:r>
            <a:r>
              <a:rPr lang="it-IT" sz="2800" dirty="0"/>
              <a:t>;</a:t>
            </a:r>
          </a:p>
          <a:p>
            <a:r>
              <a:rPr lang="it-IT" sz="2800" dirty="0"/>
              <a:t>A 2ATA A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built</a:t>
            </a:r>
            <a:r>
              <a:rPr lang="it-IT" sz="2800" dirty="0"/>
              <a:t> </a:t>
            </a:r>
            <a:r>
              <a:rPr lang="it-IT" sz="2800" dirty="0" err="1"/>
              <a:t>that</a:t>
            </a:r>
            <a:r>
              <a:rPr lang="it-IT" sz="2800" dirty="0"/>
              <a:t> </a:t>
            </a:r>
            <a:r>
              <a:rPr lang="it-IT" sz="2800" dirty="0" err="1"/>
              <a:t>recognizes</a:t>
            </a:r>
            <a:r>
              <a:rPr lang="it-IT" sz="2800" dirty="0"/>
              <a:t> C patterns;</a:t>
            </a:r>
          </a:p>
          <a:p>
            <a:r>
              <a:rPr lang="it-IT" sz="2800" dirty="0" err="1"/>
              <a:t>We</a:t>
            </a:r>
            <a:r>
              <a:rPr lang="it-IT" sz="2800" dirty="0"/>
              <a:t> determine </a:t>
            </a:r>
            <a:r>
              <a:rPr lang="it-IT" sz="2800" dirty="0" err="1"/>
              <a:t>whether</a:t>
            </a:r>
            <a:r>
              <a:rPr lang="it-IT" sz="2800" dirty="0"/>
              <a:t> A </a:t>
            </a:r>
            <a:r>
              <a:rPr lang="it-IT" sz="2800" dirty="0" err="1"/>
              <a:t>recognizes</a:t>
            </a:r>
            <a:r>
              <a:rPr lang="it-IT" sz="2800" dirty="0"/>
              <a:t> a non-</a:t>
            </a:r>
            <a:r>
              <a:rPr lang="it-IT" sz="2800" dirty="0" err="1"/>
              <a:t>empty</a:t>
            </a:r>
            <a:r>
              <a:rPr lang="it-IT" sz="2800" dirty="0"/>
              <a:t> </a:t>
            </a:r>
            <a:r>
              <a:rPr lang="it-IT" sz="2800" dirty="0" err="1"/>
              <a:t>language</a:t>
            </a:r>
            <a:r>
              <a:rPr lang="it-IT" sz="2800" dirty="0"/>
              <a:t>;</a:t>
            </a:r>
          </a:p>
          <a:p>
            <a:r>
              <a:rPr lang="it-IT" sz="2800" dirty="0" err="1"/>
              <a:t>If</a:t>
            </a:r>
            <a:r>
              <a:rPr lang="it-IT" sz="2800" dirty="0"/>
              <a:t> the </a:t>
            </a:r>
            <a:r>
              <a:rPr lang="it-IT" sz="2800" dirty="0" err="1"/>
              <a:t>previous</a:t>
            </a:r>
            <a:r>
              <a:rPr lang="it-IT" sz="2800" dirty="0"/>
              <a:t> </a:t>
            </a:r>
            <a:r>
              <a:rPr lang="it-IT" sz="2800" dirty="0" err="1"/>
              <a:t>question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answered</a:t>
            </a:r>
            <a:r>
              <a:rPr lang="it-IT" sz="2800" dirty="0"/>
              <a:t> in the </a:t>
            </a:r>
            <a:r>
              <a:rPr lang="it-IT" sz="2800" dirty="0" err="1"/>
              <a:t>affirmative</a:t>
            </a:r>
            <a:r>
              <a:rPr lang="it-IT" sz="2800" dirty="0"/>
              <a:t>, the </a:t>
            </a:r>
            <a:r>
              <a:rPr lang="it-IT" sz="2800" dirty="0" err="1"/>
              <a:t>answer</a:t>
            </a:r>
            <a:r>
              <a:rPr lang="it-IT" sz="2800" dirty="0"/>
              <a:t> </a:t>
            </a:r>
            <a:r>
              <a:rPr lang="it-IT" sz="2800" dirty="0" err="1"/>
              <a:t>is</a:t>
            </a:r>
            <a:r>
              <a:rPr lang="it-IT" sz="2800" dirty="0"/>
              <a:t> </a:t>
            </a:r>
            <a:r>
              <a:rPr lang="it-IT" sz="2800" dirty="0" err="1"/>
              <a:t>that</a:t>
            </a:r>
            <a:r>
              <a:rPr lang="it-IT" sz="2800" dirty="0"/>
              <a:t> C </a:t>
            </a:r>
            <a:r>
              <a:rPr lang="it-IT" sz="2800" dirty="0" err="1"/>
              <a:t>is</a:t>
            </a:r>
            <a:r>
              <a:rPr lang="it-IT" sz="2800" dirty="0"/>
              <a:t> SAT, </a:t>
            </a:r>
            <a:r>
              <a:rPr lang="it-IT" sz="2800" dirty="0" err="1"/>
              <a:t>otherwise</a:t>
            </a:r>
            <a:r>
              <a:rPr lang="it-IT" sz="2800" dirty="0"/>
              <a:t>, the opposite.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9B7E84F-CA05-3440-BD91-0D89552E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KR</a:t>
            </a:r>
            <a:endParaRPr lang="en-US" dirty="0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A5A8DE3-6DA8-8D37-03C9-30E9FCE21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CD341D-7438-4FA4-973F-6F9EECBD14B9}" type="slidenum">
              <a:rPr lang="it-IT" altLang="it-IT" smtClean="0"/>
              <a:pPr>
                <a:defRPr/>
              </a:pPr>
              <a:t>45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439641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theme/theme1.xml><?xml version="1.0" encoding="utf-8"?>
<a:theme xmlns:a="http://schemas.openxmlformats.org/drawingml/2006/main" name="ESD_new_GP">
  <a:themeElements>
    <a:clrScheme name="Impostazioni personalizzate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963513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zione standard1" id="{8235C985-55F2-4F87-A977-D8A70953F925}" vid="{F161873E-82B3-403B-879B-B3C589C61F8F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ESD_new_GP</Template>
  <TotalTime>65029</TotalTime>
  <Words>3254</Words>
  <Application>Microsoft Macintosh PowerPoint</Application>
  <PresentationFormat>Presentazione su schermo (16:9)</PresentationFormat>
  <Paragraphs>431</Paragraphs>
  <Slides>45</Slides>
  <Notes>6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45</vt:i4>
      </vt:variant>
    </vt:vector>
  </HeadingPairs>
  <TitlesOfParts>
    <vt:vector size="56" baseType="lpstr">
      <vt:lpstr>Arial Unicode MS</vt:lpstr>
      <vt:lpstr>MS PMincho</vt:lpstr>
      <vt:lpstr>Arial</vt:lpstr>
      <vt:lpstr>Calibri</vt:lpstr>
      <vt:lpstr>Comic Sans MS</vt:lpstr>
      <vt:lpstr>Symbol</vt:lpstr>
      <vt:lpstr>Tahoma</vt:lpstr>
      <vt:lpstr>Times New Roman</vt:lpstr>
      <vt:lpstr>Wingdings</vt:lpstr>
      <vt:lpstr>ESD_new_GP</vt:lpstr>
      <vt:lpstr>Equation</vt:lpstr>
      <vt:lpstr>KNOWLEDGE REPRESENTATION</vt:lpstr>
      <vt:lpstr>UNIT 3 – L1</vt:lpstr>
      <vt:lpstr>Modeling Computation</vt:lpstr>
      <vt:lpstr>Modeling Computation </vt:lpstr>
      <vt:lpstr>Early Models of Computation</vt:lpstr>
      <vt:lpstr>Computers as Transition Functions</vt:lpstr>
      <vt:lpstr>Language Recognition Problem</vt:lpstr>
      <vt:lpstr>Languages &amp; Grammars</vt:lpstr>
      <vt:lpstr>Formal Language</vt:lpstr>
      <vt:lpstr>Grammars</vt:lpstr>
      <vt:lpstr>Grammars (Semi-formal)</vt:lpstr>
      <vt:lpstr>Formal languages</vt:lpstr>
      <vt:lpstr>Formal languages</vt:lpstr>
      <vt:lpstr>Generated language</vt:lpstr>
      <vt:lpstr>Notation</vt:lpstr>
      <vt:lpstr>Basic Terminology</vt:lpstr>
      <vt:lpstr>Phrase-Structure Grammars</vt:lpstr>
      <vt:lpstr>Phrase-structure Grammar</vt:lpstr>
      <vt:lpstr>Derivation</vt:lpstr>
      <vt:lpstr>Language</vt:lpstr>
      <vt:lpstr>Language L(G)  </vt:lpstr>
      <vt:lpstr>Defining the PSG Types</vt:lpstr>
      <vt:lpstr>Types of Grammars - Chomsky hierarchy of languages</vt:lpstr>
      <vt:lpstr>Classifying grammars</vt:lpstr>
      <vt:lpstr>Presentazione standard di PowerPoint</vt:lpstr>
      <vt:lpstr>Presentazione standard di PowerPoint</vt:lpstr>
      <vt:lpstr>Derivation Tree of A Context-free Grammar</vt:lpstr>
      <vt:lpstr>Language Generated by a Grammar</vt:lpstr>
      <vt:lpstr>Example: Derivation Tree</vt:lpstr>
      <vt:lpstr>Backus-Naur Form</vt:lpstr>
      <vt:lpstr>Generating Infinite Languages</vt:lpstr>
      <vt:lpstr>UNIT 3 – L1</vt:lpstr>
      <vt:lpstr>INFINITE TREES</vt:lpstr>
      <vt:lpstr>EXAMPLE OF AN INFINITE TREE</vt:lpstr>
      <vt:lpstr>REPRESENTATION OF INFINITE TREES</vt:lpstr>
      <vt:lpstr>CANONICITY</vt:lpstr>
      <vt:lpstr>INFINITE TREES WITH LIMITED FANOUT</vt:lpstr>
      <vt:lpstr>EXAMPLE OF AN INFINITE TREE WITH LIMITED FANOUT</vt:lpstr>
      <vt:lpstr>LABELLED TREES</vt:lpstr>
      <vt:lpstr>PATHS IN AN INFINITE TREE</vt:lpstr>
      <vt:lpstr>RECOGNITION OF LABELED TREES</vt:lpstr>
      <vt:lpstr>2ATA RECOGNISERS</vt:lpstr>
      <vt:lpstr>2ATA AND ALCQIREG</vt:lpstr>
      <vt:lpstr>2ATA AND ALCQIREG</vt:lpstr>
      <vt:lpstr>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Stefano Spellini</dc:creator>
  <cp:lastModifiedBy>Matteo Cristani</cp:lastModifiedBy>
  <cp:revision>392</cp:revision>
  <dcterms:created xsi:type="dcterms:W3CDTF">2019-02-11T14:27:15Z</dcterms:created>
  <dcterms:modified xsi:type="dcterms:W3CDTF">2025-08-15T08:39:29Z</dcterms:modified>
</cp:coreProperties>
</file>